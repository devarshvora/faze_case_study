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4"/>
  </p:notesMasterIdLst>
  <p:sldIdLst>
    <p:sldId id="256" r:id="rId2"/>
    <p:sldId id="258" r:id="rId3"/>
    <p:sldId id="261" r:id="rId4"/>
    <p:sldId id="278" r:id="rId5"/>
    <p:sldId id="312" r:id="rId6"/>
    <p:sldId id="282" r:id="rId7"/>
    <p:sldId id="262" r:id="rId8"/>
    <p:sldId id="313" r:id="rId9"/>
    <p:sldId id="314" r:id="rId10"/>
    <p:sldId id="315" r:id="rId11"/>
    <p:sldId id="316" r:id="rId12"/>
    <p:sldId id="288" r:id="rId13"/>
    <p:sldId id="318" r:id="rId14"/>
    <p:sldId id="317" r:id="rId15"/>
    <p:sldId id="319" r:id="rId16"/>
    <p:sldId id="320" r:id="rId17"/>
    <p:sldId id="322" r:id="rId18"/>
    <p:sldId id="286" r:id="rId19"/>
    <p:sldId id="321" r:id="rId20"/>
    <p:sldId id="265" r:id="rId21"/>
    <p:sldId id="283" r:id="rId22"/>
    <p:sldId id="290" r:id="rId23"/>
  </p:sldIdLst>
  <p:sldSz cx="9144000" cy="5143500" type="screen16x9"/>
  <p:notesSz cx="6858000" cy="9144000"/>
  <p:embeddedFontLst>
    <p:embeddedFont>
      <p:font typeface="Bahiana" panose="020B0604020202020204" charset="0"/>
      <p:regular r:id="rId25"/>
    </p:embeddedFont>
    <p:embeddedFont>
      <p:font typeface="Barlow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FEE540-D0DC-49BE-B8B9-A585BACD9EA3}">
  <a:tblStyle styleId="{25FEE540-D0DC-49BE-B8B9-A585BACD9EA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2e5ca1df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2e5ca1df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12ca56de5b8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12ca56de5b8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2e9ea539ec_0_2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2e9ea539ec_0_2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12e9ea539ec_0_2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12e9ea539ec_0_2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g12e9ea539ec_0_2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g12e9ea539ec_0_2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12e9ea539e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12e9ea539ec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001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12e9ea539ec_0_3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12e9ea539ec_0_3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>
          <a:extLst>
            <a:ext uri="{FF2B5EF4-FFF2-40B4-BE49-F238E27FC236}">
              <a16:creationId xmlns:a16="http://schemas.microsoft.com/office/drawing/2014/main" id="{2890B021-965C-0827-61B2-794C27A73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12e9ea539ec_0_2518:notes">
            <a:extLst>
              <a:ext uri="{FF2B5EF4-FFF2-40B4-BE49-F238E27FC236}">
                <a16:creationId xmlns:a16="http://schemas.microsoft.com/office/drawing/2014/main" id="{CFD0DF3E-9D1F-3E3C-52F4-92A3B8E9A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12e9ea539ec_0_2518:notes">
            <a:extLst>
              <a:ext uri="{FF2B5EF4-FFF2-40B4-BE49-F238E27FC236}">
                <a16:creationId xmlns:a16="http://schemas.microsoft.com/office/drawing/2014/main" id="{15528AE0-E0A8-749D-FAD9-22520EFA0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6539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g12e9ea539ec_0_2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8" name="Google Shape;2078;g12e9ea539ec_0_25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12e9ea539ec_0_1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12e9ea539ec_0_1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g12e9ea539ec_0_3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6" name="Google Shape;1896;g12e9ea539ec_0_3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12e9ea539ec_0_3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12e9ea539ec_0_3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10" name="Google Shape;10;p2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235025" y="1340825"/>
            <a:ext cx="4526400" cy="20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1896075" y="3732875"/>
            <a:ext cx="3204300" cy="4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22" name="Google Shape;22;p3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1024100" y="2276400"/>
            <a:ext cx="380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1140200" y="1011848"/>
            <a:ext cx="20997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7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"/>
          </p:nvPr>
        </p:nvSpPr>
        <p:spPr>
          <a:xfrm>
            <a:off x="1140200" y="3421400"/>
            <a:ext cx="3587400" cy="2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271425" y="4325525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 rot="2700000">
            <a:off x="8366672" y="550299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5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51" name="Google Shape;51;p5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59" name="Google Shape;59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 idx="2"/>
          </p:nvPr>
        </p:nvSpPr>
        <p:spPr>
          <a:xfrm>
            <a:off x="1547388" y="1840450"/>
            <a:ext cx="1224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1"/>
          </p:nvPr>
        </p:nvSpPr>
        <p:spPr>
          <a:xfrm>
            <a:off x="1433063" y="2343475"/>
            <a:ext cx="2456100" cy="14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title" idx="3"/>
          </p:nvPr>
        </p:nvSpPr>
        <p:spPr>
          <a:xfrm>
            <a:off x="5015038" y="1840450"/>
            <a:ext cx="12243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4"/>
          </p:nvPr>
        </p:nvSpPr>
        <p:spPr>
          <a:xfrm>
            <a:off x="4887238" y="2345975"/>
            <a:ext cx="2456100" cy="149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47750" y="4187988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 rot="2700000">
            <a:off x="8384422" y="563824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6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68" name="Google Shape;68;p6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47750" y="817313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/>
          <p:nvPr/>
        </p:nvSpPr>
        <p:spPr>
          <a:xfrm rot="2700000">
            <a:off x="8384422" y="3971574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7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81" name="Google Shape;81;p7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7" name="Google Shape;87;p7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713225" y="1157225"/>
            <a:ext cx="38589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713225" y="1799250"/>
            <a:ext cx="3858900" cy="23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8344775" y="3596088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/>
          <p:cNvSpPr/>
          <p:nvPr/>
        </p:nvSpPr>
        <p:spPr>
          <a:xfrm rot="2700000">
            <a:off x="192697" y="514799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ITLE_ONLY_1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3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149" name="Google Shape;149;p13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3"/>
          <p:cNvSpPr txBox="1">
            <a:spLocks noGrp="1"/>
          </p:cNvSpPr>
          <p:nvPr>
            <p:ph type="title" idx="2"/>
          </p:nvPr>
        </p:nvSpPr>
        <p:spPr>
          <a:xfrm>
            <a:off x="1855650" y="1897175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59" name="Google Shape;159;p13"/>
          <p:cNvSpPr txBox="1">
            <a:spLocks noGrp="1"/>
          </p:cNvSpPr>
          <p:nvPr>
            <p:ph type="subTitle" idx="1"/>
          </p:nvPr>
        </p:nvSpPr>
        <p:spPr>
          <a:xfrm>
            <a:off x="1910100" y="240020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0" name="Google Shape;160;p13"/>
          <p:cNvSpPr txBox="1">
            <a:spLocks noGrp="1"/>
          </p:cNvSpPr>
          <p:nvPr>
            <p:ph type="title" idx="3"/>
          </p:nvPr>
        </p:nvSpPr>
        <p:spPr>
          <a:xfrm>
            <a:off x="4872286" y="1897175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4"/>
          </p:nvPr>
        </p:nvSpPr>
        <p:spPr>
          <a:xfrm>
            <a:off x="4926731" y="2400208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5"/>
          </p:nvPr>
        </p:nvSpPr>
        <p:spPr>
          <a:xfrm>
            <a:off x="1855650" y="3509002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3" name="Google Shape;163;p13"/>
          <p:cNvSpPr txBox="1">
            <a:spLocks noGrp="1"/>
          </p:cNvSpPr>
          <p:nvPr>
            <p:ph type="subTitle" idx="6"/>
          </p:nvPr>
        </p:nvSpPr>
        <p:spPr>
          <a:xfrm>
            <a:off x="1910100" y="40145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7"/>
          </p:nvPr>
        </p:nvSpPr>
        <p:spPr>
          <a:xfrm>
            <a:off x="4872286" y="3509002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8"/>
          </p:nvPr>
        </p:nvSpPr>
        <p:spPr>
          <a:xfrm>
            <a:off x="4926731" y="401452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9" hasCustomPrompt="1"/>
          </p:nvPr>
        </p:nvSpPr>
        <p:spPr>
          <a:xfrm>
            <a:off x="2688000" y="1412250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2700" b="1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13" hasCustomPrompt="1"/>
          </p:nvPr>
        </p:nvSpPr>
        <p:spPr>
          <a:xfrm>
            <a:off x="5704631" y="1412250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2700" b="1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14" hasCustomPrompt="1"/>
          </p:nvPr>
        </p:nvSpPr>
        <p:spPr>
          <a:xfrm>
            <a:off x="2688000" y="3022325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2700" b="1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15" hasCustomPrompt="1"/>
          </p:nvPr>
        </p:nvSpPr>
        <p:spPr>
          <a:xfrm>
            <a:off x="5704631" y="3022325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2700" b="1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Font typeface="Barlow"/>
              <a:buNone/>
              <a:defRPr sz="30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/>
          <p:nvPr/>
        </p:nvSpPr>
        <p:spPr>
          <a:xfrm>
            <a:off x="224775" y="875675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3"/>
          <p:cNvSpPr/>
          <p:nvPr/>
        </p:nvSpPr>
        <p:spPr>
          <a:xfrm rot="2700000">
            <a:off x="8373472" y="3839449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14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174" name="Google Shape;174;p14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82" name="Google Shape;182;p14"/>
          <p:cNvSpPr txBox="1">
            <a:spLocks noGrp="1"/>
          </p:cNvSpPr>
          <p:nvPr>
            <p:ph type="title"/>
          </p:nvPr>
        </p:nvSpPr>
        <p:spPr>
          <a:xfrm>
            <a:off x="3708625" y="2276400"/>
            <a:ext cx="4640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 idx="2" hasCustomPrompt="1"/>
          </p:nvPr>
        </p:nvSpPr>
        <p:spPr>
          <a:xfrm>
            <a:off x="6081275" y="1011848"/>
            <a:ext cx="20997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700">
                <a:solidFill>
                  <a:schemeClr val="accen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4" name="Google Shape;184;p14"/>
          <p:cNvSpPr txBox="1">
            <a:spLocks noGrp="1"/>
          </p:cNvSpPr>
          <p:nvPr>
            <p:ph type="subTitle" idx="1"/>
          </p:nvPr>
        </p:nvSpPr>
        <p:spPr>
          <a:xfrm>
            <a:off x="4177850" y="3421400"/>
            <a:ext cx="3587400" cy="2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271425" y="803800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4"/>
          <p:cNvSpPr/>
          <p:nvPr/>
        </p:nvSpPr>
        <p:spPr>
          <a:xfrm rot="2700000">
            <a:off x="8366672" y="3967249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_1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15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189" name="Google Shape;189;p15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197" name="Google Shape;197;p15"/>
          <p:cNvSpPr txBox="1">
            <a:spLocks noGrp="1"/>
          </p:cNvSpPr>
          <p:nvPr>
            <p:ph type="title"/>
          </p:nvPr>
        </p:nvSpPr>
        <p:spPr>
          <a:xfrm>
            <a:off x="2251650" y="2276400"/>
            <a:ext cx="4640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title" idx="2" hasCustomPrompt="1"/>
          </p:nvPr>
        </p:nvSpPr>
        <p:spPr>
          <a:xfrm>
            <a:off x="3522150" y="1011848"/>
            <a:ext cx="20997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7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9" name="Google Shape;199;p15"/>
          <p:cNvSpPr txBox="1">
            <a:spLocks noGrp="1"/>
          </p:cNvSpPr>
          <p:nvPr>
            <p:ph type="subTitle" idx="1"/>
          </p:nvPr>
        </p:nvSpPr>
        <p:spPr>
          <a:xfrm>
            <a:off x="2778300" y="3421400"/>
            <a:ext cx="3587400" cy="26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271425" y="3952250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 rot="2700000">
            <a:off x="8366672" y="525774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_ONLY_1_3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21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287" name="Google Shape;287;p21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295" name="Google Shape;295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1"/>
          <p:cNvSpPr txBox="1">
            <a:spLocks noGrp="1"/>
          </p:cNvSpPr>
          <p:nvPr>
            <p:ph type="title" idx="2"/>
          </p:nvPr>
        </p:nvSpPr>
        <p:spPr>
          <a:xfrm>
            <a:off x="1980800" y="1840450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97" name="Google Shape;297;p21"/>
          <p:cNvSpPr txBox="1">
            <a:spLocks noGrp="1"/>
          </p:cNvSpPr>
          <p:nvPr>
            <p:ph type="subTitle" idx="1"/>
          </p:nvPr>
        </p:nvSpPr>
        <p:spPr>
          <a:xfrm>
            <a:off x="1980800" y="2343475"/>
            <a:ext cx="189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title" idx="3"/>
          </p:nvPr>
        </p:nvSpPr>
        <p:spPr>
          <a:xfrm>
            <a:off x="5900651" y="1840450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99" name="Google Shape;299;p21"/>
          <p:cNvSpPr txBox="1">
            <a:spLocks noGrp="1"/>
          </p:cNvSpPr>
          <p:nvPr>
            <p:ph type="subTitle" idx="4"/>
          </p:nvPr>
        </p:nvSpPr>
        <p:spPr>
          <a:xfrm>
            <a:off x="5900651" y="2343475"/>
            <a:ext cx="189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0" name="Google Shape;300;p21"/>
          <p:cNvSpPr txBox="1">
            <a:spLocks noGrp="1"/>
          </p:cNvSpPr>
          <p:nvPr>
            <p:ph type="title" idx="5"/>
          </p:nvPr>
        </p:nvSpPr>
        <p:spPr>
          <a:xfrm>
            <a:off x="1980800" y="3260027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1" name="Google Shape;301;p21"/>
          <p:cNvSpPr txBox="1">
            <a:spLocks noGrp="1"/>
          </p:cNvSpPr>
          <p:nvPr>
            <p:ph type="subTitle" idx="6"/>
          </p:nvPr>
        </p:nvSpPr>
        <p:spPr>
          <a:xfrm>
            <a:off x="1980800" y="3765549"/>
            <a:ext cx="189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2" name="Google Shape;302;p21"/>
          <p:cNvSpPr txBox="1">
            <a:spLocks noGrp="1"/>
          </p:cNvSpPr>
          <p:nvPr>
            <p:ph type="title" idx="7"/>
          </p:nvPr>
        </p:nvSpPr>
        <p:spPr>
          <a:xfrm>
            <a:off x="5900651" y="3260027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3" name="Google Shape;303;p21"/>
          <p:cNvSpPr txBox="1">
            <a:spLocks noGrp="1"/>
          </p:cNvSpPr>
          <p:nvPr>
            <p:ph type="subTitle" idx="8"/>
          </p:nvPr>
        </p:nvSpPr>
        <p:spPr>
          <a:xfrm>
            <a:off x="5900651" y="3765548"/>
            <a:ext cx="1892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4" name="Google Shape;304;p21"/>
          <p:cNvSpPr/>
          <p:nvPr/>
        </p:nvSpPr>
        <p:spPr>
          <a:xfrm>
            <a:off x="247750" y="4187988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1"/>
          <p:cNvSpPr/>
          <p:nvPr/>
        </p:nvSpPr>
        <p:spPr>
          <a:xfrm rot="2700000">
            <a:off x="8384422" y="563824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_ONLY_1_2_1_1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3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329" name="Google Shape;329;p23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337" name="Google Shape;337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title" idx="2"/>
          </p:nvPr>
        </p:nvSpPr>
        <p:spPr>
          <a:xfrm>
            <a:off x="1047125" y="1979313"/>
            <a:ext cx="1637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9" name="Google Shape;339;p23"/>
          <p:cNvSpPr txBox="1">
            <a:spLocks noGrp="1"/>
          </p:cNvSpPr>
          <p:nvPr>
            <p:ph type="subTitle" idx="1"/>
          </p:nvPr>
        </p:nvSpPr>
        <p:spPr>
          <a:xfrm>
            <a:off x="815825" y="2484838"/>
            <a:ext cx="21003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23"/>
          <p:cNvSpPr txBox="1">
            <a:spLocks noGrp="1"/>
          </p:cNvSpPr>
          <p:nvPr>
            <p:ph type="title" idx="3"/>
          </p:nvPr>
        </p:nvSpPr>
        <p:spPr>
          <a:xfrm>
            <a:off x="3730637" y="1979313"/>
            <a:ext cx="1682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1" name="Google Shape;341;p23"/>
          <p:cNvSpPr txBox="1">
            <a:spLocks noGrp="1"/>
          </p:cNvSpPr>
          <p:nvPr>
            <p:ph type="subTitle" idx="4"/>
          </p:nvPr>
        </p:nvSpPr>
        <p:spPr>
          <a:xfrm>
            <a:off x="3521850" y="2484838"/>
            <a:ext cx="21003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23"/>
          <p:cNvSpPr txBox="1">
            <a:spLocks noGrp="1"/>
          </p:cNvSpPr>
          <p:nvPr>
            <p:ph type="title" idx="5"/>
          </p:nvPr>
        </p:nvSpPr>
        <p:spPr>
          <a:xfrm>
            <a:off x="6436662" y="1979313"/>
            <a:ext cx="1682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3" name="Google Shape;343;p23"/>
          <p:cNvSpPr txBox="1">
            <a:spLocks noGrp="1"/>
          </p:cNvSpPr>
          <p:nvPr>
            <p:ph type="subTitle" idx="6"/>
          </p:nvPr>
        </p:nvSpPr>
        <p:spPr>
          <a:xfrm>
            <a:off x="6227875" y="2484838"/>
            <a:ext cx="21003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4" name="Google Shape;344;p23"/>
          <p:cNvSpPr txBox="1">
            <a:spLocks noGrp="1"/>
          </p:cNvSpPr>
          <p:nvPr>
            <p:ph type="title" idx="7"/>
          </p:nvPr>
        </p:nvSpPr>
        <p:spPr>
          <a:xfrm>
            <a:off x="1047125" y="3661450"/>
            <a:ext cx="1637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5" name="Google Shape;345;p23"/>
          <p:cNvSpPr txBox="1">
            <a:spLocks noGrp="1"/>
          </p:cNvSpPr>
          <p:nvPr>
            <p:ph type="subTitle" idx="8"/>
          </p:nvPr>
        </p:nvSpPr>
        <p:spPr>
          <a:xfrm>
            <a:off x="815825" y="4166975"/>
            <a:ext cx="21003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6" name="Google Shape;346;p23"/>
          <p:cNvSpPr txBox="1">
            <a:spLocks noGrp="1"/>
          </p:cNvSpPr>
          <p:nvPr>
            <p:ph type="title" idx="9"/>
          </p:nvPr>
        </p:nvSpPr>
        <p:spPr>
          <a:xfrm>
            <a:off x="3730637" y="3661450"/>
            <a:ext cx="1682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7" name="Google Shape;347;p23"/>
          <p:cNvSpPr txBox="1">
            <a:spLocks noGrp="1"/>
          </p:cNvSpPr>
          <p:nvPr>
            <p:ph type="subTitle" idx="13"/>
          </p:nvPr>
        </p:nvSpPr>
        <p:spPr>
          <a:xfrm>
            <a:off x="3521850" y="4166975"/>
            <a:ext cx="21003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8" name="Google Shape;348;p23"/>
          <p:cNvSpPr txBox="1">
            <a:spLocks noGrp="1"/>
          </p:cNvSpPr>
          <p:nvPr>
            <p:ph type="title" idx="14"/>
          </p:nvPr>
        </p:nvSpPr>
        <p:spPr>
          <a:xfrm>
            <a:off x="6436662" y="3661450"/>
            <a:ext cx="1682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9" name="Google Shape;349;p23"/>
          <p:cNvSpPr txBox="1">
            <a:spLocks noGrp="1"/>
          </p:cNvSpPr>
          <p:nvPr>
            <p:ph type="subTitle" idx="15"/>
          </p:nvPr>
        </p:nvSpPr>
        <p:spPr>
          <a:xfrm>
            <a:off x="6227875" y="4166975"/>
            <a:ext cx="2100300" cy="4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0" name="Google Shape;350;p23"/>
          <p:cNvSpPr/>
          <p:nvPr/>
        </p:nvSpPr>
        <p:spPr>
          <a:xfrm>
            <a:off x="8344775" y="3596088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23"/>
          <p:cNvSpPr/>
          <p:nvPr/>
        </p:nvSpPr>
        <p:spPr>
          <a:xfrm rot="2700000">
            <a:off x="192697" y="514799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ITLE_ONLY_2_1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30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449" name="Google Shape;449;p30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457" name="Google Shape;457;p30"/>
          <p:cNvSpPr/>
          <p:nvPr/>
        </p:nvSpPr>
        <p:spPr>
          <a:xfrm>
            <a:off x="8271600" y="4333188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30"/>
          <p:cNvSpPr/>
          <p:nvPr/>
        </p:nvSpPr>
        <p:spPr>
          <a:xfrm rot="2700000">
            <a:off x="185997" y="588924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0"/>
          <p:cNvSpPr txBox="1">
            <a:spLocks noGrp="1"/>
          </p:cNvSpPr>
          <p:nvPr>
            <p:ph type="ctrTitle"/>
          </p:nvPr>
        </p:nvSpPr>
        <p:spPr>
          <a:xfrm>
            <a:off x="3151675" y="926950"/>
            <a:ext cx="28407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0" name="Google Shape;460;p30"/>
          <p:cNvSpPr txBox="1">
            <a:spLocks noGrp="1"/>
          </p:cNvSpPr>
          <p:nvPr>
            <p:ph type="subTitle" idx="1"/>
          </p:nvPr>
        </p:nvSpPr>
        <p:spPr>
          <a:xfrm>
            <a:off x="2425075" y="2186050"/>
            <a:ext cx="4293900" cy="107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61" name="Google Shape;461;p30"/>
          <p:cNvSpPr txBox="1"/>
          <p:nvPr/>
        </p:nvSpPr>
        <p:spPr>
          <a:xfrm>
            <a:off x="2556100" y="3690925"/>
            <a:ext cx="4026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" sz="10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and infographics &amp; images by </a:t>
            </a:r>
            <a:r>
              <a:rPr lang="en" sz="1000" b="1">
                <a:solidFill>
                  <a:schemeClr val="accent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2_1_1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31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464" name="Google Shape;464;p31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1_1_1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TITLE_ONLY_2_1_1_2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3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475" name="Google Shape;475;p33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483" name="Google Shape;483;p33"/>
          <p:cNvSpPr/>
          <p:nvPr/>
        </p:nvSpPr>
        <p:spPr>
          <a:xfrm>
            <a:off x="8271600" y="4333188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3"/>
          <p:cNvSpPr/>
          <p:nvPr/>
        </p:nvSpPr>
        <p:spPr>
          <a:xfrm rot="2700000">
            <a:off x="185997" y="588924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TITLE_ONLY_2_1_1_2_1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34"/>
          <p:cNvGrpSpPr/>
          <p:nvPr/>
        </p:nvGrpSpPr>
        <p:grpSpPr>
          <a:xfrm>
            <a:off x="361382" y="258807"/>
            <a:ext cx="8421236" cy="4625886"/>
            <a:chOff x="361382" y="258807"/>
            <a:chExt cx="8421236" cy="4625886"/>
          </a:xfrm>
        </p:grpSpPr>
        <p:sp>
          <p:nvSpPr>
            <p:cNvPr id="487" name="Google Shape;487;p34"/>
            <p:cNvSpPr/>
            <p:nvPr/>
          </p:nvSpPr>
          <p:spPr>
            <a:xfrm>
              <a:off x="470950" y="271600"/>
              <a:ext cx="8186400" cy="4600500"/>
            </a:xfrm>
            <a:prstGeom prst="roundRect">
              <a:avLst>
                <a:gd name="adj" fmla="val 207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4"/>
            <p:cNvSpPr/>
            <p:nvPr/>
          </p:nvSpPr>
          <p:spPr>
            <a:xfrm>
              <a:off x="361382" y="258807"/>
              <a:ext cx="8421236" cy="4625886"/>
            </a:xfrm>
            <a:custGeom>
              <a:avLst/>
              <a:gdLst/>
              <a:ahLst/>
              <a:cxnLst/>
              <a:rect l="l" t="t" r="r" b="b"/>
              <a:pathLst>
                <a:path w="285732" h="156956" extrusionOk="0">
                  <a:moveTo>
                    <a:pt x="281863" y="31073"/>
                  </a:moveTo>
                  <a:lnTo>
                    <a:pt x="281863" y="2688"/>
                  </a:lnTo>
                  <a:cubicBezTo>
                    <a:pt x="281863" y="1206"/>
                    <a:pt x="280657" y="0"/>
                    <a:pt x="279170" y="0"/>
                  </a:cubicBezTo>
                  <a:lnTo>
                    <a:pt x="6207" y="0"/>
                  </a:lnTo>
                  <a:cubicBezTo>
                    <a:pt x="4725" y="0"/>
                    <a:pt x="3521" y="1206"/>
                    <a:pt x="3521" y="2688"/>
                  </a:cubicBezTo>
                  <a:lnTo>
                    <a:pt x="3521" y="31073"/>
                  </a:lnTo>
                  <a:lnTo>
                    <a:pt x="0" y="31073"/>
                  </a:lnTo>
                  <a:lnTo>
                    <a:pt x="0" y="56775"/>
                  </a:lnTo>
                  <a:lnTo>
                    <a:pt x="3521" y="58601"/>
                  </a:lnTo>
                  <a:lnTo>
                    <a:pt x="3521" y="154260"/>
                  </a:lnTo>
                  <a:cubicBezTo>
                    <a:pt x="3521" y="155748"/>
                    <a:pt x="4725" y="156954"/>
                    <a:pt x="6207" y="156954"/>
                  </a:cubicBezTo>
                  <a:lnTo>
                    <a:pt x="279169" y="156954"/>
                  </a:lnTo>
                  <a:cubicBezTo>
                    <a:pt x="279900" y="156956"/>
                    <a:pt x="280602" y="156657"/>
                    <a:pt x="281106" y="156128"/>
                  </a:cubicBezTo>
                  <a:cubicBezTo>
                    <a:pt x="281591" y="155636"/>
                    <a:pt x="281861" y="154968"/>
                    <a:pt x="281861" y="154260"/>
                  </a:cubicBezTo>
                  <a:lnTo>
                    <a:pt x="281861" y="58784"/>
                  </a:lnTo>
                  <a:lnTo>
                    <a:pt x="285732" y="56775"/>
                  </a:lnTo>
                  <a:lnTo>
                    <a:pt x="285732" y="31073"/>
                  </a:lnTo>
                  <a:close/>
                  <a:moveTo>
                    <a:pt x="280985" y="154260"/>
                  </a:moveTo>
                  <a:cubicBezTo>
                    <a:pt x="280988" y="154730"/>
                    <a:pt x="280805" y="155183"/>
                    <a:pt x="280475" y="155518"/>
                  </a:cubicBezTo>
                  <a:cubicBezTo>
                    <a:pt x="280135" y="155874"/>
                    <a:pt x="279662" y="156076"/>
                    <a:pt x="279170" y="156074"/>
                  </a:cubicBezTo>
                  <a:lnTo>
                    <a:pt x="269000" y="156074"/>
                  </a:lnTo>
                  <a:lnTo>
                    <a:pt x="267577" y="153317"/>
                  </a:lnTo>
                  <a:lnTo>
                    <a:pt x="240680" y="153165"/>
                  </a:lnTo>
                  <a:lnTo>
                    <a:pt x="241856" y="156074"/>
                  </a:lnTo>
                  <a:lnTo>
                    <a:pt x="232354" y="156074"/>
                  </a:lnTo>
                  <a:lnTo>
                    <a:pt x="230766" y="153002"/>
                  </a:lnTo>
                  <a:lnTo>
                    <a:pt x="203869" y="152844"/>
                  </a:lnTo>
                  <a:lnTo>
                    <a:pt x="205180" y="156074"/>
                  </a:lnTo>
                  <a:lnTo>
                    <a:pt x="80553" y="156074"/>
                  </a:lnTo>
                  <a:lnTo>
                    <a:pt x="81864" y="152844"/>
                  </a:lnTo>
                  <a:lnTo>
                    <a:pt x="54967" y="153002"/>
                  </a:lnTo>
                  <a:lnTo>
                    <a:pt x="53381" y="156074"/>
                  </a:lnTo>
                  <a:lnTo>
                    <a:pt x="43871" y="156074"/>
                  </a:lnTo>
                  <a:lnTo>
                    <a:pt x="45054" y="153165"/>
                  </a:lnTo>
                  <a:lnTo>
                    <a:pt x="18156" y="153317"/>
                  </a:lnTo>
                  <a:lnTo>
                    <a:pt x="16733" y="156074"/>
                  </a:lnTo>
                  <a:lnTo>
                    <a:pt x="6207" y="156074"/>
                  </a:lnTo>
                  <a:cubicBezTo>
                    <a:pt x="5212" y="156074"/>
                    <a:pt x="4397" y="155261"/>
                    <a:pt x="4397" y="154260"/>
                  </a:cubicBezTo>
                  <a:lnTo>
                    <a:pt x="4397" y="2688"/>
                  </a:lnTo>
                  <a:cubicBezTo>
                    <a:pt x="4399" y="1688"/>
                    <a:pt x="5208" y="878"/>
                    <a:pt x="6207" y="878"/>
                  </a:cubicBezTo>
                  <a:lnTo>
                    <a:pt x="279169" y="878"/>
                  </a:lnTo>
                  <a:cubicBezTo>
                    <a:pt x="280170" y="876"/>
                    <a:pt x="280981" y="1686"/>
                    <a:pt x="280983" y="26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4"/>
            <p:cNvSpPr/>
            <p:nvPr/>
          </p:nvSpPr>
          <p:spPr>
            <a:xfrm>
              <a:off x="392446" y="1404403"/>
              <a:ext cx="98556" cy="107015"/>
            </a:xfrm>
            <a:custGeom>
              <a:avLst/>
              <a:gdLst/>
              <a:ahLst/>
              <a:cxnLst/>
              <a:rect l="l" t="t" r="r" b="b"/>
              <a:pathLst>
                <a:path w="3344" h="3631" extrusionOk="0">
                  <a:moveTo>
                    <a:pt x="1" y="0"/>
                  </a:moveTo>
                  <a:lnTo>
                    <a:pt x="674" y="2741"/>
                  </a:lnTo>
                  <a:lnTo>
                    <a:pt x="3343" y="3631"/>
                  </a:lnTo>
                  <a:lnTo>
                    <a:pt x="3343" y="72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0" name="Google Shape;490;p34"/>
            <p:cNvSpPr/>
            <p:nvPr/>
          </p:nvSpPr>
          <p:spPr>
            <a:xfrm>
              <a:off x="400698" y="1537472"/>
              <a:ext cx="90304" cy="116505"/>
            </a:xfrm>
            <a:custGeom>
              <a:avLst/>
              <a:gdLst/>
              <a:ahLst/>
              <a:cxnLst/>
              <a:rect l="l" t="t" r="r" b="b"/>
              <a:pathLst>
                <a:path w="3064" h="3953" extrusionOk="0">
                  <a:moveTo>
                    <a:pt x="1" y="1"/>
                  </a:moveTo>
                  <a:lnTo>
                    <a:pt x="417" y="2786"/>
                  </a:lnTo>
                  <a:lnTo>
                    <a:pt x="3063" y="3953"/>
                  </a:lnTo>
                  <a:lnTo>
                    <a:pt x="3063" y="96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1" name="Google Shape;491;p34"/>
            <p:cNvSpPr/>
            <p:nvPr/>
          </p:nvSpPr>
          <p:spPr>
            <a:xfrm>
              <a:off x="394863" y="1673929"/>
              <a:ext cx="96139" cy="118922"/>
            </a:xfrm>
            <a:custGeom>
              <a:avLst/>
              <a:gdLst/>
              <a:ahLst/>
              <a:cxnLst/>
              <a:rect l="l" t="t" r="r" b="b"/>
              <a:pathLst>
                <a:path w="3262" h="4035" extrusionOk="0">
                  <a:moveTo>
                    <a:pt x="0" y="1"/>
                  </a:moveTo>
                  <a:lnTo>
                    <a:pt x="415" y="2788"/>
                  </a:lnTo>
                  <a:lnTo>
                    <a:pt x="3261" y="4035"/>
                  </a:lnTo>
                  <a:lnTo>
                    <a:pt x="3261" y="102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2" name="Google Shape;492;p34"/>
            <p:cNvSpPr/>
            <p:nvPr/>
          </p:nvSpPr>
          <p:spPr>
            <a:xfrm>
              <a:off x="8642683" y="1444604"/>
              <a:ext cx="110463" cy="111023"/>
            </a:xfrm>
            <a:custGeom>
              <a:avLst/>
              <a:gdLst/>
              <a:ahLst/>
              <a:cxnLst/>
              <a:rect l="l" t="t" r="r" b="b"/>
              <a:pathLst>
                <a:path w="3748" h="3767" extrusionOk="0">
                  <a:moveTo>
                    <a:pt x="3748" y="1"/>
                  </a:moveTo>
                  <a:lnTo>
                    <a:pt x="1" y="816"/>
                  </a:lnTo>
                  <a:lnTo>
                    <a:pt x="1" y="3766"/>
                  </a:lnTo>
                  <a:lnTo>
                    <a:pt x="3080" y="2742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3" name="Google Shape;493;p34"/>
            <p:cNvSpPr/>
            <p:nvPr/>
          </p:nvSpPr>
          <p:spPr>
            <a:xfrm>
              <a:off x="8642683" y="1577643"/>
              <a:ext cx="102181" cy="121721"/>
            </a:xfrm>
            <a:custGeom>
              <a:avLst/>
              <a:gdLst/>
              <a:ahLst/>
              <a:cxnLst/>
              <a:rect l="l" t="t" r="r" b="b"/>
              <a:pathLst>
                <a:path w="3467" h="4130" extrusionOk="0">
                  <a:moveTo>
                    <a:pt x="3466" y="1"/>
                  </a:moveTo>
                  <a:lnTo>
                    <a:pt x="1" y="1090"/>
                  </a:lnTo>
                  <a:lnTo>
                    <a:pt x="1" y="4129"/>
                  </a:lnTo>
                  <a:lnTo>
                    <a:pt x="3052" y="2788"/>
                  </a:lnTo>
                  <a:lnTo>
                    <a:pt x="34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8642683" y="1714159"/>
              <a:ext cx="108076" cy="124256"/>
            </a:xfrm>
            <a:custGeom>
              <a:avLst/>
              <a:gdLst/>
              <a:ahLst/>
              <a:cxnLst/>
              <a:rect l="l" t="t" r="r" b="b"/>
              <a:pathLst>
                <a:path w="3667" h="4216" extrusionOk="0">
                  <a:moveTo>
                    <a:pt x="3666" y="1"/>
                  </a:moveTo>
                  <a:lnTo>
                    <a:pt x="1" y="1154"/>
                  </a:lnTo>
                  <a:lnTo>
                    <a:pt x="1" y="4216"/>
                  </a:lnTo>
                  <a:lnTo>
                    <a:pt x="3250" y="2788"/>
                  </a:lnTo>
                  <a:lnTo>
                    <a:pt x="36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2"/>
                </a:solidFill>
              </a:endParaRPr>
            </a:p>
          </p:txBody>
        </p:sp>
      </p:grpSp>
      <p:sp>
        <p:nvSpPr>
          <p:cNvPr id="495" name="Google Shape;495;p34"/>
          <p:cNvSpPr/>
          <p:nvPr/>
        </p:nvSpPr>
        <p:spPr>
          <a:xfrm>
            <a:off x="247750" y="710063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4"/>
          <p:cNvSpPr/>
          <p:nvPr/>
        </p:nvSpPr>
        <p:spPr>
          <a:xfrm rot="2700000">
            <a:off x="8384422" y="3863049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ahiana"/>
              <a:buNone/>
              <a:defRPr sz="3600">
                <a:solidFill>
                  <a:schemeClr val="dk1"/>
                </a:solidFill>
                <a:latin typeface="Bahiana"/>
                <a:ea typeface="Bahiana"/>
                <a:cs typeface="Bahiana"/>
                <a:sym typeface="Bahian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58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8" r:id="rId6"/>
    <p:sldLayoutId id="2147483659" r:id="rId7"/>
    <p:sldLayoutId id="2147483660" r:id="rId8"/>
    <p:sldLayoutId id="2147483661" r:id="rId9"/>
    <p:sldLayoutId id="2147483667" r:id="rId10"/>
    <p:sldLayoutId id="2147483669" r:id="rId11"/>
    <p:sldLayoutId id="2147483676" r:id="rId12"/>
    <p:sldLayoutId id="2147483677" r:id="rId13"/>
    <p:sldLayoutId id="2147483678" r:id="rId14"/>
    <p:sldLayoutId id="2147483679" r:id="rId15"/>
    <p:sldLayoutId id="2147483680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8"/>
          <p:cNvSpPr/>
          <p:nvPr/>
        </p:nvSpPr>
        <p:spPr>
          <a:xfrm rot="-4942806" flipH="1">
            <a:off x="1744842" y="121117"/>
            <a:ext cx="3506766" cy="4427716"/>
          </a:xfrm>
          <a:prstGeom prst="parallelogram">
            <a:avLst>
              <a:gd name="adj" fmla="val 22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38"/>
          <p:cNvSpPr/>
          <p:nvPr/>
        </p:nvSpPr>
        <p:spPr>
          <a:xfrm rot="1101238">
            <a:off x="-241080" y="3871580"/>
            <a:ext cx="1787619" cy="1126148"/>
          </a:xfrm>
          <a:custGeom>
            <a:avLst/>
            <a:gdLst/>
            <a:ahLst/>
            <a:cxnLst/>
            <a:rect l="l" t="t" r="r" b="b"/>
            <a:pathLst>
              <a:path w="177570" h="111864" extrusionOk="0">
                <a:moveTo>
                  <a:pt x="59132" y="1"/>
                </a:moveTo>
                <a:lnTo>
                  <a:pt x="63649" y="47798"/>
                </a:lnTo>
                <a:lnTo>
                  <a:pt x="15184" y="9015"/>
                </a:lnTo>
                <a:lnTo>
                  <a:pt x="15184" y="9015"/>
                </a:lnTo>
                <a:cubicBezTo>
                  <a:pt x="21697" y="31852"/>
                  <a:pt x="28206" y="54685"/>
                  <a:pt x="34719" y="77522"/>
                </a:cubicBezTo>
                <a:lnTo>
                  <a:pt x="0" y="68389"/>
                </a:lnTo>
                <a:lnTo>
                  <a:pt x="0" y="68389"/>
                </a:lnTo>
                <a:cubicBezTo>
                  <a:pt x="7897" y="83148"/>
                  <a:pt x="16569" y="97640"/>
                  <a:pt x="26014" y="111864"/>
                </a:cubicBezTo>
                <a:lnTo>
                  <a:pt x="151555" y="111864"/>
                </a:lnTo>
                <a:cubicBezTo>
                  <a:pt x="160981" y="97651"/>
                  <a:pt x="169649" y="83159"/>
                  <a:pt x="177569" y="68389"/>
                </a:cubicBezTo>
                <a:lnTo>
                  <a:pt x="177569" y="68389"/>
                </a:lnTo>
                <a:lnTo>
                  <a:pt x="142850" y="77522"/>
                </a:lnTo>
                <a:cubicBezTo>
                  <a:pt x="149360" y="54685"/>
                  <a:pt x="155872" y="31852"/>
                  <a:pt x="162385" y="9015"/>
                </a:cubicBezTo>
                <a:lnTo>
                  <a:pt x="162385" y="9015"/>
                </a:lnTo>
                <a:lnTo>
                  <a:pt x="113920" y="47798"/>
                </a:lnTo>
                <a:lnTo>
                  <a:pt x="113920" y="47798"/>
                </a:lnTo>
                <a:lnTo>
                  <a:pt x="118438" y="1"/>
                </a:lnTo>
                <a:lnTo>
                  <a:pt x="87538" y="27774"/>
                </a:lnTo>
                <a:lnTo>
                  <a:pt x="591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38"/>
          <p:cNvSpPr/>
          <p:nvPr/>
        </p:nvSpPr>
        <p:spPr>
          <a:xfrm>
            <a:off x="1708475" y="3618787"/>
            <a:ext cx="3579506" cy="669172"/>
          </a:xfrm>
          <a:custGeom>
            <a:avLst/>
            <a:gdLst/>
            <a:ahLst/>
            <a:cxnLst/>
            <a:rect l="l" t="t" r="r" b="b"/>
            <a:pathLst>
              <a:path w="288089" h="97405" extrusionOk="0">
                <a:moveTo>
                  <a:pt x="102066" y="0"/>
                </a:moveTo>
                <a:cubicBezTo>
                  <a:pt x="81757" y="0"/>
                  <a:pt x="61448" y="505"/>
                  <a:pt x="41173" y="1515"/>
                </a:cubicBezTo>
                <a:cubicBezTo>
                  <a:pt x="27205" y="2212"/>
                  <a:pt x="10791" y="4485"/>
                  <a:pt x="4553" y="15199"/>
                </a:cubicBezTo>
                <a:cubicBezTo>
                  <a:pt x="0" y="23019"/>
                  <a:pt x="2841" y="32358"/>
                  <a:pt x="5756" y="40730"/>
                </a:cubicBezTo>
                <a:cubicBezTo>
                  <a:pt x="9651" y="51918"/>
                  <a:pt x="13546" y="63105"/>
                  <a:pt x="17444" y="74292"/>
                </a:cubicBezTo>
                <a:cubicBezTo>
                  <a:pt x="19387" y="79874"/>
                  <a:pt x="21477" y="85678"/>
                  <a:pt x="26155" y="89910"/>
                </a:cubicBezTo>
                <a:cubicBezTo>
                  <a:pt x="33024" y="96124"/>
                  <a:pt x="43476" y="97404"/>
                  <a:pt x="53768" y="97404"/>
                </a:cubicBezTo>
                <a:cubicBezTo>
                  <a:pt x="56306" y="97404"/>
                  <a:pt x="58835" y="97326"/>
                  <a:pt x="61298" y="97225"/>
                </a:cubicBezTo>
                <a:cubicBezTo>
                  <a:pt x="119115" y="94848"/>
                  <a:pt x="176866" y="91528"/>
                  <a:pt x="234549" y="87263"/>
                </a:cubicBezTo>
                <a:cubicBezTo>
                  <a:pt x="248792" y="86211"/>
                  <a:pt x="264183" y="84672"/>
                  <a:pt x="274568" y="76268"/>
                </a:cubicBezTo>
                <a:cubicBezTo>
                  <a:pt x="283752" y="68832"/>
                  <a:pt x="287022" y="57461"/>
                  <a:pt x="287661" y="46656"/>
                </a:cubicBezTo>
                <a:cubicBezTo>
                  <a:pt x="288088" y="39454"/>
                  <a:pt x="287546" y="32215"/>
                  <a:pt x="287592" y="25006"/>
                </a:cubicBezTo>
                <a:cubicBezTo>
                  <a:pt x="287631" y="18748"/>
                  <a:pt x="282991" y="13406"/>
                  <a:pt x="276795" y="12513"/>
                </a:cubicBezTo>
                <a:cubicBezTo>
                  <a:pt x="219096" y="4186"/>
                  <a:pt x="160580" y="0"/>
                  <a:pt x="102066" y="0"/>
                </a:cubicBezTo>
                <a:close/>
              </a:path>
            </a:pathLst>
          </a:cu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0" name="Google Shape;510;p38"/>
          <p:cNvSpPr txBox="1">
            <a:spLocks noGrp="1"/>
          </p:cNvSpPr>
          <p:nvPr>
            <p:ph type="ctrTitle"/>
          </p:nvPr>
        </p:nvSpPr>
        <p:spPr>
          <a:xfrm>
            <a:off x="1235025" y="1081817"/>
            <a:ext cx="4526400" cy="209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500" dirty="0"/>
              <a:t>FaZe Media: Insights &amp; Analytics Intern Case Study</a:t>
            </a:r>
            <a:endParaRPr sz="4500" dirty="0">
              <a:solidFill>
                <a:schemeClr val="dk1"/>
              </a:solidFill>
            </a:endParaRPr>
          </a:p>
        </p:txBody>
      </p:sp>
      <p:sp>
        <p:nvSpPr>
          <p:cNvPr id="511" name="Google Shape;511;p38"/>
          <p:cNvSpPr txBox="1">
            <a:spLocks noGrp="1"/>
          </p:cNvSpPr>
          <p:nvPr>
            <p:ph type="subTitle" idx="1"/>
          </p:nvPr>
        </p:nvSpPr>
        <p:spPr>
          <a:xfrm>
            <a:off x="1896075" y="3732875"/>
            <a:ext cx="3204300" cy="4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Prepared by: </a:t>
            </a:r>
            <a:r>
              <a:rPr lang="en-US" b="1" dirty="0"/>
              <a:t>Devarsh Vora</a:t>
            </a:r>
            <a:endParaRPr dirty="0"/>
          </a:p>
        </p:txBody>
      </p:sp>
      <p:grpSp>
        <p:nvGrpSpPr>
          <p:cNvPr id="512" name="Google Shape;512;p38"/>
          <p:cNvGrpSpPr/>
          <p:nvPr/>
        </p:nvGrpSpPr>
        <p:grpSpPr>
          <a:xfrm rot="1799449">
            <a:off x="-389079" y="3983837"/>
            <a:ext cx="1898447" cy="1634445"/>
            <a:chOff x="814375" y="238125"/>
            <a:chExt cx="6083075" cy="5237150"/>
          </a:xfrm>
        </p:grpSpPr>
        <p:sp>
          <p:nvSpPr>
            <p:cNvPr id="513" name="Google Shape;513;p38"/>
            <p:cNvSpPr/>
            <p:nvPr/>
          </p:nvSpPr>
          <p:spPr>
            <a:xfrm>
              <a:off x="814375" y="307850"/>
              <a:ext cx="4999775" cy="2153075"/>
            </a:xfrm>
            <a:custGeom>
              <a:avLst/>
              <a:gdLst/>
              <a:ahLst/>
              <a:cxnLst/>
              <a:rect l="l" t="t" r="r" b="b"/>
              <a:pathLst>
                <a:path w="199991" h="86123" extrusionOk="0">
                  <a:moveTo>
                    <a:pt x="117545" y="1"/>
                  </a:moveTo>
                  <a:cubicBezTo>
                    <a:pt x="109873" y="1"/>
                    <a:pt x="102196" y="487"/>
                    <a:pt x="94561" y="1461"/>
                  </a:cubicBezTo>
                  <a:lnTo>
                    <a:pt x="94921" y="4297"/>
                  </a:lnTo>
                  <a:cubicBezTo>
                    <a:pt x="102457" y="3336"/>
                    <a:pt x="110015" y="2856"/>
                    <a:pt x="117566" y="2856"/>
                  </a:cubicBezTo>
                  <a:cubicBezTo>
                    <a:pt x="129602" y="2856"/>
                    <a:pt x="141616" y="4075"/>
                    <a:pt x="153480" y="6506"/>
                  </a:cubicBezTo>
                  <a:cubicBezTo>
                    <a:pt x="173908" y="10693"/>
                    <a:pt x="187661" y="18675"/>
                    <a:pt x="194362" y="30233"/>
                  </a:cubicBezTo>
                  <a:cubicBezTo>
                    <a:pt x="195783" y="32683"/>
                    <a:pt x="197030" y="36953"/>
                    <a:pt x="194636" y="38659"/>
                  </a:cubicBezTo>
                  <a:cubicBezTo>
                    <a:pt x="193926" y="39166"/>
                    <a:pt x="193014" y="39337"/>
                    <a:pt x="192037" y="39337"/>
                  </a:cubicBezTo>
                  <a:cubicBezTo>
                    <a:pt x="191119" y="39337"/>
                    <a:pt x="190144" y="39186"/>
                    <a:pt x="189225" y="39022"/>
                  </a:cubicBezTo>
                  <a:cubicBezTo>
                    <a:pt x="179235" y="37238"/>
                    <a:pt x="169216" y="34569"/>
                    <a:pt x="159525" y="31987"/>
                  </a:cubicBezTo>
                  <a:cubicBezTo>
                    <a:pt x="146256" y="28450"/>
                    <a:pt x="132536" y="24794"/>
                    <a:pt x="118612" y="23329"/>
                  </a:cubicBezTo>
                  <a:cubicBezTo>
                    <a:pt x="113998" y="22843"/>
                    <a:pt x="109373" y="22603"/>
                    <a:pt x="104757" y="22603"/>
                  </a:cubicBezTo>
                  <a:cubicBezTo>
                    <a:pt x="68871" y="22603"/>
                    <a:pt x="33560" y="37090"/>
                    <a:pt x="8170" y="62734"/>
                  </a:cubicBezTo>
                  <a:cubicBezTo>
                    <a:pt x="5314" y="65618"/>
                    <a:pt x="2179" y="69068"/>
                    <a:pt x="1092" y="73524"/>
                  </a:cubicBezTo>
                  <a:cubicBezTo>
                    <a:pt x="0" y="78006"/>
                    <a:pt x="1686" y="83728"/>
                    <a:pt x="6393" y="85546"/>
                  </a:cubicBezTo>
                  <a:cubicBezTo>
                    <a:pt x="7462" y="85958"/>
                    <a:pt x="8559" y="86123"/>
                    <a:pt x="9663" y="86123"/>
                  </a:cubicBezTo>
                  <a:cubicBezTo>
                    <a:pt x="11504" y="86123"/>
                    <a:pt x="13373" y="85663"/>
                    <a:pt x="15170" y="85122"/>
                  </a:cubicBezTo>
                  <a:cubicBezTo>
                    <a:pt x="29894" y="80666"/>
                    <a:pt x="43200" y="72410"/>
                    <a:pt x="56075" y="64427"/>
                  </a:cubicBezTo>
                  <a:cubicBezTo>
                    <a:pt x="69159" y="56310"/>
                    <a:pt x="82689" y="47916"/>
                    <a:pt x="97547" y="43681"/>
                  </a:cubicBezTo>
                  <a:cubicBezTo>
                    <a:pt x="100595" y="42815"/>
                    <a:pt x="104325" y="41930"/>
                    <a:pt x="108173" y="41930"/>
                  </a:cubicBezTo>
                  <a:cubicBezTo>
                    <a:pt x="109632" y="41930"/>
                    <a:pt x="111109" y="42057"/>
                    <a:pt x="112572" y="42361"/>
                  </a:cubicBezTo>
                  <a:cubicBezTo>
                    <a:pt x="117749" y="43443"/>
                    <a:pt x="121913" y="46855"/>
                    <a:pt x="123180" y="51055"/>
                  </a:cubicBezTo>
                  <a:cubicBezTo>
                    <a:pt x="124520" y="55503"/>
                    <a:pt x="122921" y="60817"/>
                    <a:pt x="118422" y="66842"/>
                  </a:cubicBezTo>
                  <a:cubicBezTo>
                    <a:pt x="117632" y="67901"/>
                    <a:pt x="116804" y="68942"/>
                    <a:pt x="115977" y="69985"/>
                  </a:cubicBezTo>
                  <a:cubicBezTo>
                    <a:pt x="112907" y="73854"/>
                    <a:pt x="109733" y="77851"/>
                    <a:pt x="108337" y="82759"/>
                  </a:cubicBezTo>
                  <a:lnTo>
                    <a:pt x="111087" y="83541"/>
                  </a:lnTo>
                  <a:cubicBezTo>
                    <a:pt x="112326" y="79181"/>
                    <a:pt x="115187" y="75578"/>
                    <a:pt x="118214" y="71762"/>
                  </a:cubicBezTo>
                  <a:cubicBezTo>
                    <a:pt x="119059" y="70696"/>
                    <a:pt x="119904" y="69630"/>
                    <a:pt x="120712" y="68551"/>
                  </a:cubicBezTo>
                  <a:cubicBezTo>
                    <a:pt x="125782" y="61759"/>
                    <a:pt x="127534" y="55594"/>
                    <a:pt x="125914" y="50229"/>
                  </a:cubicBezTo>
                  <a:cubicBezTo>
                    <a:pt x="124353" y="45040"/>
                    <a:pt x="119346" y="40856"/>
                    <a:pt x="113156" y="39566"/>
                  </a:cubicBezTo>
                  <a:cubicBezTo>
                    <a:pt x="111477" y="39214"/>
                    <a:pt x="109797" y="39067"/>
                    <a:pt x="108149" y="39067"/>
                  </a:cubicBezTo>
                  <a:cubicBezTo>
                    <a:pt x="103971" y="39067"/>
                    <a:pt x="99999" y="40009"/>
                    <a:pt x="96762" y="40932"/>
                  </a:cubicBezTo>
                  <a:cubicBezTo>
                    <a:pt x="81521" y="45276"/>
                    <a:pt x="67818" y="53776"/>
                    <a:pt x="54567" y="61997"/>
                  </a:cubicBezTo>
                  <a:cubicBezTo>
                    <a:pt x="41855" y="69881"/>
                    <a:pt x="28708" y="78039"/>
                    <a:pt x="14343" y="82385"/>
                  </a:cubicBezTo>
                  <a:cubicBezTo>
                    <a:pt x="12593" y="82915"/>
                    <a:pt x="11053" y="83270"/>
                    <a:pt x="9671" y="83270"/>
                  </a:cubicBezTo>
                  <a:cubicBezTo>
                    <a:pt x="8873" y="83270"/>
                    <a:pt x="8127" y="83152"/>
                    <a:pt x="7424" y="82880"/>
                  </a:cubicBezTo>
                  <a:cubicBezTo>
                    <a:pt x="4222" y="81646"/>
                    <a:pt x="3088" y="77414"/>
                    <a:pt x="3870" y="74200"/>
                  </a:cubicBezTo>
                  <a:cubicBezTo>
                    <a:pt x="4781" y="70455"/>
                    <a:pt x="7617" y="67355"/>
                    <a:pt x="10202" y="64742"/>
                  </a:cubicBezTo>
                  <a:cubicBezTo>
                    <a:pt x="34776" y="39924"/>
                    <a:pt x="70262" y="25492"/>
                    <a:pt x="105283" y="25492"/>
                  </a:cubicBezTo>
                  <a:cubicBezTo>
                    <a:pt x="109640" y="25492"/>
                    <a:pt x="113989" y="25716"/>
                    <a:pt x="118310" y="26170"/>
                  </a:cubicBezTo>
                  <a:cubicBezTo>
                    <a:pt x="132015" y="27615"/>
                    <a:pt x="145624" y="31241"/>
                    <a:pt x="158788" y="34749"/>
                  </a:cubicBezTo>
                  <a:cubicBezTo>
                    <a:pt x="168535" y="37347"/>
                    <a:pt x="178615" y="40033"/>
                    <a:pt x="188720" y="41836"/>
                  </a:cubicBezTo>
                  <a:cubicBezTo>
                    <a:pt x="189556" y="41987"/>
                    <a:pt x="190728" y="42197"/>
                    <a:pt x="191991" y="42197"/>
                  </a:cubicBezTo>
                  <a:cubicBezTo>
                    <a:pt x="193426" y="42197"/>
                    <a:pt x="194979" y="41926"/>
                    <a:pt x="196294" y="40988"/>
                  </a:cubicBezTo>
                  <a:cubicBezTo>
                    <a:pt x="199990" y="38350"/>
                    <a:pt x="199163" y="32820"/>
                    <a:pt x="196832" y="28798"/>
                  </a:cubicBezTo>
                  <a:cubicBezTo>
                    <a:pt x="189705" y="16505"/>
                    <a:pt x="175312" y="8065"/>
                    <a:pt x="154053" y="3708"/>
                  </a:cubicBezTo>
                  <a:cubicBezTo>
                    <a:pt x="142021" y="1239"/>
                    <a:pt x="129789" y="1"/>
                    <a:pt x="117545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3084825" y="238125"/>
              <a:ext cx="341500" cy="341500"/>
            </a:xfrm>
            <a:custGeom>
              <a:avLst/>
              <a:gdLst/>
              <a:ahLst/>
              <a:cxnLst/>
              <a:rect l="l" t="t" r="r" b="b"/>
              <a:pathLst>
                <a:path w="13660" h="13660" extrusionOk="0">
                  <a:moveTo>
                    <a:pt x="6830" y="0"/>
                  </a:moveTo>
                  <a:cubicBezTo>
                    <a:pt x="3057" y="0"/>
                    <a:pt x="0" y="3057"/>
                    <a:pt x="0" y="6830"/>
                  </a:cubicBezTo>
                  <a:cubicBezTo>
                    <a:pt x="0" y="10603"/>
                    <a:pt x="3057" y="13660"/>
                    <a:pt x="6830" y="13660"/>
                  </a:cubicBezTo>
                  <a:cubicBezTo>
                    <a:pt x="10603" y="13660"/>
                    <a:pt x="13660" y="10603"/>
                    <a:pt x="13660" y="6830"/>
                  </a:cubicBezTo>
                  <a:cubicBezTo>
                    <a:pt x="13660" y="3057"/>
                    <a:pt x="10603" y="0"/>
                    <a:pt x="6830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949825" y="1809100"/>
              <a:ext cx="5947625" cy="3666175"/>
            </a:xfrm>
            <a:custGeom>
              <a:avLst/>
              <a:gdLst/>
              <a:ahLst/>
              <a:cxnLst/>
              <a:rect l="l" t="t" r="r" b="b"/>
              <a:pathLst>
                <a:path w="237905" h="146647" extrusionOk="0">
                  <a:moveTo>
                    <a:pt x="106998" y="1"/>
                  </a:moveTo>
                  <a:cubicBezTo>
                    <a:pt x="105556" y="1"/>
                    <a:pt x="104113" y="22"/>
                    <a:pt x="102670" y="66"/>
                  </a:cubicBezTo>
                  <a:cubicBezTo>
                    <a:pt x="85136" y="612"/>
                    <a:pt x="67326" y="4591"/>
                    <a:pt x="52694" y="14274"/>
                  </a:cubicBezTo>
                  <a:cubicBezTo>
                    <a:pt x="37292" y="24468"/>
                    <a:pt x="26426" y="40248"/>
                    <a:pt x="18014" y="56690"/>
                  </a:cubicBezTo>
                  <a:cubicBezTo>
                    <a:pt x="7356" y="77522"/>
                    <a:pt x="0" y="102104"/>
                    <a:pt x="7815" y="124163"/>
                  </a:cubicBezTo>
                  <a:cubicBezTo>
                    <a:pt x="10082" y="130558"/>
                    <a:pt x="13670" y="136626"/>
                    <a:pt x="18926" y="140925"/>
                  </a:cubicBezTo>
                  <a:cubicBezTo>
                    <a:pt x="23216" y="144434"/>
                    <a:pt x="28706" y="146647"/>
                    <a:pt x="34207" y="146647"/>
                  </a:cubicBezTo>
                  <a:cubicBezTo>
                    <a:pt x="35441" y="146647"/>
                    <a:pt x="36675" y="146535"/>
                    <a:pt x="37897" y="146302"/>
                  </a:cubicBezTo>
                  <a:cubicBezTo>
                    <a:pt x="47560" y="144456"/>
                    <a:pt x="54225" y="135943"/>
                    <a:pt x="60915" y="128733"/>
                  </a:cubicBezTo>
                  <a:cubicBezTo>
                    <a:pt x="72289" y="116475"/>
                    <a:pt x="86426" y="106420"/>
                    <a:pt x="102480" y="101744"/>
                  </a:cubicBezTo>
                  <a:cubicBezTo>
                    <a:pt x="107842" y="100187"/>
                    <a:pt x="113372" y="99288"/>
                    <a:pt x="118950" y="99065"/>
                  </a:cubicBezTo>
                  <a:cubicBezTo>
                    <a:pt x="124531" y="99288"/>
                    <a:pt x="130063" y="100187"/>
                    <a:pt x="135425" y="101744"/>
                  </a:cubicBezTo>
                  <a:cubicBezTo>
                    <a:pt x="151479" y="106423"/>
                    <a:pt x="165613" y="116475"/>
                    <a:pt x="176988" y="128733"/>
                  </a:cubicBezTo>
                  <a:cubicBezTo>
                    <a:pt x="183680" y="135943"/>
                    <a:pt x="190345" y="144459"/>
                    <a:pt x="200008" y="146302"/>
                  </a:cubicBezTo>
                  <a:cubicBezTo>
                    <a:pt x="201230" y="146535"/>
                    <a:pt x="202464" y="146647"/>
                    <a:pt x="203698" y="146647"/>
                  </a:cubicBezTo>
                  <a:cubicBezTo>
                    <a:pt x="209199" y="146647"/>
                    <a:pt x="214689" y="144434"/>
                    <a:pt x="218979" y="140925"/>
                  </a:cubicBezTo>
                  <a:cubicBezTo>
                    <a:pt x="224235" y="136629"/>
                    <a:pt x="227823" y="130561"/>
                    <a:pt x="230090" y="124163"/>
                  </a:cubicBezTo>
                  <a:cubicBezTo>
                    <a:pt x="237905" y="102104"/>
                    <a:pt x="230549" y="77522"/>
                    <a:pt x="219893" y="56690"/>
                  </a:cubicBezTo>
                  <a:cubicBezTo>
                    <a:pt x="211479" y="40250"/>
                    <a:pt x="200613" y="24468"/>
                    <a:pt x="185214" y="14274"/>
                  </a:cubicBezTo>
                  <a:cubicBezTo>
                    <a:pt x="170582" y="4591"/>
                    <a:pt x="152774" y="612"/>
                    <a:pt x="135237" y="66"/>
                  </a:cubicBezTo>
                  <a:cubicBezTo>
                    <a:pt x="133794" y="22"/>
                    <a:pt x="132352" y="1"/>
                    <a:pt x="130910" y="1"/>
                  </a:cubicBezTo>
                  <a:cubicBezTo>
                    <a:pt x="126920" y="1"/>
                    <a:pt x="122935" y="160"/>
                    <a:pt x="118955" y="422"/>
                  </a:cubicBezTo>
                  <a:cubicBezTo>
                    <a:pt x="114973" y="160"/>
                    <a:pt x="110988" y="1"/>
                    <a:pt x="1069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535875" y="2217675"/>
              <a:ext cx="1661000" cy="1644575"/>
            </a:xfrm>
            <a:custGeom>
              <a:avLst/>
              <a:gdLst/>
              <a:ahLst/>
              <a:cxnLst/>
              <a:rect l="l" t="t" r="r" b="b"/>
              <a:pathLst>
                <a:path w="66440" h="65783" extrusionOk="0">
                  <a:moveTo>
                    <a:pt x="49412" y="2854"/>
                  </a:moveTo>
                  <a:cubicBezTo>
                    <a:pt x="50639" y="2854"/>
                    <a:pt x="51865" y="2923"/>
                    <a:pt x="53085" y="3060"/>
                  </a:cubicBezTo>
                  <a:cubicBezTo>
                    <a:pt x="57195" y="3524"/>
                    <a:pt x="60052" y="4837"/>
                    <a:pt x="61577" y="6965"/>
                  </a:cubicBezTo>
                  <a:cubicBezTo>
                    <a:pt x="63223" y="9260"/>
                    <a:pt x="63451" y="12665"/>
                    <a:pt x="62281" y="17372"/>
                  </a:cubicBezTo>
                  <a:cubicBezTo>
                    <a:pt x="58708" y="31732"/>
                    <a:pt x="48652" y="45503"/>
                    <a:pt x="33956" y="56154"/>
                  </a:cubicBezTo>
                  <a:cubicBezTo>
                    <a:pt x="30539" y="58632"/>
                    <a:pt x="26418" y="61316"/>
                    <a:pt x="21757" y="62428"/>
                  </a:cubicBezTo>
                  <a:cubicBezTo>
                    <a:pt x="20393" y="62756"/>
                    <a:pt x="18997" y="62921"/>
                    <a:pt x="17595" y="62923"/>
                  </a:cubicBezTo>
                  <a:cubicBezTo>
                    <a:pt x="15328" y="62923"/>
                    <a:pt x="12043" y="62469"/>
                    <a:pt x="9288" y="60303"/>
                  </a:cubicBezTo>
                  <a:cubicBezTo>
                    <a:pt x="2252" y="54771"/>
                    <a:pt x="4477" y="43546"/>
                    <a:pt x="5325" y="40235"/>
                  </a:cubicBezTo>
                  <a:cubicBezTo>
                    <a:pt x="8242" y="28876"/>
                    <a:pt x="15018" y="18745"/>
                    <a:pt x="24402" y="11713"/>
                  </a:cubicBezTo>
                  <a:cubicBezTo>
                    <a:pt x="32024" y="6000"/>
                    <a:pt x="40883" y="2854"/>
                    <a:pt x="49345" y="2854"/>
                  </a:cubicBezTo>
                  <a:cubicBezTo>
                    <a:pt x="49367" y="2854"/>
                    <a:pt x="49389" y="2854"/>
                    <a:pt x="49412" y="2854"/>
                  </a:cubicBezTo>
                  <a:close/>
                  <a:moveTo>
                    <a:pt x="49415" y="1"/>
                  </a:moveTo>
                  <a:cubicBezTo>
                    <a:pt x="40342" y="1"/>
                    <a:pt x="30817" y="3331"/>
                    <a:pt x="22688" y="9425"/>
                  </a:cubicBezTo>
                  <a:cubicBezTo>
                    <a:pt x="12784" y="16849"/>
                    <a:pt x="5634" y="27538"/>
                    <a:pt x="2557" y="39524"/>
                  </a:cubicBezTo>
                  <a:cubicBezTo>
                    <a:pt x="0" y="49487"/>
                    <a:pt x="1856" y="58094"/>
                    <a:pt x="7521" y="62550"/>
                  </a:cubicBezTo>
                  <a:cubicBezTo>
                    <a:pt x="10212" y="64665"/>
                    <a:pt x="13693" y="65782"/>
                    <a:pt x="17595" y="65782"/>
                  </a:cubicBezTo>
                  <a:cubicBezTo>
                    <a:pt x="19220" y="65780"/>
                    <a:pt x="20840" y="65589"/>
                    <a:pt x="22419" y="65208"/>
                  </a:cubicBezTo>
                  <a:cubicBezTo>
                    <a:pt x="27568" y="63979"/>
                    <a:pt x="31989" y="61113"/>
                    <a:pt x="35634" y="58470"/>
                  </a:cubicBezTo>
                  <a:cubicBezTo>
                    <a:pt x="50871" y="47425"/>
                    <a:pt x="61318" y="33075"/>
                    <a:pt x="65056" y="18060"/>
                  </a:cubicBezTo>
                  <a:cubicBezTo>
                    <a:pt x="66440" y="12492"/>
                    <a:pt x="66061" y="8321"/>
                    <a:pt x="63901" y="5302"/>
                  </a:cubicBezTo>
                  <a:cubicBezTo>
                    <a:pt x="61885" y="2489"/>
                    <a:pt x="58353" y="777"/>
                    <a:pt x="53405" y="221"/>
                  </a:cubicBezTo>
                  <a:cubicBezTo>
                    <a:pt x="52089" y="74"/>
                    <a:pt x="50757" y="1"/>
                    <a:pt x="49415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209775" y="2385125"/>
              <a:ext cx="471125" cy="319825"/>
            </a:xfrm>
            <a:custGeom>
              <a:avLst/>
              <a:gdLst/>
              <a:ahLst/>
              <a:cxnLst/>
              <a:rect l="l" t="t" r="r" b="b"/>
              <a:pathLst>
                <a:path w="18845" h="12793" extrusionOk="0">
                  <a:moveTo>
                    <a:pt x="13582" y="0"/>
                  </a:moveTo>
                  <a:cubicBezTo>
                    <a:pt x="12960" y="0"/>
                    <a:pt x="12335" y="65"/>
                    <a:pt x="11740" y="175"/>
                  </a:cubicBezTo>
                  <a:cubicBezTo>
                    <a:pt x="7909" y="886"/>
                    <a:pt x="4360" y="3029"/>
                    <a:pt x="1948" y="6091"/>
                  </a:cubicBezTo>
                  <a:cubicBezTo>
                    <a:pt x="874" y="7452"/>
                    <a:pt x="0" y="9318"/>
                    <a:pt x="775" y="10872"/>
                  </a:cubicBezTo>
                  <a:cubicBezTo>
                    <a:pt x="1514" y="12353"/>
                    <a:pt x="3363" y="12793"/>
                    <a:pt x="5059" y="12793"/>
                  </a:cubicBezTo>
                  <a:cubicBezTo>
                    <a:pt x="5221" y="12793"/>
                    <a:pt x="5382" y="12789"/>
                    <a:pt x="5540" y="12781"/>
                  </a:cubicBezTo>
                  <a:cubicBezTo>
                    <a:pt x="8579" y="12629"/>
                    <a:pt x="11542" y="11761"/>
                    <a:pt x="14180" y="10245"/>
                  </a:cubicBezTo>
                  <a:cubicBezTo>
                    <a:pt x="15706" y="9366"/>
                    <a:pt x="17151" y="8226"/>
                    <a:pt x="17969" y="6667"/>
                  </a:cubicBezTo>
                  <a:cubicBezTo>
                    <a:pt x="18784" y="5108"/>
                    <a:pt x="18844" y="3065"/>
                    <a:pt x="17760" y="1678"/>
                  </a:cubicBezTo>
                  <a:cubicBezTo>
                    <a:pt x="16792" y="441"/>
                    <a:pt x="15199" y="0"/>
                    <a:pt x="13582" y="0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2018775" y="3120200"/>
              <a:ext cx="471200" cy="319875"/>
            </a:xfrm>
            <a:custGeom>
              <a:avLst/>
              <a:gdLst/>
              <a:ahLst/>
              <a:cxnLst/>
              <a:rect l="l" t="t" r="r" b="b"/>
              <a:pathLst>
                <a:path w="18848" h="12795" extrusionOk="0">
                  <a:moveTo>
                    <a:pt x="13582" y="1"/>
                  </a:moveTo>
                  <a:cubicBezTo>
                    <a:pt x="12960" y="1"/>
                    <a:pt x="12335" y="66"/>
                    <a:pt x="11741" y="176"/>
                  </a:cubicBezTo>
                  <a:cubicBezTo>
                    <a:pt x="7907" y="887"/>
                    <a:pt x="4360" y="3032"/>
                    <a:pt x="1948" y="6092"/>
                  </a:cubicBezTo>
                  <a:cubicBezTo>
                    <a:pt x="874" y="7455"/>
                    <a:pt x="1" y="9321"/>
                    <a:pt x="775" y="10873"/>
                  </a:cubicBezTo>
                  <a:cubicBezTo>
                    <a:pt x="1513" y="12352"/>
                    <a:pt x="3356" y="12794"/>
                    <a:pt x="5048" y="12794"/>
                  </a:cubicBezTo>
                  <a:cubicBezTo>
                    <a:pt x="5214" y="12794"/>
                    <a:pt x="5379" y="12790"/>
                    <a:pt x="5541" y="12782"/>
                  </a:cubicBezTo>
                  <a:cubicBezTo>
                    <a:pt x="8580" y="12632"/>
                    <a:pt x="11543" y="11764"/>
                    <a:pt x="14181" y="10248"/>
                  </a:cubicBezTo>
                  <a:cubicBezTo>
                    <a:pt x="15704" y="9369"/>
                    <a:pt x="17151" y="8229"/>
                    <a:pt x="17969" y="6671"/>
                  </a:cubicBezTo>
                  <a:cubicBezTo>
                    <a:pt x="18784" y="5112"/>
                    <a:pt x="18847" y="3068"/>
                    <a:pt x="17761" y="1682"/>
                  </a:cubicBezTo>
                  <a:cubicBezTo>
                    <a:pt x="16792" y="442"/>
                    <a:pt x="15199" y="1"/>
                    <a:pt x="13582" y="1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1793000" y="2819225"/>
              <a:ext cx="471200" cy="319850"/>
            </a:xfrm>
            <a:custGeom>
              <a:avLst/>
              <a:gdLst/>
              <a:ahLst/>
              <a:cxnLst/>
              <a:rect l="l" t="t" r="r" b="b"/>
              <a:pathLst>
                <a:path w="18848" h="12794" extrusionOk="0">
                  <a:moveTo>
                    <a:pt x="13582" y="0"/>
                  </a:moveTo>
                  <a:cubicBezTo>
                    <a:pt x="12960" y="0"/>
                    <a:pt x="12335" y="65"/>
                    <a:pt x="11741" y="175"/>
                  </a:cubicBezTo>
                  <a:cubicBezTo>
                    <a:pt x="7907" y="886"/>
                    <a:pt x="4357" y="3032"/>
                    <a:pt x="1945" y="6091"/>
                  </a:cubicBezTo>
                  <a:cubicBezTo>
                    <a:pt x="872" y="7454"/>
                    <a:pt x="1" y="9321"/>
                    <a:pt x="775" y="10872"/>
                  </a:cubicBezTo>
                  <a:cubicBezTo>
                    <a:pt x="1513" y="12352"/>
                    <a:pt x="3356" y="12793"/>
                    <a:pt x="5048" y="12793"/>
                  </a:cubicBezTo>
                  <a:cubicBezTo>
                    <a:pt x="5214" y="12793"/>
                    <a:pt x="5379" y="12789"/>
                    <a:pt x="5541" y="12781"/>
                  </a:cubicBezTo>
                  <a:cubicBezTo>
                    <a:pt x="8580" y="12631"/>
                    <a:pt x="11543" y="11763"/>
                    <a:pt x="14183" y="10247"/>
                  </a:cubicBezTo>
                  <a:cubicBezTo>
                    <a:pt x="15707" y="9369"/>
                    <a:pt x="17154" y="8231"/>
                    <a:pt x="17969" y="6670"/>
                  </a:cubicBezTo>
                  <a:cubicBezTo>
                    <a:pt x="18786" y="5111"/>
                    <a:pt x="18847" y="3067"/>
                    <a:pt x="17763" y="1681"/>
                  </a:cubicBezTo>
                  <a:cubicBezTo>
                    <a:pt x="16793" y="441"/>
                    <a:pt x="15199" y="0"/>
                    <a:pt x="13582" y="0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2383425" y="2703450"/>
              <a:ext cx="471125" cy="319850"/>
            </a:xfrm>
            <a:custGeom>
              <a:avLst/>
              <a:gdLst/>
              <a:ahLst/>
              <a:cxnLst/>
              <a:rect l="l" t="t" r="r" b="b"/>
              <a:pathLst>
                <a:path w="18845" h="12794" extrusionOk="0">
                  <a:moveTo>
                    <a:pt x="13587" y="1"/>
                  </a:moveTo>
                  <a:cubicBezTo>
                    <a:pt x="12964" y="1"/>
                    <a:pt x="12337" y="67"/>
                    <a:pt x="11741" y="178"/>
                  </a:cubicBezTo>
                  <a:cubicBezTo>
                    <a:pt x="7907" y="886"/>
                    <a:pt x="4360" y="3031"/>
                    <a:pt x="1946" y="6091"/>
                  </a:cubicBezTo>
                  <a:cubicBezTo>
                    <a:pt x="874" y="7454"/>
                    <a:pt x="1" y="9320"/>
                    <a:pt x="775" y="10872"/>
                  </a:cubicBezTo>
                  <a:cubicBezTo>
                    <a:pt x="1513" y="12352"/>
                    <a:pt x="3356" y="12793"/>
                    <a:pt x="5048" y="12793"/>
                  </a:cubicBezTo>
                  <a:cubicBezTo>
                    <a:pt x="5214" y="12793"/>
                    <a:pt x="5379" y="12789"/>
                    <a:pt x="5541" y="12781"/>
                  </a:cubicBezTo>
                  <a:cubicBezTo>
                    <a:pt x="8580" y="12631"/>
                    <a:pt x="11543" y="11763"/>
                    <a:pt x="14181" y="10247"/>
                  </a:cubicBezTo>
                  <a:cubicBezTo>
                    <a:pt x="15707" y="9366"/>
                    <a:pt x="17152" y="8229"/>
                    <a:pt x="17967" y="6670"/>
                  </a:cubicBezTo>
                  <a:cubicBezTo>
                    <a:pt x="18784" y="5111"/>
                    <a:pt x="18845" y="3067"/>
                    <a:pt x="17761" y="1681"/>
                  </a:cubicBezTo>
                  <a:cubicBezTo>
                    <a:pt x="16794" y="442"/>
                    <a:pt x="15202" y="1"/>
                    <a:pt x="13587" y="1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4614350" y="2217675"/>
              <a:ext cx="1661075" cy="1644575"/>
            </a:xfrm>
            <a:custGeom>
              <a:avLst/>
              <a:gdLst/>
              <a:ahLst/>
              <a:cxnLst/>
              <a:rect l="l" t="t" r="r" b="b"/>
              <a:pathLst>
                <a:path w="66443" h="65783" extrusionOk="0">
                  <a:moveTo>
                    <a:pt x="17033" y="2854"/>
                  </a:moveTo>
                  <a:cubicBezTo>
                    <a:pt x="17054" y="2854"/>
                    <a:pt x="17076" y="2854"/>
                    <a:pt x="17098" y="2854"/>
                  </a:cubicBezTo>
                  <a:cubicBezTo>
                    <a:pt x="25557" y="2854"/>
                    <a:pt x="34416" y="6000"/>
                    <a:pt x="42040" y="11713"/>
                  </a:cubicBezTo>
                  <a:cubicBezTo>
                    <a:pt x="51424" y="18745"/>
                    <a:pt x="58201" y="28873"/>
                    <a:pt x="61115" y="40235"/>
                  </a:cubicBezTo>
                  <a:cubicBezTo>
                    <a:pt x="61966" y="43546"/>
                    <a:pt x="64190" y="54771"/>
                    <a:pt x="57152" y="60303"/>
                  </a:cubicBezTo>
                  <a:cubicBezTo>
                    <a:pt x="54397" y="62471"/>
                    <a:pt x="51114" y="62926"/>
                    <a:pt x="48847" y="62926"/>
                  </a:cubicBezTo>
                  <a:cubicBezTo>
                    <a:pt x="47446" y="62923"/>
                    <a:pt x="46049" y="62756"/>
                    <a:pt x="44686" y="62431"/>
                  </a:cubicBezTo>
                  <a:cubicBezTo>
                    <a:pt x="40029" y="61319"/>
                    <a:pt x="35904" y="58635"/>
                    <a:pt x="32484" y="56157"/>
                  </a:cubicBezTo>
                  <a:cubicBezTo>
                    <a:pt x="17791" y="45506"/>
                    <a:pt x="7734" y="31732"/>
                    <a:pt x="4162" y="17372"/>
                  </a:cubicBezTo>
                  <a:cubicBezTo>
                    <a:pt x="2991" y="12665"/>
                    <a:pt x="3220" y="9262"/>
                    <a:pt x="4865" y="6965"/>
                  </a:cubicBezTo>
                  <a:cubicBezTo>
                    <a:pt x="6388" y="4837"/>
                    <a:pt x="9247" y="3524"/>
                    <a:pt x="13358" y="3062"/>
                  </a:cubicBezTo>
                  <a:cubicBezTo>
                    <a:pt x="14578" y="2925"/>
                    <a:pt x="15805" y="2854"/>
                    <a:pt x="17033" y="2854"/>
                  </a:cubicBezTo>
                  <a:close/>
                  <a:moveTo>
                    <a:pt x="17026" y="0"/>
                  </a:moveTo>
                  <a:cubicBezTo>
                    <a:pt x="15684" y="0"/>
                    <a:pt x="14353" y="73"/>
                    <a:pt x="13038" y="221"/>
                  </a:cubicBezTo>
                  <a:cubicBezTo>
                    <a:pt x="8087" y="777"/>
                    <a:pt x="4555" y="2489"/>
                    <a:pt x="2542" y="5302"/>
                  </a:cubicBezTo>
                  <a:cubicBezTo>
                    <a:pt x="379" y="8318"/>
                    <a:pt x="0" y="12492"/>
                    <a:pt x="1387" y="18060"/>
                  </a:cubicBezTo>
                  <a:cubicBezTo>
                    <a:pt x="5121" y="33075"/>
                    <a:pt x="15569" y="47425"/>
                    <a:pt x="30808" y="58470"/>
                  </a:cubicBezTo>
                  <a:cubicBezTo>
                    <a:pt x="34454" y="61113"/>
                    <a:pt x="38877" y="63982"/>
                    <a:pt x="44023" y="65208"/>
                  </a:cubicBezTo>
                  <a:cubicBezTo>
                    <a:pt x="45602" y="65587"/>
                    <a:pt x="47222" y="65780"/>
                    <a:pt x="48847" y="65782"/>
                  </a:cubicBezTo>
                  <a:cubicBezTo>
                    <a:pt x="52747" y="65782"/>
                    <a:pt x="56230" y="64665"/>
                    <a:pt x="58919" y="62550"/>
                  </a:cubicBezTo>
                  <a:cubicBezTo>
                    <a:pt x="64586" y="58094"/>
                    <a:pt x="66442" y="49487"/>
                    <a:pt x="63885" y="39524"/>
                  </a:cubicBezTo>
                  <a:cubicBezTo>
                    <a:pt x="60808" y="27535"/>
                    <a:pt x="53658" y="16846"/>
                    <a:pt x="43754" y="9425"/>
                  </a:cubicBezTo>
                  <a:cubicBezTo>
                    <a:pt x="35622" y="3334"/>
                    <a:pt x="26089" y="0"/>
                    <a:pt x="17026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5130325" y="2385125"/>
              <a:ext cx="471200" cy="319825"/>
            </a:xfrm>
            <a:custGeom>
              <a:avLst/>
              <a:gdLst/>
              <a:ahLst/>
              <a:cxnLst/>
              <a:rect l="l" t="t" r="r" b="b"/>
              <a:pathLst>
                <a:path w="18848" h="12793" extrusionOk="0">
                  <a:moveTo>
                    <a:pt x="5265" y="0"/>
                  </a:moveTo>
                  <a:cubicBezTo>
                    <a:pt x="3649" y="0"/>
                    <a:pt x="2055" y="441"/>
                    <a:pt x="1087" y="1678"/>
                  </a:cubicBezTo>
                  <a:cubicBezTo>
                    <a:pt x="0" y="3065"/>
                    <a:pt x="64" y="5108"/>
                    <a:pt x="879" y="6667"/>
                  </a:cubicBezTo>
                  <a:cubicBezTo>
                    <a:pt x="1696" y="8226"/>
                    <a:pt x="3141" y="9366"/>
                    <a:pt x="4664" y="10245"/>
                  </a:cubicBezTo>
                  <a:cubicBezTo>
                    <a:pt x="7305" y="11761"/>
                    <a:pt x="10265" y="12629"/>
                    <a:pt x="13307" y="12781"/>
                  </a:cubicBezTo>
                  <a:cubicBezTo>
                    <a:pt x="13465" y="12789"/>
                    <a:pt x="13626" y="12793"/>
                    <a:pt x="13788" y="12793"/>
                  </a:cubicBezTo>
                  <a:cubicBezTo>
                    <a:pt x="15482" y="12793"/>
                    <a:pt x="17333" y="12353"/>
                    <a:pt x="18073" y="10872"/>
                  </a:cubicBezTo>
                  <a:cubicBezTo>
                    <a:pt x="18847" y="9318"/>
                    <a:pt x="17974" y="7452"/>
                    <a:pt x="16900" y="6091"/>
                  </a:cubicBezTo>
                  <a:cubicBezTo>
                    <a:pt x="14488" y="3029"/>
                    <a:pt x="10938" y="886"/>
                    <a:pt x="7107" y="175"/>
                  </a:cubicBezTo>
                  <a:cubicBezTo>
                    <a:pt x="6512" y="65"/>
                    <a:pt x="5887" y="0"/>
                    <a:pt x="5265" y="0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5321325" y="3120200"/>
              <a:ext cx="471175" cy="319850"/>
            </a:xfrm>
            <a:custGeom>
              <a:avLst/>
              <a:gdLst/>
              <a:ahLst/>
              <a:cxnLst/>
              <a:rect l="l" t="t" r="r" b="b"/>
              <a:pathLst>
                <a:path w="18847" h="12794" extrusionOk="0">
                  <a:moveTo>
                    <a:pt x="5265" y="1"/>
                  </a:moveTo>
                  <a:cubicBezTo>
                    <a:pt x="3649" y="1"/>
                    <a:pt x="2057" y="441"/>
                    <a:pt x="1087" y="1679"/>
                  </a:cubicBezTo>
                  <a:cubicBezTo>
                    <a:pt x="0" y="3065"/>
                    <a:pt x="61" y="5112"/>
                    <a:pt x="879" y="6671"/>
                  </a:cubicBezTo>
                  <a:cubicBezTo>
                    <a:pt x="1696" y="8229"/>
                    <a:pt x="3141" y="9367"/>
                    <a:pt x="4664" y="10245"/>
                  </a:cubicBezTo>
                  <a:cubicBezTo>
                    <a:pt x="7305" y="11761"/>
                    <a:pt x="10265" y="12632"/>
                    <a:pt x="13307" y="12782"/>
                  </a:cubicBezTo>
                  <a:cubicBezTo>
                    <a:pt x="13465" y="12789"/>
                    <a:pt x="13626" y="12793"/>
                    <a:pt x="13788" y="12793"/>
                  </a:cubicBezTo>
                  <a:cubicBezTo>
                    <a:pt x="15484" y="12793"/>
                    <a:pt x="17333" y="12353"/>
                    <a:pt x="18072" y="10873"/>
                  </a:cubicBezTo>
                  <a:cubicBezTo>
                    <a:pt x="18847" y="9321"/>
                    <a:pt x="17973" y="7453"/>
                    <a:pt x="16899" y="6092"/>
                  </a:cubicBezTo>
                  <a:cubicBezTo>
                    <a:pt x="14487" y="3030"/>
                    <a:pt x="10938" y="887"/>
                    <a:pt x="7107" y="176"/>
                  </a:cubicBezTo>
                  <a:cubicBezTo>
                    <a:pt x="6512" y="66"/>
                    <a:pt x="5887" y="1"/>
                    <a:pt x="5265" y="1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5547100" y="2819225"/>
              <a:ext cx="471175" cy="319850"/>
            </a:xfrm>
            <a:custGeom>
              <a:avLst/>
              <a:gdLst/>
              <a:ahLst/>
              <a:cxnLst/>
              <a:rect l="l" t="t" r="r" b="b"/>
              <a:pathLst>
                <a:path w="18847" h="12794" extrusionOk="0">
                  <a:moveTo>
                    <a:pt x="5266" y="0"/>
                  </a:moveTo>
                  <a:cubicBezTo>
                    <a:pt x="3649" y="0"/>
                    <a:pt x="2055" y="441"/>
                    <a:pt x="1087" y="1681"/>
                  </a:cubicBezTo>
                  <a:cubicBezTo>
                    <a:pt x="0" y="3067"/>
                    <a:pt x="64" y="5111"/>
                    <a:pt x="879" y="6670"/>
                  </a:cubicBezTo>
                  <a:cubicBezTo>
                    <a:pt x="1696" y="8231"/>
                    <a:pt x="3141" y="9369"/>
                    <a:pt x="4664" y="10247"/>
                  </a:cubicBezTo>
                  <a:cubicBezTo>
                    <a:pt x="7305" y="11763"/>
                    <a:pt x="10265" y="12631"/>
                    <a:pt x="13304" y="12781"/>
                  </a:cubicBezTo>
                  <a:cubicBezTo>
                    <a:pt x="13466" y="12789"/>
                    <a:pt x="13631" y="12793"/>
                    <a:pt x="13797" y="12793"/>
                  </a:cubicBezTo>
                  <a:cubicBezTo>
                    <a:pt x="15489" y="12793"/>
                    <a:pt x="17332" y="12352"/>
                    <a:pt x="18070" y="10872"/>
                  </a:cubicBezTo>
                  <a:cubicBezTo>
                    <a:pt x="18847" y="9321"/>
                    <a:pt x="17976" y="7454"/>
                    <a:pt x="16899" y="6091"/>
                  </a:cubicBezTo>
                  <a:cubicBezTo>
                    <a:pt x="14487" y="3032"/>
                    <a:pt x="10938" y="886"/>
                    <a:pt x="7107" y="175"/>
                  </a:cubicBezTo>
                  <a:cubicBezTo>
                    <a:pt x="6512" y="65"/>
                    <a:pt x="5887" y="0"/>
                    <a:pt x="5266" y="0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4956650" y="2703450"/>
              <a:ext cx="471200" cy="319850"/>
            </a:xfrm>
            <a:custGeom>
              <a:avLst/>
              <a:gdLst/>
              <a:ahLst/>
              <a:cxnLst/>
              <a:rect l="l" t="t" r="r" b="b"/>
              <a:pathLst>
                <a:path w="18848" h="12794" extrusionOk="0">
                  <a:moveTo>
                    <a:pt x="5263" y="1"/>
                  </a:moveTo>
                  <a:cubicBezTo>
                    <a:pt x="3648" y="1"/>
                    <a:pt x="2057" y="442"/>
                    <a:pt x="1088" y="1681"/>
                  </a:cubicBezTo>
                  <a:cubicBezTo>
                    <a:pt x="1" y="3067"/>
                    <a:pt x="64" y="5111"/>
                    <a:pt x="879" y="6670"/>
                  </a:cubicBezTo>
                  <a:cubicBezTo>
                    <a:pt x="1697" y="8229"/>
                    <a:pt x="3144" y="9366"/>
                    <a:pt x="4667" y="10247"/>
                  </a:cubicBezTo>
                  <a:cubicBezTo>
                    <a:pt x="7305" y="11763"/>
                    <a:pt x="10266" y="12631"/>
                    <a:pt x="13307" y="12781"/>
                  </a:cubicBezTo>
                  <a:cubicBezTo>
                    <a:pt x="13469" y="12789"/>
                    <a:pt x="13634" y="12793"/>
                    <a:pt x="13800" y="12793"/>
                  </a:cubicBezTo>
                  <a:cubicBezTo>
                    <a:pt x="15493" y="12793"/>
                    <a:pt x="17336" y="12352"/>
                    <a:pt x="18073" y="10872"/>
                  </a:cubicBezTo>
                  <a:cubicBezTo>
                    <a:pt x="18847" y="9320"/>
                    <a:pt x="17974" y="7454"/>
                    <a:pt x="16900" y="6091"/>
                  </a:cubicBezTo>
                  <a:cubicBezTo>
                    <a:pt x="14488" y="3031"/>
                    <a:pt x="10939" y="886"/>
                    <a:pt x="7107" y="178"/>
                  </a:cubicBezTo>
                  <a:cubicBezTo>
                    <a:pt x="6512" y="67"/>
                    <a:pt x="5886" y="1"/>
                    <a:pt x="5263" y="1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8"/>
            <p:cNvSpPr/>
            <p:nvPr/>
          </p:nvSpPr>
          <p:spPr>
            <a:xfrm>
              <a:off x="1322350" y="3716300"/>
              <a:ext cx="1787450" cy="1418075"/>
            </a:xfrm>
            <a:custGeom>
              <a:avLst/>
              <a:gdLst/>
              <a:ahLst/>
              <a:cxnLst/>
              <a:rect l="l" t="t" r="r" b="b"/>
              <a:pathLst>
                <a:path w="71498" h="56723" extrusionOk="0">
                  <a:moveTo>
                    <a:pt x="70129" y="0"/>
                  </a:moveTo>
                  <a:cubicBezTo>
                    <a:pt x="52981" y="9338"/>
                    <a:pt x="37914" y="22670"/>
                    <a:pt x="26553" y="38554"/>
                  </a:cubicBezTo>
                  <a:lnTo>
                    <a:pt x="25194" y="40476"/>
                  </a:lnTo>
                  <a:cubicBezTo>
                    <a:pt x="22473" y="44353"/>
                    <a:pt x="19659" y="48360"/>
                    <a:pt x="15874" y="51041"/>
                  </a:cubicBezTo>
                  <a:cubicBezTo>
                    <a:pt x="13506" y="52718"/>
                    <a:pt x="10378" y="53845"/>
                    <a:pt x="7385" y="53845"/>
                  </a:cubicBezTo>
                  <a:cubicBezTo>
                    <a:pt x="5340" y="53845"/>
                    <a:pt x="3358" y="53318"/>
                    <a:pt x="1724" y="52082"/>
                  </a:cubicBezTo>
                  <a:lnTo>
                    <a:pt x="0" y="54359"/>
                  </a:lnTo>
                  <a:cubicBezTo>
                    <a:pt x="2209" y="56035"/>
                    <a:pt x="4781" y="56723"/>
                    <a:pt x="7368" y="56723"/>
                  </a:cubicBezTo>
                  <a:cubicBezTo>
                    <a:pt x="11055" y="56723"/>
                    <a:pt x="14774" y="55326"/>
                    <a:pt x="17527" y="53371"/>
                  </a:cubicBezTo>
                  <a:cubicBezTo>
                    <a:pt x="21713" y="50406"/>
                    <a:pt x="24674" y="46194"/>
                    <a:pt x="27533" y="42119"/>
                  </a:cubicBezTo>
                  <a:lnTo>
                    <a:pt x="28878" y="40217"/>
                  </a:lnTo>
                  <a:cubicBezTo>
                    <a:pt x="39989" y="24681"/>
                    <a:pt x="54725" y="11644"/>
                    <a:pt x="71497" y="2509"/>
                  </a:cubicBezTo>
                  <a:lnTo>
                    <a:pt x="70129" y="0"/>
                  </a:ln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8"/>
            <p:cNvSpPr/>
            <p:nvPr/>
          </p:nvSpPr>
          <p:spPr>
            <a:xfrm>
              <a:off x="3224075" y="3596725"/>
              <a:ext cx="3116325" cy="1683525"/>
            </a:xfrm>
            <a:custGeom>
              <a:avLst/>
              <a:gdLst/>
              <a:ahLst/>
              <a:cxnLst/>
              <a:rect l="l" t="t" r="r" b="b"/>
              <a:pathLst>
                <a:path w="124653" h="67341" extrusionOk="0">
                  <a:moveTo>
                    <a:pt x="22331" y="0"/>
                  </a:moveTo>
                  <a:cubicBezTo>
                    <a:pt x="14795" y="0"/>
                    <a:pt x="7276" y="927"/>
                    <a:pt x="1" y="2846"/>
                  </a:cubicBezTo>
                  <a:lnTo>
                    <a:pt x="729" y="5608"/>
                  </a:lnTo>
                  <a:cubicBezTo>
                    <a:pt x="7777" y="3750"/>
                    <a:pt x="15060" y="2852"/>
                    <a:pt x="22361" y="2852"/>
                  </a:cubicBezTo>
                  <a:cubicBezTo>
                    <a:pt x="46930" y="2852"/>
                    <a:pt x="71706" y="13018"/>
                    <a:pt x="88427" y="30957"/>
                  </a:cubicBezTo>
                  <a:cubicBezTo>
                    <a:pt x="92038" y="34832"/>
                    <a:pt x="95414" y="39148"/>
                    <a:pt x="98682" y="43324"/>
                  </a:cubicBezTo>
                  <a:cubicBezTo>
                    <a:pt x="105743" y="52353"/>
                    <a:pt x="113045" y="61689"/>
                    <a:pt x="123274" y="67340"/>
                  </a:cubicBezTo>
                  <a:lnTo>
                    <a:pt x="124653" y="64839"/>
                  </a:lnTo>
                  <a:cubicBezTo>
                    <a:pt x="114936" y="59470"/>
                    <a:pt x="108135" y="50771"/>
                    <a:pt x="100932" y="41562"/>
                  </a:cubicBezTo>
                  <a:cubicBezTo>
                    <a:pt x="97626" y="37340"/>
                    <a:pt x="94211" y="32971"/>
                    <a:pt x="90517" y="29010"/>
                  </a:cubicBezTo>
                  <a:cubicBezTo>
                    <a:pt x="73258" y="10492"/>
                    <a:pt x="47689" y="0"/>
                    <a:pt x="22331" y="0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3275800" y="2646125"/>
              <a:ext cx="1085375" cy="494925"/>
            </a:xfrm>
            <a:custGeom>
              <a:avLst/>
              <a:gdLst/>
              <a:ahLst/>
              <a:cxnLst/>
              <a:rect l="l" t="t" r="r" b="b"/>
              <a:pathLst>
                <a:path w="43415" h="19797" extrusionOk="0">
                  <a:moveTo>
                    <a:pt x="21709" y="0"/>
                  </a:moveTo>
                  <a:cubicBezTo>
                    <a:pt x="15951" y="0"/>
                    <a:pt x="10431" y="1041"/>
                    <a:pt x="6359" y="2900"/>
                  </a:cubicBezTo>
                  <a:cubicBezTo>
                    <a:pt x="2289" y="4756"/>
                    <a:pt x="1" y="7272"/>
                    <a:pt x="1" y="9897"/>
                  </a:cubicBezTo>
                  <a:cubicBezTo>
                    <a:pt x="1" y="12522"/>
                    <a:pt x="2289" y="15041"/>
                    <a:pt x="6359" y="16897"/>
                  </a:cubicBezTo>
                  <a:cubicBezTo>
                    <a:pt x="10431" y="18753"/>
                    <a:pt x="15951" y="19797"/>
                    <a:pt x="21709" y="19797"/>
                  </a:cubicBezTo>
                  <a:cubicBezTo>
                    <a:pt x="27465" y="19797"/>
                    <a:pt x="32987" y="18753"/>
                    <a:pt x="37057" y="16897"/>
                  </a:cubicBezTo>
                  <a:cubicBezTo>
                    <a:pt x="41129" y="15041"/>
                    <a:pt x="43414" y="12522"/>
                    <a:pt x="43414" y="9897"/>
                  </a:cubicBezTo>
                  <a:cubicBezTo>
                    <a:pt x="43414" y="7272"/>
                    <a:pt x="41129" y="4756"/>
                    <a:pt x="37057" y="2900"/>
                  </a:cubicBezTo>
                  <a:cubicBezTo>
                    <a:pt x="32987" y="1041"/>
                    <a:pt x="27465" y="0"/>
                    <a:pt x="21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9" name="Google Shape;529;p38"/>
          <p:cNvSpPr/>
          <p:nvPr/>
        </p:nvSpPr>
        <p:spPr>
          <a:xfrm>
            <a:off x="224775" y="2408800"/>
            <a:ext cx="573300" cy="66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38"/>
          <p:cNvSpPr/>
          <p:nvPr/>
        </p:nvSpPr>
        <p:spPr>
          <a:xfrm rot="2700000">
            <a:off x="8373472" y="555124"/>
            <a:ext cx="573605" cy="573605"/>
          </a:xfrm>
          <a:prstGeom prst="mathPlus">
            <a:avLst>
              <a:gd name="adj1" fmla="val 1483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8"/>
          <p:cNvSpPr/>
          <p:nvPr/>
        </p:nvSpPr>
        <p:spPr>
          <a:xfrm flipH="1">
            <a:off x="5459086" y="1499850"/>
            <a:ext cx="3096314" cy="3366364"/>
          </a:xfrm>
          <a:custGeom>
            <a:avLst/>
            <a:gdLst/>
            <a:ahLst/>
            <a:cxnLst/>
            <a:rect l="l" t="t" r="r" b="b"/>
            <a:pathLst>
              <a:path w="197595" h="188724" extrusionOk="0">
                <a:moveTo>
                  <a:pt x="71503" y="0"/>
                </a:moveTo>
                <a:cubicBezTo>
                  <a:pt x="58319" y="0"/>
                  <a:pt x="44778" y="4863"/>
                  <a:pt x="34638" y="13044"/>
                </a:cubicBezTo>
                <a:cubicBezTo>
                  <a:pt x="18035" y="26436"/>
                  <a:pt x="9405" y="46860"/>
                  <a:pt x="5819" y="67220"/>
                </a:cubicBezTo>
                <a:cubicBezTo>
                  <a:pt x="0" y="100277"/>
                  <a:pt x="5935" y="134058"/>
                  <a:pt x="11862" y="167096"/>
                </a:cubicBezTo>
                <a:lnTo>
                  <a:pt x="12765" y="188723"/>
                </a:lnTo>
                <a:lnTo>
                  <a:pt x="193238" y="188325"/>
                </a:lnTo>
                <a:cubicBezTo>
                  <a:pt x="197594" y="180330"/>
                  <a:pt x="192652" y="169148"/>
                  <a:pt x="183575" y="166464"/>
                </a:cubicBezTo>
                <a:cubicBezTo>
                  <a:pt x="181700" y="165910"/>
                  <a:pt x="179644" y="165641"/>
                  <a:pt x="178121" y="164464"/>
                </a:cubicBezTo>
                <a:cubicBezTo>
                  <a:pt x="175896" y="162746"/>
                  <a:pt x="175540" y="159574"/>
                  <a:pt x="176313" y="156957"/>
                </a:cubicBezTo>
                <a:cubicBezTo>
                  <a:pt x="177087" y="154338"/>
                  <a:pt x="178759" y="152056"/>
                  <a:pt x="180038" y="149621"/>
                </a:cubicBezTo>
                <a:cubicBezTo>
                  <a:pt x="184402" y="141304"/>
                  <a:pt x="183885" y="130871"/>
                  <a:pt x="178720" y="122976"/>
                </a:cubicBezTo>
                <a:cubicBezTo>
                  <a:pt x="173552" y="115081"/>
                  <a:pt x="163910" y="109993"/>
                  <a:pt x="154094" y="109978"/>
                </a:cubicBezTo>
                <a:cubicBezTo>
                  <a:pt x="154081" y="109978"/>
                  <a:pt x="154069" y="109978"/>
                  <a:pt x="154056" y="109978"/>
                </a:cubicBezTo>
                <a:cubicBezTo>
                  <a:pt x="151328" y="109978"/>
                  <a:pt x="148480" y="110312"/>
                  <a:pt x="145732" y="110312"/>
                </a:cubicBezTo>
                <a:cubicBezTo>
                  <a:pt x="142946" y="110312"/>
                  <a:pt x="140264" y="109969"/>
                  <a:pt x="137918" y="108587"/>
                </a:cubicBezTo>
                <a:cubicBezTo>
                  <a:pt x="133322" y="105878"/>
                  <a:pt x="131914" y="100273"/>
                  <a:pt x="130905" y="95241"/>
                </a:cubicBezTo>
                <a:cubicBezTo>
                  <a:pt x="128696" y="84220"/>
                  <a:pt x="126488" y="73200"/>
                  <a:pt x="124282" y="62181"/>
                </a:cubicBezTo>
                <a:cubicBezTo>
                  <a:pt x="122180" y="51690"/>
                  <a:pt x="120050" y="41113"/>
                  <a:pt x="115757" y="31237"/>
                </a:cubicBezTo>
                <a:cubicBezTo>
                  <a:pt x="111463" y="21360"/>
                  <a:pt x="104794" y="12108"/>
                  <a:pt x="95303" y="6325"/>
                </a:cubicBezTo>
                <a:cubicBezTo>
                  <a:pt x="88163" y="1975"/>
                  <a:pt x="79906" y="0"/>
                  <a:pt x="71503" y="0"/>
                </a:cubicBez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2" name="Google Shape;532;p38"/>
          <p:cNvGrpSpPr/>
          <p:nvPr/>
        </p:nvGrpSpPr>
        <p:grpSpPr>
          <a:xfrm>
            <a:off x="5600205" y="1717883"/>
            <a:ext cx="3239260" cy="3532646"/>
            <a:chOff x="1785600" y="488300"/>
            <a:chExt cx="4502725" cy="4987500"/>
          </a:xfrm>
        </p:grpSpPr>
        <p:sp>
          <p:nvSpPr>
            <p:cNvPr id="533" name="Google Shape;533;p38"/>
            <p:cNvSpPr/>
            <p:nvPr/>
          </p:nvSpPr>
          <p:spPr>
            <a:xfrm>
              <a:off x="3608150" y="3323625"/>
              <a:ext cx="119925" cy="1523425"/>
            </a:xfrm>
            <a:custGeom>
              <a:avLst/>
              <a:gdLst/>
              <a:ahLst/>
              <a:cxnLst/>
              <a:rect l="l" t="t" r="r" b="b"/>
              <a:pathLst>
                <a:path w="4797" h="60937" extrusionOk="0">
                  <a:moveTo>
                    <a:pt x="1" y="0"/>
                  </a:moveTo>
                  <a:lnTo>
                    <a:pt x="1" y="60937"/>
                  </a:lnTo>
                  <a:lnTo>
                    <a:pt x="4797" y="60937"/>
                  </a:lnTo>
                  <a:lnTo>
                    <a:pt x="4797" y="0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2987650" y="4653450"/>
              <a:ext cx="748450" cy="238850"/>
            </a:xfrm>
            <a:custGeom>
              <a:avLst/>
              <a:gdLst/>
              <a:ahLst/>
              <a:cxnLst/>
              <a:rect l="l" t="t" r="r" b="b"/>
              <a:pathLst>
                <a:path w="29938" h="9554" extrusionOk="0">
                  <a:moveTo>
                    <a:pt x="27848" y="1"/>
                  </a:moveTo>
                  <a:lnTo>
                    <a:pt x="290" y="7037"/>
                  </a:lnTo>
                  <a:lnTo>
                    <a:pt x="1" y="9554"/>
                  </a:lnTo>
                  <a:lnTo>
                    <a:pt x="29938" y="6987"/>
                  </a:lnTo>
                  <a:lnTo>
                    <a:pt x="27848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8"/>
            <p:cNvSpPr/>
            <p:nvPr/>
          </p:nvSpPr>
          <p:spPr>
            <a:xfrm>
              <a:off x="3612675" y="4653450"/>
              <a:ext cx="748475" cy="238850"/>
            </a:xfrm>
            <a:custGeom>
              <a:avLst/>
              <a:gdLst/>
              <a:ahLst/>
              <a:cxnLst/>
              <a:rect l="l" t="t" r="r" b="b"/>
              <a:pathLst>
                <a:path w="29939" h="9554" extrusionOk="0">
                  <a:moveTo>
                    <a:pt x="2090" y="1"/>
                  </a:moveTo>
                  <a:lnTo>
                    <a:pt x="1" y="6987"/>
                  </a:lnTo>
                  <a:lnTo>
                    <a:pt x="29938" y="9554"/>
                  </a:lnTo>
                  <a:lnTo>
                    <a:pt x="29649" y="7037"/>
                  </a:lnTo>
                  <a:lnTo>
                    <a:pt x="2090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8"/>
            <p:cNvSpPr/>
            <p:nvPr/>
          </p:nvSpPr>
          <p:spPr>
            <a:xfrm>
              <a:off x="2984575" y="4830875"/>
              <a:ext cx="170250" cy="163800"/>
            </a:xfrm>
            <a:custGeom>
              <a:avLst/>
              <a:gdLst/>
              <a:ahLst/>
              <a:cxnLst/>
              <a:rect l="l" t="t" r="r" b="b"/>
              <a:pathLst>
                <a:path w="6810" h="6552" extrusionOk="0">
                  <a:moveTo>
                    <a:pt x="3535" y="0"/>
                  </a:moveTo>
                  <a:cubicBezTo>
                    <a:pt x="2209" y="0"/>
                    <a:pt x="1014" y="799"/>
                    <a:pt x="507" y="2023"/>
                  </a:cubicBezTo>
                  <a:cubicBezTo>
                    <a:pt x="1" y="3247"/>
                    <a:pt x="282" y="4655"/>
                    <a:pt x="1218" y="5591"/>
                  </a:cubicBezTo>
                  <a:cubicBezTo>
                    <a:pt x="1845" y="6219"/>
                    <a:pt x="2683" y="6552"/>
                    <a:pt x="3535" y="6552"/>
                  </a:cubicBezTo>
                  <a:cubicBezTo>
                    <a:pt x="3957" y="6552"/>
                    <a:pt x="4383" y="6470"/>
                    <a:pt x="4789" y="6302"/>
                  </a:cubicBezTo>
                  <a:cubicBezTo>
                    <a:pt x="6013" y="5795"/>
                    <a:pt x="6809" y="4601"/>
                    <a:pt x="6809" y="3276"/>
                  </a:cubicBezTo>
                  <a:cubicBezTo>
                    <a:pt x="6809" y="1466"/>
                    <a:pt x="5343" y="0"/>
                    <a:pt x="3535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8"/>
            <p:cNvSpPr/>
            <p:nvPr/>
          </p:nvSpPr>
          <p:spPr>
            <a:xfrm>
              <a:off x="4176525" y="4830875"/>
              <a:ext cx="170225" cy="163800"/>
            </a:xfrm>
            <a:custGeom>
              <a:avLst/>
              <a:gdLst/>
              <a:ahLst/>
              <a:cxnLst/>
              <a:rect l="l" t="t" r="r" b="b"/>
              <a:pathLst>
                <a:path w="6809" h="6552" extrusionOk="0">
                  <a:moveTo>
                    <a:pt x="3535" y="0"/>
                  </a:moveTo>
                  <a:cubicBezTo>
                    <a:pt x="2209" y="0"/>
                    <a:pt x="1016" y="797"/>
                    <a:pt x="507" y="2021"/>
                  </a:cubicBezTo>
                  <a:cubicBezTo>
                    <a:pt x="0" y="3245"/>
                    <a:pt x="282" y="4655"/>
                    <a:pt x="1218" y="5591"/>
                  </a:cubicBezTo>
                  <a:cubicBezTo>
                    <a:pt x="1845" y="6218"/>
                    <a:pt x="2683" y="6551"/>
                    <a:pt x="3537" y="6551"/>
                  </a:cubicBezTo>
                  <a:cubicBezTo>
                    <a:pt x="3958" y="6551"/>
                    <a:pt x="4383" y="6470"/>
                    <a:pt x="4788" y="6302"/>
                  </a:cubicBezTo>
                  <a:cubicBezTo>
                    <a:pt x="6012" y="5795"/>
                    <a:pt x="6809" y="4601"/>
                    <a:pt x="6809" y="3276"/>
                  </a:cubicBezTo>
                  <a:cubicBezTo>
                    <a:pt x="6809" y="1466"/>
                    <a:pt x="5343" y="0"/>
                    <a:pt x="3535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8"/>
            <p:cNvSpPr/>
            <p:nvPr/>
          </p:nvSpPr>
          <p:spPr>
            <a:xfrm>
              <a:off x="3482350" y="4767150"/>
              <a:ext cx="163825" cy="163850"/>
            </a:xfrm>
            <a:custGeom>
              <a:avLst/>
              <a:gdLst/>
              <a:ahLst/>
              <a:cxnLst/>
              <a:rect l="l" t="t" r="r" b="b"/>
              <a:pathLst>
                <a:path w="6553" h="6554" extrusionOk="0">
                  <a:moveTo>
                    <a:pt x="3277" y="1"/>
                  </a:moveTo>
                  <a:cubicBezTo>
                    <a:pt x="1467" y="1"/>
                    <a:pt x="1" y="1467"/>
                    <a:pt x="1" y="3277"/>
                  </a:cubicBezTo>
                  <a:cubicBezTo>
                    <a:pt x="1" y="5085"/>
                    <a:pt x="1467" y="6553"/>
                    <a:pt x="3277" y="6553"/>
                  </a:cubicBezTo>
                  <a:cubicBezTo>
                    <a:pt x="5087" y="6553"/>
                    <a:pt x="6553" y="5085"/>
                    <a:pt x="6553" y="3277"/>
                  </a:cubicBezTo>
                  <a:cubicBezTo>
                    <a:pt x="6553" y="1467"/>
                    <a:pt x="5087" y="1"/>
                    <a:pt x="3277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8"/>
            <p:cNvSpPr/>
            <p:nvPr/>
          </p:nvSpPr>
          <p:spPr>
            <a:xfrm>
              <a:off x="5461300" y="3414750"/>
              <a:ext cx="131725" cy="1673100"/>
            </a:xfrm>
            <a:custGeom>
              <a:avLst/>
              <a:gdLst/>
              <a:ahLst/>
              <a:cxnLst/>
              <a:rect l="l" t="t" r="r" b="b"/>
              <a:pathLst>
                <a:path w="5269" h="66924" extrusionOk="0">
                  <a:moveTo>
                    <a:pt x="1" y="0"/>
                  </a:moveTo>
                  <a:lnTo>
                    <a:pt x="1" y="66924"/>
                  </a:lnTo>
                  <a:lnTo>
                    <a:pt x="5268" y="66924"/>
                  </a:lnTo>
                  <a:lnTo>
                    <a:pt x="5268" y="0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8"/>
            <p:cNvSpPr/>
            <p:nvPr/>
          </p:nvSpPr>
          <p:spPr>
            <a:xfrm>
              <a:off x="4779850" y="4875225"/>
              <a:ext cx="821975" cy="262375"/>
            </a:xfrm>
            <a:custGeom>
              <a:avLst/>
              <a:gdLst/>
              <a:ahLst/>
              <a:cxnLst/>
              <a:rect l="l" t="t" r="r" b="b"/>
              <a:pathLst>
                <a:path w="32879" h="10495" extrusionOk="0">
                  <a:moveTo>
                    <a:pt x="30585" y="1"/>
                  </a:moveTo>
                  <a:lnTo>
                    <a:pt x="320" y="7729"/>
                  </a:lnTo>
                  <a:lnTo>
                    <a:pt x="1" y="10494"/>
                  </a:lnTo>
                  <a:lnTo>
                    <a:pt x="32879" y="7673"/>
                  </a:lnTo>
                  <a:lnTo>
                    <a:pt x="30585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8"/>
            <p:cNvSpPr/>
            <p:nvPr/>
          </p:nvSpPr>
          <p:spPr>
            <a:xfrm>
              <a:off x="5466300" y="4875225"/>
              <a:ext cx="822025" cy="262375"/>
            </a:xfrm>
            <a:custGeom>
              <a:avLst/>
              <a:gdLst/>
              <a:ahLst/>
              <a:cxnLst/>
              <a:rect l="l" t="t" r="r" b="b"/>
              <a:pathLst>
                <a:path w="32881" h="10495" extrusionOk="0">
                  <a:moveTo>
                    <a:pt x="2295" y="1"/>
                  </a:moveTo>
                  <a:lnTo>
                    <a:pt x="1" y="7673"/>
                  </a:lnTo>
                  <a:lnTo>
                    <a:pt x="32881" y="10494"/>
                  </a:lnTo>
                  <a:lnTo>
                    <a:pt x="32562" y="7729"/>
                  </a:lnTo>
                  <a:lnTo>
                    <a:pt x="2295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4783575" y="5070100"/>
              <a:ext cx="179875" cy="179900"/>
            </a:xfrm>
            <a:custGeom>
              <a:avLst/>
              <a:gdLst/>
              <a:ahLst/>
              <a:cxnLst/>
              <a:rect l="l" t="t" r="r" b="b"/>
              <a:pathLst>
                <a:path w="7195" h="7196" extrusionOk="0">
                  <a:moveTo>
                    <a:pt x="3597" y="1"/>
                  </a:moveTo>
                  <a:cubicBezTo>
                    <a:pt x="1610" y="1"/>
                    <a:pt x="0" y="1611"/>
                    <a:pt x="0" y="3598"/>
                  </a:cubicBezTo>
                  <a:cubicBezTo>
                    <a:pt x="0" y="5586"/>
                    <a:pt x="1610" y="7195"/>
                    <a:pt x="3597" y="7195"/>
                  </a:cubicBezTo>
                  <a:cubicBezTo>
                    <a:pt x="5585" y="7195"/>
                    <a:pt x="7195" y="5586"/>
                    <a:pt x="7195" y="3598"/>
                  </a:cubicBezTo>
                  <a:cubicBezTo>
                    <a:pt x="7195" y="1611"/>
                    <a:pt x="5585" y="1"/>
                    <a:pt x="3597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8"/>
            <p:cNvSpPr/>
            <p:nvPr/>
          </p:nvSpPr>
          <p:spPr>
            <a:xfrm>
              <a:off x="6092650" y="5070100"/>
              <a:ext cx="179875" cy="179900"/>
            </a:xfrm>
            <a:custGeom>
              <a:avLst/>
              <a:gdLst/>
              <a:ahLst/>
              <a:cxnLst/>
              <a:rect l="l" t="t" r="r" b="b"/>
              <a:pathLst>
                <a:path w="7195" h="7196" extrusionOk="0">
                  <a:moveTo>
                    <a:pt x="3598" y="1"/>
                  </a:moveTo>
                  <a:cubicBezTo>
                    <a:pt x="1610" y="1"/>
                    <a:pt x="0" y="1611"/>
                    <a:pt x="0" y="3598"/>
                  </a:cubicBezTo>
                  <a:cubicBezTo>
                    <a:pt x="0" y="5586"/>
                    <a:pt x="1610" y="7195"/>
                    <a:pt x="3598" y="7195"/>
                  </a:cubicBezTo>
                  <a:cubicBezTo>
                    <a:pt x="5583" y="7195"/>
                    <a:pt x="7195" y="5586"/>
                    <a:pt x="7195" y="3598"/>
                  </a:cubicBezTo>
                  <a:cubicBezTo>
                    <a:pt x="7195" y="1611"/>
                    <a:pt x="5583" y="1"/>
                    <a:pt x="3598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8"/>
            <p:cNvSpPr/>
            <p:nvPr/>
          </p:nvSpPr>
          <p:spPr>
            <a:xfrm>
              <a:off x="5316100" y="5000150"/>
              <a:ext cx="187000" cy="179900"/>
            </a:xfrm>
            <a:custGeom>
              <a:avLst/>
              <a:gdLst/>
              <a:ahLst/>
              <a:cxnLst/>
              <a:rect l="l" t="t" r="r" b="b"/>
              <a:pathLst>
                <a:path w="7480" h="7196" extrusionOk="0">
                  <a:moveTo>
                    <a:pt x="3882" y="0"/>
                  </a:moveTo>
                  <a:cubicBezTo>
                    <a:pt x="2426" y="0"/>
                    <a:pt x="1115" y="876"/>
                    <a:pt x="558" y="2221"/>
                  </a:cubicBezTo>
                  <a:cubicBezTo>
                    <a:pt x="1" y="3566"/>
                    <a:pt x="310" y="5112"/>
                    <a:pt x="1338" y="6142"/>
                  </a:cubicBezTo>
                  <a:cubicBezTo>
                    <a:pt x="2026" y="6830"/>
                    <a:pt x="2946" y="7195"/>
                    <a:pt x="3883" y="7195"/>
                  </a:cubicBezTo>
                  <a:cubicBezTo>
                    <a:pt x="4346" y="7195"/>
                    <a:pt x="4813" y="7106"/>
                    <a:pt x="5258" y="6922"/>
                  </a:cubicBezTo>
                  <a:cubicBezTo>
                    <a:pt x="6601" y="6365"/>
                    <a:pt x="7479" y="5053"/>
                    <a:pt x="7479" y="3598"/>
                  </a:cubicBezTo>
                  <a:cubicBezTo>
                    <a:pt x="7479" y="1610"/>
                    <a:pt x="5867" y="0"/>
                    <a:pt x="3882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8"/>
            <p:cNvSpPr/>
            <p:nvPr/>
          </p:nvSpPr>
          <p:spPr>
            <a:xfrm>
              <a:off x="2656975" y="1725150"/>
              <a:ext cx="1850300" cy="1956325"/>
            </a:xfrm>
            <a:custGeom>
              <a:avLst/>
              <a:gdLst/>
              <a:ahLst/>
              <a:cxnLst/>
              <a:rect l="l" t="t" r="r" b="b"/>
              <a:pathLst>
                <a:path w="74012" h="78253" extrusionOk="0">
                  <a:moveTo>
                    <a:pt x="61561" y="1"/>
                  </a:moveTo>
                  <a:cubicBezTo>
                    <a:pt x="58955" y="1"/>
                    <a:pt x="56300" y="712"/>
                    <a:pt x="54055" y="2023"/>
                  </a:cubicBezTo>
                  <a:cubicBezTo>
                    <a:pt x="49192" y="4861"/>
                    <a:pt x="46014" y="9922"/>
                    <a:pt x="43949" y="15160"/>
                  </a:cubicBezTo>
                  <a:cubicBezTo>
                    <a:pt x="41887" y="20399"/>
                    <a:pt x="40759" y="25961"/>
                    <a:pt x="38878" y="31268"/>
                  </a:cubicBezTo>
                  <a:cubicBezTo>
                    <a:pt x="35172" y="41726"/>
                    <a:pt x="28213" y="51358"/>
                    <a:pt x="18395" y="56526"/>
                  </a:cubicBezTo>
                  <a:cubicBezTo>
                    <a:pt x="14938" y="58346"/>
                    <a:pt x="11190" y="59593"/>
                    <a:pt x="7829" y="61583"/>
                  </a:cubicBezTo>
                  <a:cubicBezTo>
                    <a:pt x="4465" y="63572"/>
                    <a:pt x="1399" y="66523"/>
                    <a:pt x="515" y="70329"/>
                  </a:cubicBezTo>
                  <a:cubicBezTo>
                    <a:pt x="0" y="72541"/>
                    <a:pt x="376" y="75113"/>
                    <a:pt x="2058" y="76637"/>
                  </a:cubicBezTo>
                  <a:cubicBezTo>
                    <a:pt x="3621" y="78052"/>
                    <a:pt x="5861" y="78253"/>
                    <a:pt x="8005" y="78253"/>
                  </a:cubicBezTo>
                  <a:cubicBezTo>
                    <a:pt x="8284" y="78253"/>
                    <a:pt x="8562" y="78249"/>
                    <a:pt x="8836" y="78245"/>
                  </a:cubicBezTo>
                  <a:lnTo>
                    <a:pt x="33858" y="77817"/>
                  </a:lnTo>
                  <a:cubicBezTo>
                    <a:pt x="39926" y="77713"/>
                    <a:pt x="46051" y="77603"/>
                    <a:pt x="51955" y="76205"/>
                  </a:cubicBezTo>
                  <a:cubicBezTo>
                    <a:pt x="57861" y="74808"/>
                    <a:pt x="63612" y="71999"/>
                    <a:pt x="67487" y="67328"/>
                  </a:cubicBezTo>
                  <a:cubicBezTo>
                    <a:pt x="73720" y="59812"/>
                    <a:pt x="74012" y="49171"/>
                    <a:pt x="74007" y="39407"/>
                  </a:cubicBezTo>
                  <a:cubicBezTo>
                    <a:pt x="74003" y="32517"/>
                    <a:pt x="73999" y="25625"/>
                    <a:pt x="73995" y="18733"/>
                  </a:cubicBezTo>
                  <a:cubicBezTo>
                    <a:pt x="73991" y="13171"/>
                    <a:pt x="73728" y="6961"/>
                    <a:pt x="69743" y="3082"/>
                  </a:cubicBezTo>
                  <a:cubicBezTo>
                    <a:pt x="67570" y="968"/>
                    <a:pt x="64599" y="1"/>
                    <a:pt x="61561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8"/>
            <p:cNvSpPr/>
            <p:nvPr/>
          </p:nvSpPr>
          <p:spPr>
            <a:xfrm>
              <a:off x="3772850" y="1605500"/>
              <a:ext cx="2383525" cy="2203450"/>
            </a:xfrm>
            <a:custGeom>
              <a:avLst/>
              <a:gdLst/>
              <a:ahLst/>
              <a:cxnLst/>
              <a:rect l="l" t="t" r="r" b="b"/>
              <a:pathLst>
                <a:path w="95341" h="88138" extrusionOk="0">
                  <a:moveTo>
                    <a:pt x="75825" y="1"/>
                  </a:moveTo>
                  <a:cubicBezTo>
                    <a:pt x="73912" y="1"/>
                    <a:pt x="71989" y="136"/>
                    <a:pt x="70085" y="300"/>
                  </a:cubicBezTo>
                  <a:cubicBezTo>
                    <a:pt x="65362" y="711"/>
                    <a:pt x="60373" y="1405"/>
                    <a:pt x="56691" y="4392"/>
                  </a:cubicBezTo>
                  <a:cubicBezTo>
                    <a:pt x="53558" y="6932"/>
                    <a:pt x="51805" y="10815"/>
                    <a:pt x="50814" y="14723"/>
                  </a:cubicBezTo>
                  <a:cubicBezTo>
                    <a:pt x="49822" y="18631"/>
                    <a:pt x="49488" y="22676"/>
                    <a:pt x="48595" y="26609"/>
                  </a:cubicBezTo>
                  <a:cubicBezTo>
                    <a:pt x="45252" y="41319"/>
                    <a:pt x="33971" y="53550"/>
                    <a:pt x="20284" y="59894"/>
                  </a:cubicBezTo>
                  <a:cubicBezTo>
                    <a:pt x="16789" y="61514"/>
                    <a:pt x="13132" y="62794"/>
                    <a:pt x="9770" y="64678"/>
                  </a:cubicBezTo>
                  <a:cubicBezTo>
                    <a:pt x="6408" y="66559"/>
                    <a:pt x="3285" y="69144"/>
                    <a:pt x="1643" y="72629"/>
                  </a:cubicBezTo>
                  <a:cubicBezTo>
                    <a:pt x="0" y="76114"/>
                    <a:pt x="127" y="80606"/>
                    <a:pt x="2676" y="83494"/>
                  </a:cubicBezTo>
                  <a:cubicBezTo>
                    <a:pt x="5510" y="86705"/>
                    <a:pt x="10277" y="87139"/>
                    <a:pt x="14554" y="87352"/>
                  </a:cubicBezTo>
                  <a:cubicBezTo>
                    <a:pt x="22497" y="87746"/>
                    <a:pt x="30478" y="88138"/>
                    <a:pt x="38437" y="88138"/>
                  </a:cubicBezTo>
                  <a:cubicBezTo>
                    <a:pt x="47404" y="88138"/>
                    <a:pt x="56343" y="87640"/>
                    <a:pt x="65170" y="86088"/>
                  </a:cubicBezTo>
                  <a:cubicBezTo>
                    <a:pt x="74302" y="84480"/>
                    <a:pt x="83921" y="81275"/>
                    <a:pt x="89262" y="73695"/>
                  </a:cubicBezTo>
                  <a:cubicBezTo>
                    <a:pt x="93441" y="67762"/>
                    <a:pt x="94277" y="60159"/>
                    <a:pt x="94669" y="52912"/>
                  </a:cubicBezTo>
                  <a:cubicBezTo>
                    <a:pt x="95341" y="40510"/>
                    <a:pt x="95101" y="28077"/>
                    <a:pt x="93954" y="15713"/>
                  </a:cubicBezTo>
                  <a:cubicBezTo>
                    <a:pt x="93695" y="12925"/>
                    <a:pt x="93368" y="10064"/>
                    <a:pt x="92056" y="7591"/>
                  </a:cubicBezTo>
                  <a:cubicBezTo>
                    <a:pt x="90138" y="3968"/>
                    <a:pt x="86305" y="1656"/>
                    <a:pt x="82322" y="692"/>
                  </a:cubicBezTo>
                  <a:cubicBezTo>
                    <a:pt x="80195" y="178"/>
                    <a:pt x="78016" y="1"/>
                    <a:pt x="75825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8"/>
            <p:cNvSpPr/>
            <p:nvPr/>
          </p:nvSpPr>
          <p:spPr>
            <a:xfrm>
              <a:off x="4092950" y="1676250"/>
              <a:ext cx="1922825" cy="2026925"/>
            </a:xfrm>
            <a:custGeom>
              <a:avLst/>
              <a:gdLst/>
              <a:ahLst/>
              <a:cxnLst/>
              <a:rect l="l" t="t" r="r" b="b"/>
              <a:pathLst>
                <a:path w="76913" h="81077" extrusionOk="0">
                  <a:moveTo>
                    <a:pt x="56252" y="0"/>
                  </a:moveTo>
                  <a:cubicBezTo>
                    <a:pt x="51786" y="0"/>
                    <a:pt x="47324" y="330"/>
                    <a:pt x="42900" y="988"/>
                  </a:cubicBezTo>
                  <a:cubicBezTo>
                    <a:pt x="38853" y="1591"/>
                    <a:pt x="34540" y="2642"/>
                    <a:pt x="31881" y="5753"/>
                  </a:cubicBezTo>
                  <a:cubicBezTo>
                    <a:pt x="29896" y="8079"/>
                    <a:pt x="29156" y="11198"/>
                    <a:pt x="28653" y="14212"/>
                  </a:cubicBezTo>
                  <a:cubicBezTo>
                    <a:pt x="27135" y="23323"/>
                    <a:pt x="27198" y="32611"/>
                    <a:pt x="26762" y="41836"/>
                  </a:cubicBezTo>
                  <a:cubicBezTo>
                    <a:pt x="26587" y="45573"/>
                    <a:pt x="26299" y="49419"/>
                    <a:pt x="24624" y="52764"/>
                  </a:cubicBezTo>
                  <a:cubicBezTo>
                    <a:pt x="22616" y="56776"/>
                    <a:pt x="18869" y="59583"/>
                    <a:pt x="15251" y="62238"/>
                  </a:cubicBezTo>
                  <a:lnTo>
                    <a:pt x="2851" y="71336"/>
                  </a:lnTo>
                  <a:cubicBezTo>
                    <a:pt x="1504" y="72324"/>
                    <a:pt x="0" y="73667"/>
                    <a:pt x="261" y="75319"/>
                  </a:cubicBezTo>
                  <a:cubicBezTo>
                    <a:pt x="540" y="77075"/>
                    <a:pt x="2594" y="77849"/>
                    <a:pt x="4327" y="78245"/>
                  </a:cubicBezTo>
                  <a:cubicBezTo>
                    <a:pt x="12591" y="80129"/>
                    <a:pt x="21034" y="81077"/>
                    <a:pt x="29495" y="81077"/>
                  </a:cubicBezTo>
                  <a:cubicBezTo>
                    <a:pt x="31897" y="81077"/>
                    <a:pt x="34301" y="81000"/>
                    <a:pt x="36703" y="80847"/>
                  </a:cubicBezTo>
                  <a:cubicBezTo>
                    <a:pt x="44285" y="80361"/>
                    <a:pt x="51930" y="79073"/>
                    <a:pt x="58784" y="75797"/>
                  </a:cubicBezTo>
                  <a:cubicBezTo>
                    <a:pt x="65639" y="72520"/>
                    <a:pt x="71674" y="67080"/>
                    <a:pt x="74516" y="60033"/>
                  </a:cubicBezTo>
                  <a:cubicBezTo>
                    <a:pt x="76881" y="54169"/>
                    <a:pt x="76913" y="47663"/>
                    <a:pt x="76910" y="41340"/>
                  </a:cubicBezTo>
                  <a:lnTo>
                    <a:pt x="76902" y="16070"/>
                  </a:lnTo>
                  <a:cubicBezTo>
                    <a:pt x="76900" y="12145"/>
                    <a:pt x="76787" y="7887"/>
                    <a:pt x="74341" y="4817"/>
                  </a:cubicBezTo>
                  <a:cubicBezTo>
                    <a:pt x="71586" y="1362"/>
                    <a:pt x="66742" y="498"/>
                    <a:pt x="62334" y="204"/>
                  </a:cubicBezTo>
                  <a:cubicBezTo>
                    <a:pt x="60308" y="68"/>
                    <a:pt x="58280" y="0"/>
                    <a:pt x="56252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8"/>
            <p:cNvSpPr/>
            <p:nvPr/>
          </p:nvSpPr>
          <p:spPr>
            <a:xfrm>
              <a:off x="2248975" y="3300825"/>
              <a:ext cx="421425" cy="1414075"/>
            </a:xfrm>
            <a:custGeom>
              <a:avLst/>
              <a:gdLst/>
              <a:ahLst/>
              <a:cxnLst/>
              <a:rect l="l" t="t" r="r" b="b"/>
              <a:pathLst>
                <a:path w="16857" h="56563" extrusionOk="0">
                  <a:moveTo>
                    <a:pt x="2340" y="1"/>
                  </a:moveTo>
                  <a:cubicBezTo>
                    <a:pt x="0" y="4860"/>
                    <a:pt x="1049" y="10538"/>
                    <a:pt x="1741" y="15731"/>
                  </a:cubicBezTo>
                  <a:lnTo>
                    <a:pt x="7186" y="56562"/>
                  </a:lnTo>
                  <a:lnTo>
                    <a:pt x="14717" y="56387"/>
                  </a:lnTo>
                  <a:cubicBezTo>
                    <a:pt x="13246" y="44576"/>
                    <a:pt x="16856" y="32604"/>
                    <a:pt x="15501" y="20780"/>
                  </a:cubicBezTo>
                  <a:cubicBezTo>
                    <a:pt x="14975" y="16185"/>
                    <a:pt x="13703" y="11679"/>
                    <a:pt x="13338" y="7072"/>
                  </a:cubicBezTo>
                  <a:cubicBezTo>
                    <a:pt x="13165" y="4887"/>
                    <a:pt x="13413" y="2524"/>
                    <a:pt x="13947" y="91"/>
                  </a:cubicBezTo>
                  <a:lnTo>
                    <a:pt x="2340" y="1"/>
                  </a:ln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8"/>
            <p:cNvSpPr/>
            <p:nvPr/>
          </p:nvSpPr>
          <p:spPr>
            <a:xfrm>
              <a:off x="2278575" y="2668075"/>
              <a:ext cx="1793175" cy="976250"/>
            </a:xfrm>
            <a:custGeom>
              <a:avLst/>
              <a:gdLst/>
              <a:ahLst/>
              <a:cxnLst/>
              <a:rect l="l" t="t" r="r" b="b"/>
              <a:pathLst>
                <a:path w="71727" h="39050" extrusionOk="0">
                  <a:moveTo>
                    <a:pt x="49837" y="1"/>
                  </a:moveTo>
                  <a:cubicBezTo>
                    <a:pt x="48685" y="5125"/>
                    <a:pt x="44784" y="9314"/>
                    <a:pt x="40198" y="11877"/>
                  </a:cubicBezTo>
                  <a:cubicBezTo>
                    <a:pt x="35614" y="14440"/>
                    <a:pt x="30376" y="15574"/>
                    <a:pt x="25186" y="16373"/>
                  </a:cubicBezTo>
                  <a:cubicBezTo>
                    <a:pt x="19995" y="17174"/>
                    <a:pt x="14734" y="17679"/>
                    <a:pt x="9683" y="19126"/>
                  </a:cubicBezTo>
                  <a:cubicBezTo>
                    <a:pt x="7470" y="19762"/>
                    <a:pt x="5245" y="20613"/>
                    <a:pt x="3562" y="22183"/>
                  </a:cubicBezTo>
                  <a:cubicBezTo>
                    <a:pt x="1389" y="24212"/>
                    <a:pt x="370" y="27240"/>
                    <a:pt x="186" y="30207"/>
                  </a:cubicBezTo>
                  <a:cubicBezTo>
                    <a:pt x="1" y="33173"/>
                    <a:pt x="568" y="36130"/>
                    <a:pt x="1131" y="39049"/>
                  </a:cubicBezTo>
                  <a:cubicBezTo>
                    <a:pt x="8865" y="39031"/>
                    <a:pt x="17349" y="37385"/>
                    <a:pt x="25085" y="37366"/>
                  </a:cubicBezTo>
                  <a:cubicBezTo>
                    <a:pt x="25135" y="37366"/>
                    <a:pt x="25185" y="37366"/>
                    <a:pt x="25235" y="37366"/>
                  </a:cubicBezTo>
                  <a:cubicBezTo>
                    <a:pt x="30028" y="37366"/>
                    <a:pt x="34622" y="37876"/>
                    <a:pt x="39185" y="37876"/>
                  </a:cubicBezTo>
                  <a:cubicBezTo>
                    <a:pt x="42593" y="37876"/>
                    <a:pt x="45982" y="37592"/>
                    <a:pt x="49424" y="36599"/>
                  </a:cubicBezTo>
                  <a:cubicBezTo>
                    <a:pt x="57523" y="34263"/>
                    <a:pt x="65245" y="29284"/>
                    <a:pt x="68949" y="21714"/>
                  </a:cubicBezTo>
                  <a:cubicBezTo>
                    <a:pt x="71314" y="16876"/>
                    <a:pt x="71727" y="10642"/>
                    <a:pt x="68398" y="6411"/>
                  </a:cubicBezTo>
                  <a:cubicBezTo>
                    <a:pt x="66319" y="3767"/>
                    <a:pt x="63085" y="2263"/>
                    <a:pt x="59815" y="1471"/>
                  </a:cubicBezTo>
                  <a:cubicBezTo>
                    <a:pt x="56545" y="679"/>
                    <a:pt x="53163" y="510"/>
                    <a:pt x="49837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>
              <a:off x="2561550" y="2668075"/>
              <a:ext cx="1510200" cy="965650"/>
            </a:xfrm>
            <a:custGeom>
              <a:avLst/>
              <a:gdLst/>
              <a:ahLst/>
              <a:cxnLst/>
              <a:rect l="l" t="t" r="r" b="b"/>
              <a:pathLst>
                <a:path w="60408" h="38626" extrusionOk="0">
                  <a:moveTo>
                    <a:pt x="38518" y="1"/>
                  </a:moveTo>
                  <a:cubicBezTo>
                    <a:pt x="37366" y="5125"/>
                    <a:pt x="33465" y="9314"/>
                    <a:pt x="28879" y="11877"/>
                  </a:cubicBezTo>
                  <a:cubicBezTo>
                    <a:pt x="24295" y="14440"/>
                    <a:pt x="19059" y="15572"/>
                    <a:pt x="13867" y="16373"/>
                  </a:cubicBezTo>
                  <a:cubicBezTo>
                    <a:pt x="9345" y="17070"/>
                    <a:pt x="4443" y="17451"/>
                    <a:pt x="1" y="18519"/>
                  </a:cubicBezTo>
                  <a:cubicBezTo>
                    <a:pt x="1087" y="24977"/>
                    <a:pt x="3442" y="32180"/>
                    <a:pt x="5400" y="38626"/>
                  </a:cubicBezTo>
                  <a:cubicBezTo>
                    <a:pt x="8190" y="38365"/>
                    <a:pt x="11093" y="37373"/>
                    <a:pt x="13766" y="37366"/>
                  </a:cubicBezTo>
                  <a:cubicBezTo>
                    <a:pt x="13822" y="37366"/>
                    <a:pt x="13877" y="37366"/>
                    <a:pt x="13932" y="37366"/>
                  </a:cubicBezTo>
                  <a:cubicBezTo>
                    <a:pt x="18721" y="37366"/>
                    <a:pt x="23312" y="37875"/>
                    <a:pt x="27871" y="37875"/>
                  </a:cubicBezTo>
                  <a:cubicBezTo>
                    <a:pt x="31277" y="37875"/>
                    <a:pt x="34665" y="37591"/>
                    <a:pt x="38105" y="36599"/>
                  </a:cubicBezTo>
                  <a:cubicBezTo>
                    <a:pt x="46202" y="34263"/>
                    <a:pt x="53928" y="29284"/>
                    <a:pt x="57630" y="21714"/>
                  </a:cubicBezTo>
                  <a:cubicBezTo>
                    <a:pt x="59995" y="16876"/>
                    <a:pt x="60408" y="10642"/>
                    <a:pt x="57079" y="6411"/>
                  </a:cubicBezTo>
                  <a:cubicBezTo>
                    <a:pt x="55000" y="3767"/>
                    <a:pt x="51766" y="2263"/>
                    <a:pt x="48496" y="1471"/>
                  </a:cubicBezTo>
                  <a:cubicBezTo>
                    <a:pt x="45226" y="679"/>
                    <a:pt x="41844" y="510"/>
                    <a:pt x="38518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8"/>
            <p:cNvSpPr/>
            <p:nvPr/>
          </p:nvSpPr>
          <p:spPr>
            <a:xfrm>
              <a:off x="2999225" y="3065400"/>
              <a:ext cx="476225" cy="550400"/>
            </a:xfrm>
            <a:custGeom>
              <a:avLst/>
              <a:gdLst/>
              <a:ahLst/>
              <a:cxnLst/>
              <a:rect l="l" t="t" r="r" b="b"/>
              <a:pathLst>
                <a:path w="19049" h="22016" extrusionOk="0">
                  <a:moveTo>
                    <a:pt x="10160" y="0"/>
                  </a:moveTo>
                  <a:cubicBezTo>
                    <a:pt x="9222" y="255"/>
                    <a:pt x="8288" y="547"/>
                    <a:pt x="7366" y="895"/>
                  </a:cubicBezTo>
                  <a:cubicBezTo>
                    <a:pt x="5681" y="1529"/>
                    <a:pt x="3990" y="2380"/>
                    <a:pt x="2709" y="3952"/>
                  </a:cubicBezTo>
                  <a:cubicBezTo>
                    <a:pt x="1056" y="5979"/>
                    <a:pt x="280" y="9009"/>
                    <a:pt x="140" y="11975"/>
                  </a:cubicBezTo>
                  <a:cubicBezTo>
                    <a:pt x="1" y="14940"/>
                    <a:pt x="2309" y="19096"/>
                    <a:pt x="2737" y="22016"/>
                  </a:cubicBezTo>
                  <a:cubicBezTo>
                    <a:pt x="8609" y="21997"/>
                    <a:pt x="13180" y="19165"/>
                    <a:pt x="19048" y="19138"/>
                  </a:cubicBezTo>
                  <a:cubicBezTo>
                    <a:pt x="17103" y="12223"/>
                    <a:pt x="15205" y="5579"/>
                    <a:pt x="10160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8"/>
            <p:cNvSpPr/>
            <p:nvPr/>
          </p:nvSpPr>
          <p:spPr>
            <a:xfrm>
              <a:off x="3253225" y="2609650"/>
              <a:ext cx="1109950" cy="946900"/>
            </a:xfrm>
            <a:custGeom>
              <a:avLst/>
              <a:gdLst/>
              <a:ahLst/>
              <a:cxnLst/>
              <a:rect l="l" t="t" r="r" b="b"/>
              <a:pathLst>
                <a:path w="44398" h="37876" extrusionOk="0">
                  <a:moveTo>
                    <a:pt x="27746" y="0"/>
                  </a:moveTo>
                  <a:cubicBezTo>
                    <a:pt x="26870" y="5124"/>
                    <a:pt x="23903" y="9313"/>
                    <a:pt x="20416" y="11876"/>
                  </a:cubicBezTo>
                  <a:cubicBezTo>
                    <a:pt x="16927" y="14439"/>
                    <a:pt x="12944" y="15572"/>
                    <a:pt x="8997" y="16372"/>
                  </a:cubicBezTo>
                  <a:cubicBezTo>
                    <a:pt x="5998" y="16979"/>
                    <a:pt x="2968" y="17419"/>
                    <a:pt x="0" y="18228"/>
                  </a:cubicBezTo>
                  <a:cubicBezTo>
                    <a:pt x="5045" y="23807"/>
                    <a:pt x="6943" y="30453"/>
                    <a:pt x="8888" y="37366"/>
                  </a:cubicBezTo>
                  <a:lnTo>
                    <a:pt x="8919" y="37366"/>
                  </a:lnTo>
                  <a:cubicBezTo>
                    <a:pt x="8957" y="37366"/>
                    <a:pt x="8995" y="37366"/>
                    <a:pt x="9033" y="37366"/>
                  </a:cubicBezTo>
                  <a:cubicBezTo>
                    <a:pt x="12679" y="37366"/>
                    <a:pt x="16173" y="37875"/>
                    <a:pt x="19644" y="37875"/>
                  </a:cubicBezTo>
                  <a:cubicBezTo>
                    <a:pt x="22235" y="37875"/>
                    <a:pt x="24813" y="37591"/>
                    <a:pt x="27431" y="36598"/>
                  </a:cubicBezTo>
                  <a:cubicBezTo>
                    <a:pt x="33591" y="34263"/>
                    <a:pt x="39466" y="29283"/>
                    <a:pt x="42283" y="21711"/>
                  </a:cubicBezTo>
                  <a:cubicBezTo>
                    <a:pt x="44083" y="16875"/>
                    <a:pt x="44398" y="10640"/>
                    <a:pt x="41864" y="6411"/>
                  </a:cubicBezTo>
                  <a:cubicBezTo>
                    <a:pt x="40283" y="3766"/>
                    <a:pt x="37823" y="2263"/>
                    <a:pt x="35337" y="1470"/>
                  </a:cubicBezTo>
                  <a:cubicBezTo>
                    <a:pt x="32849" y="678"/>
                    <a:pt x="30276" y="507"/>
                    <a:pt x="27746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8"/>
            <p:cNvSpPr/>
            <p:nvPr/>
          </p:nvSpPr>
          <p:spPr>
            <a:xfrm>
              <a:off x="2006650" y="4566225"/>
              <a:ext cx="670200" cy="537700"/>
            </a:xfrm>
            <a:custGeom>
              <a:avLst/>
              <a:gdLst/>
              <a:ahLst/>
              <a:cxnLst/>
              <a:rect l="l" t="t" r="r" b="b"/>
              <a:pathLst>
                <a:path w="26808" h="21508" extrusionOk="0">
                  <a:moveTo>
                    <a:pt x="17892" y="1"/>
                  </a:moveTo>
                  <a:cubicBezTo>
                    <a:pt x="17012" y="1"/>
                    <a:pt x="16180" y="269"/>
                    <a:pt x="15455" y="1052"/>
                  </a:cubicBezTo>
                  <a:cubicBezTo>
                    <a:pt x="15505" y="4349"/>
                    <a:pt x="15021" y="7523"/>
                    <a:pt x="12855" y="10301"/>
                  </a:cubicBezTo>
                  <a:cubicBezTo>
                    <a:pt x="9833" y="14173"/>
                    <a:pt x="5272" y="17116"/>
                    <a:pt x="138" y="18504"/>
                  </a:cubicBezTo>
                  <a:cubicBezTo>
                    <a:pt x="0" y="19535"/>
                    <a:pt x="238" y="20598"/>
                    <a:pt x="807" y="21507"/>
                  </a:cubicBezTo>
                  <a:cubicBezTo>
                    <a:pt x="6532" y="21455"/>
                    <a:pt x="12250" y="21063"/>
                    <a:pt x="17928" y="20333"/>
                  </a:cubicBezTo>
                  <a:cubicBezTo>
                    <a:pt x="17469" y="17964"/>
                    <a:pt x="19115" y="15416"/>
                    <a:pt x="21676" y="14521"/>
                  </a:cubicBezTo>
                  <a:cubicBezTo>
                    <a:pt x="21959" y="16062"/>
                    <a:pt x="22245" y="17604"/>
                    <a:pt x="22531" y="19143"/>
                  </a:cubicBezTo>
                  <a:lnTo>
                    <a:pt x="24374" y="18488"/>
                  </a:lnTo>
                  <a:cubicBezTo>
                    <a:pt x="26808" y="10743"/>
                    <a:pt x="24551" y="7537"/>
                    <a:pt x="24747" y="1052"/>
                  </a:cubicBezTo>
                  <a:lnTo>
                    <a:pt x="24747" y="1052"/>
                  </a:lnTo>
                  <a:cubicBezTo>
                    <a:pt x="24410" y="1203"/>
                    <a:pt x="24047" y="1264"/>
                    <a:pt x="23665" y="1264"/>
                  </a:cubicBezTo>
                  <a:cubicBezTo>
                    <a:pt x="21933" y="1264"/>
                    <a:pt x="19802" y="1"/>
                    <a:pt x="17892" y="1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8"/>
            <p:cNvSpPr/>
            <p:nvPr/>
          </p:nvSpPr>
          <p:spPr>
            <a:xfrm>
              <a:off x="2030275" y="4840125"/>
              <a:ext cx="606325" cy="233250"/>
            </a:xfrm>
            <a:custGeom>
              <a:avLst/>
              <a:gdLst/>
              <a:ahLst/>
              <a:cxnLst/>
              <a:rect l="l" t="t" r="r" b="b"/>
              <a:pathLst>
                <a:path w="24253" h="9330" extrusionOk="0">
                  <a:moveTo>
                    <a:pt x="23785" y="0"/>
                  </a:moveTo>
                  <a:cubicBezTo>
                    <a:pt x="22161" y="0"/>
                    <a:pt x="20714" y="780"/>
                    <a:pt x="19750" y="1472"/>
                  </a:cubicBezTo>
                  <a:cubicBezTo>
                    <a:pt x="18956" y="2039"/>
                    <a:pt x="18243" y="2706"/>
                    <a:pt x="17548" y="3353"/>
                  </a:cubicBezTo>
                  <a:cubicBezTo>
                    <a:pt x="17133" y="3741"/>
                    <a:pt x="16700" y="4143"/>
                    <a:pt x="16260" y="4516"/>
                  </a:cubicBezTo>
                  <a:cubicBezTo>
                    <a:pt x="12851" y="7407"/>
                    <a:pt x="8257" y="9006"/>
                    <a:pt x="3676" y="9006"/>
                  </a:cubicBezTo>
                  <a:cubicBezTo>
                    <a:pt x="2633" y="9006"/>
                    <a:pt x="1591" y="8923"/>
                    <a:pt x="563" y="8754"/>
                  </a:cubicBezTo>
                  <a:lnTo>
                    <a:pt x="569" y="8700"/>
                  </a:lnTo>
                  <a:lnTo>
                    <a:pt x="46" y="8662"/>
                  </a:lnTo>
                  <a:lnTo>
                    <a:pt x="0" y="8981"/>
                  </a:lnTo>
                  <a:cubicBezTo>
                    <a:pt x="1210" y="9215"/>
                    <a:pt x="2442" y="9329"/>
                    <a:pt x="3674" y="9329"/>
                  </a:cubicBezTo>
                  <a:cubicBezTo>
                    <a:pt x="8337" y="9329"/>
                    <a:pt x="13015" y="7701"/>
                    <a:pt x="16487" y="4756"/>
                  </a:cubicBezTo>
                  <a:cubicBezTo>
                    <a:pt x="16935" y="4377"/>
                    <a:pt x="17369" y="3972"/>
                    <a:pt x="17790" y="3582"/>
                  </a:cubicBezTo>
                  <a:cubicBezTo>
                    <a:pt x="18474" y="2942"/>
                    <a:pt x="19183" y="2283"/>
                    <a:pt x="19957" y="1728"/>
                  </a:cubicBezTo>
                  <a:cubicBezTo>
                    <a:pt x="20876" y="1070"/>
                    <a:pt x="22249" y="322"/>
                    <a:pt x="23772" y="322"/>
                  </a:cubicBezTo>
                  <a:cubicBezTo>
                    <a:pt x="23919" y="322"/>
                    <a:pt x="24068" y="329"/>
                    <a:pt x="24217" y="343"/>
                  </a:cubicBezTo>
                  <a:lnTo>
                    <a:pt x="24253" y="22"/>
                  </a:lnTo>
                  <a:cubicBezTo>
                    <a:pt x="24095" y="7"/>
                    <a:pt x="23939" y="0"/>
                    <a:pt x="23785" y="0"/>
                  </a:cubicBez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2307100" y="3474225"/>
              <a:ext cx="103025" cy="63950"/>
            </a:xfrm>
            <a:custGeom>
              <a:avLst/>
              <a:gdLst/>
              <a:ahLst/>
              <a:cxnLst/>
              <a:rect l="l" t="t" r="r" b="b"/>
              <a:pathLst>
                <a:path w="4121" h="2558" extrusionOk="0">
                  <a:moveTo>
                    <a:pt x="180" y="1"/>
                  </a:moveTo>
                  <a:lnTo>
                    <a:pt x="0" y="276"/>
                  </a:lnTo>
                  <a:lnTo>
                    <a:pt x="3944" y="2558"/>
                  </a:lnTo>
                  <a:lnTo>
                    <a:pt x="4121" y="2284"/>
                  </a:lnTo>
                  <a:lnTo>
                    <a:pt x="180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8"/>
            <p:cNvSpPr/>
            <p:nvPr/>
          </p:nvSpPr>
          <p:spPr>
            <a:xfrm>
              <a:off x="2969775" y="3303075"/>
              <a:ext cx="608575" cy="1374175"/>
            </a:xfrm>
            <a:custGeom>
              <a:avLst/>
              <a:gdLst/>
              <a:ahLst/>
              <a:cxnLst/>
              <a:rect l="l" t="t" r="r" b="b"/>
              <a:pathLst>
                <a:path w="24343" h="54967" extrusionOk="0">
                  <a:moveTo>
                    <a:pt x="1621" y="1"/>
                  </a:moveTo>
                  <a:cubicBezTo>
                    <a:pt x="0" y="6613"/>
                    <a:pt x="5614" y="14896"/>
                    <a:pt x="8448" y="22352"/>
                  </a:cubicBezTo>
                  <a:cubicBezTo>
                    <a:pt x="12439" y="32847"/>
                    <a:pt x="15576" y="43952"/>
                    <a:pt x="14124" y="54729"/>
                  </a:cubicBezTo>
                  <a:lnTo>
                    <a:pt x="22720" y="54967"/>
                  </a:lnTo>
                  <a:cubicBezTo>
                    <a:pt x="19413" y="41485"/>
                    <a:pt x="24343" y="27150"/>
                    <a:pt x="18975" y="14162"/>
                  </a:cubicBezTo>
                  <a:cubicBezTo>
                    <a:pt x="17317" y="10152"/>
                    <a:pt x="14729" y="6453"/>
                    <a:pt x="13418" y="2347"/>
                  </a:cubicBezTo>
                  <a:cubicBezTo>
                    <a:pt x="13174" y="1575"/>
                    <a:pt x="12973" y="793"/>
                    <a:pt x="12817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8"/>
            <p:cNvSpPr/>
            <p:nvPr/>
          </p:nvSpPr>
          <p:spPr>
            <a:xfrm>
              <a:off x="3259496" y="4596412"/>
              <a:ext cx="362946" cy="493175"/>
            </a:xfrm>
            <a:custGeom>
              <a:avLst/>
              <a:gdLst/>
              <a:ahLst/>
              <a:cxnLst/>
              <a:rect l="l" t="t" r="r" b="b"/>
              <a:pathLst>
                <a:path w="11502" h="19727" extrusionOk="0">
                  <a:moveTo>
                    <a:pt x="4450" y="0"/>
                  </a:moveTo>
                  <a:cubicBezTo>
                    <a:pt x="3767" y="0"/>
                    <a:pt x="3096" y="145"/>
                    <a:pt x="2459" y="519"/>
                  </a:cubicBezTo>
                  <a:cubicBezTo>
                    <a:pt x="2609" y="4022"/>
                    <a:pt x="1344" y="5976"/>
                    <a:pt x="943" y="8524"/>
                  </a:cubicBezTo>
                  <a:cubicBezTo>
                    <a:pt x="330" y="12434"/>
                    <a:pt x="1" y="15790"/>
                    <a:pt x="818" y="19727"/>
                  </a:cubicBezTo>
                  <a:lnTo>
                    <a:pt x="9485" y="19318"/>
                  </a:lnTo>
                  <a:cubicBezTo>
                    <a:pt x="9422" y="18584"/>
                    <a:pt x="9433" y="17844"/>
                    <a:pt x="9512" y="17112"/>
                  </a:cubicBezTo>
                  <a:cubicBezTo>
                    <a:pt x="9666" y="17105"/>
                    <a:pt x="9820" y="17101"/>
                    <a:pt x="9974" y="17101"/>
                  </a:cubicBezTo>
                  <a:cubicBezTo>
                    <a:pt x="10367" y="17101"/>
                    <a:pt x="10760" y="17124"/>
                    <a:pt x="11151" y="17172"/>
                  </a:cubicBezTo>
                  <a:cubicBezTo>
                    <a:pt x="11447" y="14816"/>
                    <a:pt x="11428" y="12432"/>
                    <a:pt x="11095" y="10082"/>
                  </a:cubicBezTo>
                  <a:cubicBezTo>
                    <a:pt x="11501" y="7340"/>
                    <a:pt x="11405" y="4787"/>
                    <a:pt x="10867" y="1734"/>
                  </a:cubicBezTo>
                  <a:cubicBezTo>
                    <a:pt x="9220" y="1676"/>
                    <a:pt x="6771" y="0"/>
                    <a:pt x="4450" y="0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3281525" y="4771025"/>
              <a:ext cx="253775" cy="204175"/>
            </a:xfrm>
            <a:custGeom>
              <a:avLst/>
              <a:gdLst/>
              <a:ahLst/>
              <a:cxnLst/>
              <a:rect l="l" t="t" r="r" b="b"/>
              <a:pathLst>
                <a:path w="10151" h="8167" extrusionOk="0">
                  <a:moveTo>
                    <a:pt x="9837" y="0"/>
                  </a:moveTo>
                  <a:cubicBezTo>
                    <a:pt x="9452" y="841"/>
                    <a:pt x="9256" y="1746"/>
                    <a:pt x="9064" y="2624"/>
                  </a:cubicBezTo>
                  <a:cubicBezTo>
                    <a:pt x="8966" y="3076"/>
                    <a:pt x="8861" y="3545"/>
                    <a:pt x="8736" y="3998"/>
                  </a:cubicBezTo>
                  <a:cubicBezTo>
                    <a:pt x="8284" y="5606"/>
                    <a:pt x="7529" y="6698"/>
                    <a:pt x="6495" y="7247"/>
                  </a:cubicBezTo>
                  <a:cubicBezTo>
                    <a:pt x="5742" y="7644"/>
                    <a:pt x="4909" y="7734"/>
                    <a:pt x="4023" y="7734"/>
                  </a:cubicBezTo>
                  <a:cubicBezTo>
                    <a:pt x="3662" y="7734"/>
                    <a:pt x="3292" y="7719"/>
                    <a:pt x="2916" y="7704"/>
                  </a:cubicBezTo>
                  <a:cubicBezTo>
                    <a:pt x="2547" y="7689"/>
                    <a:pt x="2172" y="7674"/>
                    <a:pt x="1799" y="7674"/>
                  </a:cubicBezTo>
                  <a:cubicBezTo>
                    <a:pt x="1367" y="7674"/>
                    <a:pt x="935" y="7694"/>
                    <a:pt x="512" y="7758"/>
                  </a:cubicBezTo>
                  <a:lnTo>
                    <a:pt x="468" y="7664"/>
                  </a:lnTo>
                  <a:lnTo>
                    <a:pt x="1" y="7862"/>
                  </a:lnTo>
                  <a:lnTo>
                    <a:pt x="113" y="8167"/>
                  </a:lnTo>
                  <a:cubicBezTo>
                    <a:pt x="652" y="8034"/>
                    <a:pt x="1221" y="7997"/>
                    <a:pt x="1794" y="7997"/>
                  </a:cubicBezTo>
                  <a:cubicBezTo>
                    <a:pt x="2164" y="7997"/>
                    <a:pt x="2536" y="8012"/>
                    <a:pt x="2902" y="8027"/>
                  </a:cubicBezTo>
                  <a:cubicBezTo>
                    <a:pt x="3263" y="8041"/>
                    <a:pt x="3628" y="8055"/>
                    <a:pt x="3991" y="8055"/>
                  </a:cubicBezTo>
                  <a:cubicBezTo>
                    <a:pt x="4920" y="8055"/>
                    <a:pt x="5838" y="7961"/>
                    <a:pt x="6659" y="7526"/>
                  </a:cubicBezTo>
                  <a:cubicBezTo>
                    <a:pt x="7779" y="6936"/>
                    <a:pt x="8588" y="5777"/>
                    <a:pt x="9066" y="4081"/>
                  </a:cubicBezTo>
                  <a:cubicBezTo>
                    <a:pt x="9195" y="3620"/>
                    <a:pt x="9297" y="3147"/>
                    <a:pt x="9397" y="2688"/>
                  </a:cubicBezTo>
                  <a:cubicBezTo>
                    <a:pt x="9585" y="1827"/>
                    <a:pt x="9779" y="939"/>
                    <a:pt x="10150" y="127"/>
                  </a:cubicBezTo>
                  <a:lnTo>
                    <a:pt x="9837" y="0"/>
                  </a:ln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3125850" y="3544975"/>
              <a:ext cx="79900" cy="46475"/>
            </a:xfrm>
            <a:custGeom>
              <a:avLst/>
              <a:gdLst/>
              <a:ahLst/>
              <a:cxnLst/>
              <a:rect l="l" t="t" r="r" b="b"/>
              <a:pathLst>
                <a:path w="3196" h="1859" extrusionOk="0">
                  <a:moveTo>
                    <a:pt x="166" y="1"/>
                  </a:moveTo>
                  <a:lnTo>
                    <a:pt x="1" y="282"/>
                  </a:lnTo>
                  <a:lnTo>
                    <a:pt x="3029" y="1859"/>
                  </a:lnTo>
                  <a:lnTo>
                    <a:pt x="3196" y="1577"/>
                  </a:lnTo>
                  <a:lnTo>
                    <a:pt x="166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2145475" y="1388325"/>
              <a:ext cx="1224550" cy="1227275"/>
            </a:xfrm>
            <a:custGeom>
              <a:avLst/>
              <a:gdLst/>
              <a:ahLst/>
              <a:cxnLst/>
              <a:rect l="l" t="t" r="r" b="b"/>
              <a:pathLst>
                <a:path w="48982" h="49091" extrusionOk="0">
                  <a:moveTo>
                    <a:pt x="42941" y="1"/>
                  </a:moveTo>
                  <a:cubicBezTo>
                    <a:pt x="42501" y="1"/>
                    <a:pt x="42049" y="68"/>
                    <a:pt x="41593" y="208"/>
                  </a:cubicBezTo>
                  <a:cubicBezTo>
                    <a:pt x="39414" y="877"/>
                    <a:pt x="37691" y="2616"/>
                    <a:pt x="36559" y="4595"/>
                  </a:cubicBezTo>
                  <a:cubicBezTo>
                    <a:pt x="35427" y="6574"/>
                    <a:pt x="34812" y="8800"/>
                    <a:pt x="34207" y="10998"/>
                  </a:cubicBezTo>
                  <a:lnTo>
                    <a:pt x="27532" y="35257"/>
                  </a:lnTo>
                  <a:cubicBezTo>
                    <a:pt x="22541" y="32235"/>
                    <a:pt x="17995" y="28531"/>
                    <a:pt x="14025" y="24256"/>
                  </a:cubicBezTo>
                  <a:cubicBezTo>
                    <a:pt x="12849" y="22988"/>
                    <a:pt x="11675" y="21568"/>
                    <a:pt x="11439" y="19854"/>
                  </a:cubicBezTo>
                  <a:cubicBezTo>
                    <a:pt x="11205" y="18163"/>
                    <a:pt x="11929" y="16442"/>
                    <a:pt x="11652" y="14760"/>
                  </a:cubicBezTo>
                  <a:cubicBezTo>
                    <a:pt x="11251" y="12324"/>
                    <a:pt x="8905" y="10639"/>
                    <a:pt x="8192" y="8274"/>
                  </a:cubicBezTo>
                  <a:lnTo>
                    <a:pt x="8192" y="8274"/>
                  </a:lnTo>
                  <a:cubicBezTo>
                    <a:pt x="7037" y="9456"/>
                    <a:pt x="7746" y="11419"/>
                    <a:pt x="8513" y="12885"/>
                  </a:cubicBezTo>
                  <a:cubicBezTo>
                    <a:pt x="7047" y="12464"/>
                    <a:pt x="5833" y="11258"/>
                    <a:pt x="5406" y="9796"/>
                  </a:cubicBezTo>
                  <a:cubicBezTo>
                    <a:pt x="5318" y="9502"/>
                    <a:pt x="5247" y="9175"/>
                    <a:pt x="5003" y="8989"/>
                  </a:cubicBezTo>
                  <a:cubicBezTo>
                    <a:pt x="4874" y="8889"/>
                    <a:pt x="4723" y="8849"/>
                    <a:pt x="4565" y="8849"/>
                  </a:cubicBezTo>
                  <a:cubicBezTo>
                    <a:pt x="4294" y="8849"/>
                    <a:pt x="4003" y="8967"/>
                    <a:pt x="3761" y="9106"/>
                  </a:cubicBezTo>
                  <a:cubicBezTo>
                    <a:pt x="1911" y="10188"/>
                    <a:pt x="891" y="12524"/>
                    <a:pt x="1354" y="14616"/>
                  </a:cubicBezTo>
                  <a:cubicBezTo>
                    <a:pt x="1286" y="14598"/>
                    <a:pt x="1219" y="14589"/>
                    <a:pt x="1155" y="14589"/>
                  </a:cubicBezTo>
                  <a:cubicBezTo>
                    <a:pt x="448" y="14589"/>
                    <a:pt x="1" y="15620"/>
                    <a:pt x="207" y="16367"/>
                  </a:cubicBezTo>
                  <a:cubicBezTo>
                    <a:pt x="434" y="17185"/>
                    <a:pt x="1058" y="17865"/>
                    <a:pt x="1189" y="18703"/>
                  </a:cubicBezTo>
                  <a:cubicBezTo>
                    <a:pt x="1340" y="19666"/>
                    <a:pt x="816" y="20713"/>
                    <a:pt x="1235" y="21593"/>
                  </a:cubicBezTo>
                  <a:cubicBezTo>
                    <a:pt x="1746" y="22674"/>
                    <a:pt x="3227" y="22728"/>
                    <a:pt x="4313" y="23224"/>
                  </a:cubicBezTo>
                  <a:cubicBezTo>
                    <a:pt x="5919" y="23960"/>
                    <a:pt x="6705" y="25745"/>
                    <a:pt x="7441" y="27351"/>
                  </a:cubicBezTo>
                  <a:cubicBezTo>
                    <a:pt x="10949" y="35036"/>
                    <a:pt x="16321" y="41861"/>
                    <a:pt x="22965" y="47079"/>
                  </a:cubicBezTo>
                  <a:cubicBezTo>
                    <a:pt x="24203" y="48050"/>
                    <a:pt x="25582" y="49003"/>
                    <a:pt x="27154" y="49085"/>
                  </a:cubicBezTo>
                  <a:cubicBezTo>
                    <a:pt x="27229" y="49089"/>
                    <a:pt x="27304" y="49090"/>
                    <a:pt x="27378" y="49090"/>
                  </a:cubicBezTo>
                  <a:cubicBezTo>
                    <a:pt x="29645" y="49090"/>
                    <a:pt x="31539" y="47301"/>
                    <a:pt x="33037" y="45565"/>
                  </a:cubicBezTo>
                  <a:cubicBezTo>
                    <a:pt x="40461" y="36954"/>
                    <a:pt x="45593" y="26388"/>
                    <a:pt x="47778" y="15231"/>
                  </a:cubicBezTo>
                  <a:cubicBezTo>
                    <a:pt x="48554" y="11275"/>
                    <a:pt x="48982" y="5953"/>
                    <a:pt x="46827" y="2325"/>
                  </a:cubicBezTo>
                  <a:cubicBezTo>
                    <a:pt x="45972" y="885"/>
                    <a:pt x="44540" y="1"/>
                    <a:pt x="42941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8"/>
            <p:cNvSpPr/>
            <p:nvPr/>
          </p:nvSpPr>
          <p:spPr>
            <a:xfrm>
              <a:off x="2337850" y="1509100"/>
              <a:ext cx="1027125" cy="1106500"/>
            </a:xfrm>
            <a:custGeom>
              <a:avLst/>
              <a:gdLst/>
              <a:ahLst/>
              <a:cxnLst/>
              <a:rect l="l" t="t" r="r" b="b"/>
              <a:pathLst>
                <a:path w="41085" h="44260" extrusionOk="0">
                  <a:moveTo>
                    <a:pt x="40171" y="0"/>
                  </a:moveTo>
                  <a:lnTo>
                    <a:pt x="40171" y="0"/>
                  </a:lnTo>
                  <a:cubicBezTo>
                    <a:pt x="14548" y="8221"/>
                    <a:pt x="35986" y="40465"/>
                    <a:pt x="19002" y="41891"/>
                  </a:cubicBezTo>
                  <a:cubicBezTo>
                    <a:pt x="18883" y="41900"/>
                    <a:pt x="18763" y="41904"/>
                    <a:pt x="18643" y="41904"/>
                  </a:cubicBezTo>
                  <a:cubicBezTo>
                    <a:pt x="12321" y="41904"/>
                    <a:pt x="5479" y="30002"/>
                    <a:pt x="1" y="23056"/>
                  </a:cubicBezTo>
                  <a:lnTo>
                    <a:pt x="1" y="23056"/>
                  </a:lnTo>
                  <a:cubicBezTo>
                    <a:pt x="3512" y="30519"/>
                    <a:pt x="8782" y="37151"/>
                    <a:pt x="15270" y="42245"/>
                  </a:cubicBezTo>
                  <a:cubicBezTo>
                    <a:pt x="16508" y="43219"/>
                    <a:pt x="17887" y="44172"/>
                    <a:pt x="19459" y="44254"/>
                  </a:cubicBezTo>
                  <a:cubicBezTo>
                    <a:pt x="19534" y="44258"/>
                    <a:pt x="19609" y="44259"/>
                    <a:pt x="19683" y="44259"/>
                  </a:cubicBezTo>
                  <a:cubicBezTo>
                    <a:pt x="21950" y="44259"/>
                    <a:pt x="23844" y="42470"/>
                    <a:pt x="25342" y="40731"/>
                  </a:cubicBezTo>
                  <a:cubicBezTo>
                    <a:pt x="32766" y="32123"/>
                    <a:pt x="37898" y="21554"/>
                    <a:pt x="40083" y="10398"/>
                  </a:cubicBezTo>
                  <a:cubicBezTo>
                    <a:pt x="40694" y="7280"/>
                    <a:pt x="41084" y="3318"/>
                    <a:pt x="40171" y="0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8"/>
            <p:cNvSpPr/>
            <p:nvPr/>
          </p:nvSpPr>
          <p:spPr>
            <a:xfrm>
              <a:off x="2218625" y="1563825"/>
              <a:ext cx="232750" cy="354500"/>
            </a:xfrm>
            <a:custGeom>
              <a:avLst/>
              <a:gdLst/>
              <a:ahLst/>
              <a:cxnLst/>
              <a:rect l="l" t="t" r="r" b="b"/>
              <a:pathLst>
                <a:path w="9310" h="14180" extrusionOk="0">
                  <a:moveTo>
                    <a:pt x="7843" y="1"/>
                  </a:moveTo>
                  <a:cubicBezTo>
                    <a:pt x="7715" y="1"/>
                    <a:pt x="7586" y="11"/>
                    <a:pt x="7456" y="34"/>
                  </a:cubicBezTo>
                  <a:lnTo>
                    <a:pt x="1085" y="1141"/>
                  </a:lnTo>
                  <a:cubicBezTo>
                    <a:pt x="445" y="1254"/>
                    <a:pt x="0" y="1627"/>
                    <a:pt x="0" y="2055"/>
                  </a:cubicBezTo>
                  <a:lnTo>
                    <a:pt x="0" y="12619"/>
                  </a:lnTo>
                  <a:cubicBezTo>
                    <a:pt x="0" y="13086"/>
                    <a:pt x="532" y="13485"/>
                    <a:pt x="1252" y="13554"/>
                  </a:cubicBezTo>
                  <a:lnTo>
                    <a:pt x="7622" y="14169"/>
                  </a:lnTo>
                  <a:cubicBezTo>
                    <a:pt x="7697" y="14176"/>
                    <a:pt x="7770" y="14179"/>
                    <a:pt x="7843" y="14179"/>
                  </a:cubicBezTo>
                  <a:cubicBezTo>
                    <a:pt x="8639" y="14179"/>
                    <a:pt x="9310" y="13764"/>
                    <a:pt x="9310" y="13234"/>
                  </a:cubicBezTo>
                  <a:lnTo>
                    <a:pt x="9310" y="945"/>
                  </a:lnTo>
                  <a:cubicBezTo>
                    <a:pt x="9310" y="411"/>
                    <a:pt x="8628" y="1"/>
                    <a:pt x="7843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2171900" y="1798600"/>
              <a:ext cx="136475" cy="120200"/>
            </a:xfrm>
            <a:custGeom>
              <a:avLst/>
              <a:gdLst/>
              <a:ahLst/>
              <a:cxnLst/>
              <a:rect l="l" t="t" r="r" b="b"/>
              <a:pathLst>
                <a:path w="5459" h="4808" extrusionOk="0">
                  <a:moveTo>
                    <a:pt x="4621" y="0"/>
                  </a:moveTo>
                  <a:cubicBezTo>
                    <a:pt x="4307" y="0"/>
                    <a:pt x="4007" y="128"/>
                    <a:pt x="3721" y="263"/>
                  </a:cubicBezTo>
                  <a:cubicBezTo>
                    <a:pt x="2875" y="663"/>
                    <a:pt x="2049" y="1110"/>
                    <a:pt x="1250" y="1598"/>
                  </a:cubicBezTo>
                  <a:cubicBezTo>
                    <a:pt x="894" y="1814"/>
                    <a:pt x="529" y="2048"/>
                    <a:pt x="314" y="2405"/>
                  </a:cubicBezTo>
                  <a:cubicBezTo>
                    <a:pt x="1" y="2924"/>
                    <a:pt x="80" y="3602"/>
                    <a:pt x="333" y="4154"/>
                  </a:cubicBezTo>
                  <a:cubicBezTo>
                    <a:pt x="458" y="4427"/>
                    <a:pt x="647" y="4705"/>
                    <a:pt x="939" y="4784"/>
                  </a:cubicBezTo>
                  <a:cubicBezTo>
                    <a:pt x="996" y="4800"/>
                    <a:pt x="1054" y="4807"/>
                    <a:pt x="1113" y="4807"/>
                  </a:cubicBezTo>
                  <a:cubicBezTo>
                    <a:pt x="1292" y="4807"/>
                    <a:pt x="1472" y="4738"/>
                    <a:pt x="1623" y="4636"/>
                  </a:cubicBezTo>
                  <a:cubicBezTo>
                    <a:pt x="1821" y="4500"/>
                    <a:pt x="1978" y="4313"/>
                    <a:pt x="2134" y="4129"/>
                  </a:cubicBezTo>
                  <a:cubicBezTo>
                    <a:pt x="2912" y="3226"/>
                    <a:pt x="3775" y="2398"/>
                    <a:pt x="4712" y="1660"/>
                  </a:cubicBezTo>
                  <a:cubicBezTo>
                    <a:pt x="4902" y="1510"/>
                    <a:pt x="5100" y="1360"/>
                    <a:pt x="5239" y="1162"/>
                  </a:cubicBezTo>
                  <a:cubicBezTo>
                    <a:pt x="5381" y="964"/>
                    <a:pt x="5458" y="705"/>
                    <a:pt x="5383" y="476"/>
                  </a:cubicBezTo>
                  <a:cubicBezTo>
                    <a:pt x="5283" y="173"/>
                    <a:pt x="4945" y="2"/>
                    <a:pt x="4628" y="0"/>
                  </a:cubicBezTo>
                  <a:cubicBezTo>
                    <a:pt x="4626" y="0"/>
                    <a:pt x="4623" y="0"/>
                    <a:pt x="4621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2158200" y="1739400"/>
              <a:ext cx="163875" cy="82975"/>
            </a:xfrm>
            <a:custGeom>
              <a:avLst/>
              <a:gdLst/>
              <a:ahLst/>
              <a:cxnLst/>
              <a:rect l="l" t="t" r="r" b="b"/>
              <a:pathLst>
                <a:path w="6555" h="3319" extrusionOk="0">
                  <a:moveTo>
                    <a:pt x="5536" y="1"/>
                  </a:moveTo>
                  <a:cubicBezTo>
                    <a:pt x="5337" y="1"/>
                    <a:pt x="5137" y="35"/>
                    <a:pt x="4939" y="70"/>
                  </a:cubicBezTo>
                  <a:lnTo>
                    <a:pt x="2672" y="464"/>
                  </a:lnTo>
                  <a:lnTo>
                    <a:pt x="799" y="792"/>
                  </a:lnTo>
                  <a:cubicBezTo>
                    <a:pt x="643" y="819"/>
                    <a:pt x="480" y="848"/>
                    <a:pt x="351" y="942"/>
                  </a:cubicBezTo>
                  <a:cubicBezTo>
                    <a:pt x="113" y="1115"/>
                    <a:pt x="65" y="1444"/>
                    <a:pt x="42" y="1736"/>
                  </a:cubicBezTo>
                  <a:cubicBezTo>
                    <a:pt x="1" y="2251"/>
                    <a:pt x="19" y="2864"/>
                    <a:pt x="443" y="3163"/>
                  </a:cubicBezTo>
                  <a:cubicBezTo>
                    <a:pt x="603" y="3275"/>
                    <a:pt x="788" y="3318"/>
                    <a:pt x="981" y="3318"/>
                  </a:cubicBezTo>
                  <a:cubicBezTo>
                    <a:pt x="1281" y="3318"/>
                    <a:pt x="1602" y="3214"/>
                    <a:pt x="1888" y="3106"/>
                  </a:cubicBezTo>
                  <a:lnTo>
                    <a:pt x="5356" y="1805"/>
                  </a:lnTo>
                  <a:cubicBezTo>
                    <a:pt x="5648" y="1695"/>
                    <a:pt x="5948" y="1580"/>
                    <a:pt x="6179" y="1367"/>
                  </a:cubicBezTo>
                  <a:cubicBezTo>
                    <a:pt x="6409" y="1157"/>
                    <a:pt x="6555" y="821"/>
                    <a:pt x="6455" y="525"/>
                  </a:cubicBezTo>
                  <a:cubicBezTo>
                    <a:pt x="6363" y="252"/>
                    <a:pt x="6084" y="76"/>
                    <a:pt x="5800" y="24"/>
                  </a:cubicBezTo>
                  <a:cubicBezTo>
                    <a:pt x="5712" y="8"/>
                    <a:pt x="5624" y="1"/>
                    <a:pt x="5536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2193225" y="1658825"/>
              <a:ext cx="127025" cy="77925"/>
            </a:xfrm>
            <a:custGeom>
              <a:avLst/>
              <a:gdLst/>
              <a:ahLst/>
              <a:cxnLst/>
              <a:rect l="l" t="t" r="r" b="b"/>
              <a:pathLst>
                <a:path w="5081" h="3117" extrusionOk="0">
                  <a:moveTo>
                    <a:pt x="4393" y="0"/>
                  </a:moveTo>
                  <a:cubicBezTo>
                    <a:pt x="4303" y="0"/>
                    <a:pt x="4212" y="10"/>
                    <a:pt x="4124" y="21"/>
                  </a:cubicBezTo>
                  <a:cubicBezTo>
                    <a:pt x="2818" y="186"/>
                    <a:pt x="1521" y="399"/>
                    <a:pt x="234" y="666"/>
                  </a:cubicBezTo>
                  <a:lnTo>
                    <a:pt x="351" y="720"/>
                  </a:lnTo>
                  <a:lnTo>
                    <a:pt x="1" y="2745"/>
                  </a:lnTo>
                  <a:cubicBezTo>
                    <a:pt x="105" y="2957"/>
                    <a:pt x="341" y="3082"/>
                    <a:pt x="574" y="3110"/>
                  </a:cubicBezTo>
                  <a:cubicBezTo>
                    <a:pt x="617" y="3115"/>
                    <a:pt x="660" y="3117"/>
                    <a:pt x="703" y="3117"/>
                  </a:cubicBezTo>
                  <a:cubicBezTo>
                    <a:pt x="895" y="3117"/>
                    <a:pt x="1087" y="3071"/>
                    <a:pt x="1273" y="3022"/>
                  </a:cubicBezTo>
                  <a:cubicBezTo>
                    <a:pt x="1988" y="2834"/>
                    <a:pt x="2687" y="2586"/>
                    <a:pt x="3358" y="2282"/>
                  </a:cubicBezTo>
                  <a:cubicBezTo>
                    <a:pt x="3932" y="2021"/>
                    <a:pt x="4512" y="1694"/>
                    <a:pt x="4835" y="1153"/>
                  </a:cubicBezTo>
                  <a:cubicBezTo>
                    <a:pt x="5041" y="809"/>
                    <a:pt x="5081" y="280"/>
                    <a:pt x="4733" y="80"/>
                  </a:cubicBezTo>
                  <a:cubicBezTo>
                    <a:pt x="4630" y="19"/>
                    <a:pt x="4513" y="0"/>
                    <a:pt x="4393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8"/>
            <p:cNvSpPr/>
            <p:nvPr/>
          </p:nvSpPr>
          <p:spPr>
            <a:xfrm>
              <a:off x="2192025" y="1572750"/>
              <a:ext cx="125875" cy="112900"/>
            </a:xfrm>
            <a:custGeom>
              <a:avLst/>
              <a:gdLst/>
              <a:ahLst/>
              <a:cxnLst/>
              <a:rect l="l" t="t" r="r" b="b"/>
              <a:pathLst>
                <a:path w="5035" h="4516" extrusionOk="0">
                  <a:moveTo>
                    <a:pt x="4587" y="0"/>
                  </a:moveTo>
                  <a:cubicBezTo>
                    <a:pt x="3638" y="530"/>
                    <a:pt x="2683" y="1062"/>
                    <a:pt x="1851" y="1762"/>
                  </a:cubicBezTo>
                  <a:cubicBezTo>
                    <a:pt x="1021" y="2463"/>
                    <a:pt x="314" y="3349"/>
                    <a:pt x="1" y="4390"/>
                  </a:cubicBezTo>
                  <a:cubicBezTo>
                    <a:pt x="190" y="4478"/>
                    <a:pt x="388" y="4515"/>
                    <a:pt x="590" y="4515"/>
                  </a:cubicBezTo>
                  <a:cubicBezTo>
                    <a:pt x="1076" y="4515"/>
                    <a:pt x="1579" y="4298"/>
                    <a:pt x="2005" y="4036"/>
                  </a:cubicBezTo>
                  <a:cubicBezTo>
                    <a:pt x="2637" y="3643"/>
                    <a:pt x="3204" y="3158"/>
                    <a:pt x="3769" y="2674"/>
                  </a:cubicBezTo>
                  <a:cubicBezTo>
                    <a:pt x="4176" y="2326"/>
                    <a:pt x="4593" y="1961"/>
                    <a:pt x="4814" y="1475"/>
                  </a:cubicBezTo>
                  <a:cubicBezTo>
                    <a:pt x="5035" y="987"/>
                    <a:pt x="5000" y="340"/>
                    <a:pt x="4587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3088400" y="811650"/>
              <a:ext cx="331150" cy="618325"/>
            </a:xfrm>
            <a:custGeom>
              <a:avLst/>
              <a:gdLst/>
              <a:ahLst/>
              <a:cxnLst/>
              <a:rect l="l" t="t" r="r" b="b"/>
              <a:pathLst>
                <a:path w="13246" h="24733" extrusionOk="0">
                  <a:moveTo>
                    <a:pt x="782" y="1"/>
                  </a:moveTo>
                  <a:cubicBezTo>
                    <a:pt x="385" y="1"/>
                    <a:pt x="0" y="601"/>
                    <a:pt x="150" y="1055"/>
                  </a:cubicBezTo>
                  <a:cubicBezTo>
                    <a:pt x="329" y="1610"/>
                    <a:pt x="863" y="1965"/>
                    <a:pt x="1184" y="2450"/>
                  </a:cubicBezTo>
                  <a:cubicBezTo>
                    <a:pt x="2427" y="4338"/>
                    <a:pt x="39" y="7040"/>
                    <a:pt x="1111" y="9030"/>
                  </a:cubicBezTo>
                  <a:cubicBezTo>
                    <a:pt x="1745" y="10204"/>
                    <a:pt x="3417" y="10711"/>
                    <a:pt x="3661" y="12020"/>
                  </a:cubicBezTo>
                  <a:cubicBezTo>
                    <a:pt x="3864" y="13107"/>
                    <a:pt x="2940" y="14274"/>
                    <a:pt x="3432" y="15263"/>
                  </a:cubicBezTo>
                  <a:cubicBezTo>
                    <a:pt x="3832" y="16068"/>
                    <a:pt x="4929" y="16226"/>
                    <a:pt x="5542" y="16881"/>
                  </a:cubicBezTo>
                  <a:cubicBezTo>
                    <a:pt x="6383" y="17776"/>
                    <a:pt x="6066" y="19202"/>
                    <a:pt x="5766" y="20391"/>
                  </a:cubicBezTo>
                  <a:cubicBezTo>
                    <a:pt x="5463" y="21579"/>
                    <a:pt x="5355" y="23102"/>
                    <a:pt x="6383" y="23771"/>
                  </a:cubicBezTo>
                  <a:cubicBezTo>
                    <a:pt x="6706" y="23982"/>
                    <a:pt x="7065" y="24057"/>
                    <a:pt x="7442" y="24057"/>
                  </a:cubicBezTo>
                  <a:cubicBezTo>
                    <a:pt x="8084" y="24057"/>
                    <a:pt x="8775" y="23837"/>
                    <a:pt x="9417" y="23694"/>
                  </a:cubicBezTo>
                  <a:cubicBezTo>
                    <a:pt x="9649" y="23642"/>
                    <a:pt x="9900" y="23614"/>
                    <a:pt x="10152" y="23614"/>
                  </a:cubicBezTo>
                  <a:cubicBezTo>
                    <a:pt x="11007" y="23614"/>
                    <a:pt x="11870" y="23937"/>
                    <a:pt x="12001" y="24733"/>
                  </a:cubicBezTo>
                  <a:cubicBezTo>
                    <a:pt x="13246" y="21600"/>
                    <a:pt x="10212" y="18107"/>
                    <a:pt x="11048" y="14844"/>
                  </a:cubicBezTo>
                  <a:cubicBezTo>
                    <a:pt x="11290" y="13897"/>
                    <a:pt x="11855" y="12940"/>
                    <a:pt x="11559" y="12008"/>
                  </a:cubicBezTo>
                  <a:cubicBezTo>
                    <a:pt x="11112" y="10602"/>
                    <a:pt x="9060" y="10333"/>
                    <a:pt x="8426" y="9001"/>
                  </a:cubicBezTo>
                  <a:cubicBezTo>
                    <a:pt x="7576" y="7215"/>
                    <a:pt x="9870" y="5107"/>
                    <a:pt x="9121" y="3276"/>
                  </a:cubicBezTo>
                  <a:cubicBezTo>
                    <a:pt x="8723" y="2300"/>
                    <a:pt x="7613" y="1844"/>
                    <a:pt x="6593" y="1579"/>
                  </a:cubicBezTo>
                  <a:cubicBezTo>
                    <a:pt x="5572" y="1314"/>
                    <a:pt x="4456" y="1101"/>
                    <a:pt x="3743" y="325"/>
                  </a:cubicBezTo>
                  <a:lnTo>
                    <a:pt x="1036" y="92"/>
                  </a:lnTo>
                  <a:cubicBezTo>
                    <a:pt x="954" y="29"/>
                    <a:pt x="868" y="1"/>
                    <a:pt x="782" y="1"/>
                  </a:cubicBez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3108650" y="1001575"/>
              <a:ext cx="180425" cy="411500"/>
            </a:xfrm>
            <a:custGeom>
              <a:avLst/>
              <a:gdLst/>
              <a:ahLst/>
              <a:cxnLst/>
              <a:rect l="l" t="t" r="r" b="b"/>
              <a:pathLst>
                <a:path w="7217" h="16460" extrusionOk="0">
                  <a:moveTo>
                    <a:pt x="28" y="0"/>
                  </a:moveTo>
                  <a:lnTo>
                    <a:pt x="28" y="0"/>
                  </a:lnTo>
                  <a:cubicBezTo>
                    <a:pt x="1" y="501"/>
                    <a:pt x="61" y="986"/>
                    <a:pt x="303" y="1433"/>
                  </a:cubicBezTo>
                  <a:cubicBezTo>
                    <a:pt x="935" y="2607"/>
                    <a:pt x="2607" y="3114"/>
                    <a:pt x="2851" y="4423"/>
                  </a:cubicBezTo>
                  <a:cubicBezTo>
                    <a:pt x="3054" y="5510"/>
                    <a:pt x="2130" y="6677"/>
                    <a:pt x="2622" y="7666"/>
                  </a:cubicBezTo>
                  <a:cubicBezTo>
                    <a:pt x="3022" y="8471"/>
                    <a:pt x="4117" y="8629"/>
                    <a:pt x="4732" y="9284"/>
                  </a:cubicBezTo>
                  <a:cubicBezTo>
                    <a:pt x="5573" y="10179"/>
                    <a:pt x="5254" y="11605"/>
                    <a:pt x="4956" y="12794"/>
                  </a:cubicBezTo>
                  <a:cubicBezTo>
                    <a:pt x="4655" y="13982"/>
                    <a:pt x="4545" y="15505"/>
                    <a:pt x="5573" y="16174"/>
                  </a:cubicBezTo>
                  <a:cubicBezTo>
                    <a:pt x="5896" y="16384"/>
                    <a:pt x="6254" y="16459"/>
                    <a:pt x="6629" y="16459"/>
                  </a:cubicBezTo>
                  <a:cubicBezTo>
                    <a:pt x="6769" y="16459"/>
                    <a:pt x="6911" y="16449"/>
                    <a:pt x="7055" y="16431"/>
                  </a:cubicBezTo>
                  <a:cubicBezTo>
                    <a:pt x="6666" y="14395"/>
                    <a:pt x="7189" y="12181"/>
                    <a:pt x="7210" y="9789"/>
                  </a:cubicBezTo>
                  <a:cubicBezTo>
                    <a:pt x="7216" y="8936"/>
                    <a:pt x="6645" y="8189"/>
                    <a:pt x="5836" y="7918"/>
                  </a:cubicBezTo>
                  <a:cubicBezTo>
                    <a:pt x="5806" y="7908"/>
                    <a:pt x="5775" y="7897"/>
                    <a:pt x="5746" y="7887"/>
                  </a:cubicBezTo>
                  <a:cubicBezTo>
                    <a:pt x="4933" y="7566"/>
                    <a:pt x="4511" y="6629"/>
                    <a:pt x="4768" y="5791"/>
                  </a:cubicBezTo>
                  <a:cubicBezTo>
                    <a:pt x="5729" y="2659"/>
                    <a:pt x="3166" y="1873"/>
                    <a:pt x="28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2567250" y="761225"/>
              <a:ext cx="542775" cy="283225"/>
            </a:xfrm>
            <a:custGeom>
              <a:avLst/>
              <a:gdLst/>
              <a:ahLst/>
              <a:cxnLst/>
              <a:rect l="l" t="t" r="r" b="b"/>
              <a:pathLst>
                <a:path w="21711" h="11329" extrusionOk="0">
                  <a:moveTo>
                    <a:pt x="10684" y="0"/>
                  </a:moveTo>
                  <a:cubicBezTo>
                    <a:pt x="8655" y="0"/>
                    <a:pt x="6625" y="534"/>
                    <a:pt x="4893" y="1592"/>
                  </a:cubicBezTo>
                  <a:lnTo>
                    <a:pt x="5165" y="1572"/>
                  </a:lnTo>
                  <a:lnTo>
                    <a:pt x="5165" y="1572"/>
                  </a:lnTo>
                  <a:cubicBezTo>
                    <a:pt x="3469" y="1968"/>
                    <a:pt x="1934" y="3087"/>
                    <a:pt x="1114" y="4630"/>
                  </a:cubicBezTo>
                  <a:cubicBezTo>
                    <a:pt x="0" y="6722"/>
                    <a:pt x="782" y="9489"/>
                    <a:pt x="2275" y="11328"/>
                  </a:cubicBezTo>
                  <a:cubicBezTo>
                    <a:pt x="4327" y="8006"/>
                    <a:pt x="7541" y="5762"/>
                    <a:pt x="11441" y="5541"/>
                  </a:cubicBezTo>
                  <a:cubicBezTo>
                    <a:pt x="11655" y="5529"/>
                    <a:pt x="11871" y="5523"/>
                    <a:pt x="12086" y="5523"/>
                  </a:cubicBezTo>
                  <a:cubicBezTo>
                    <a:pt x="15772" y="5523"/>
                    <a:pt x="19429" y="7279"/>
                    <a:pt x="21711" y="10179"/>
                  </a:cubicBezTo>
                  <a:cubicBezTo>
                    <a:pt x="21415" y="6423"/>
                    <a:pt x="19058" y="2895"/>
                    <a:pt x="15703" y="1181"/>
                  </a:cubicBezTo>
                  <a:cubicBezTo>
                    <a:pt x="14156" y="391"/>
                    <a:pt x="12420" y="0"/>
                    <a:pt x="10684" y="0"/>
                  </a:cubicBez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2607600" y="896050"/>
              <a:ext cx="120775" cy="167275"/>
            </a:xfrm>
            <a:custGeom>
              <a:avLst/>
              <a:gdLst/>
              <a:ahLst/>
              <a:cxnLst/>
              <a:rect l="l" t="t" r="r" b="b"/>
              <a:pathLst>
                <a:path w="4831" h="6691" extrusionOk="0">
                  <a:moveTo>
                    <a:pt x="3375" y="0"/>
                  </a:moveTo>
                  <a:cubicBezTo>
                    <a:pt x="2718" y="0"/>
                    <a:pt x="2057" y="199"/>
                    <a:pt x="1518" y="576"/>
                  </a:cubicBezTo>
                  <a:cubicBezTo>
                    <a:pt x="561" y="1241"/>
                    <a:pt x="0" y="2413"/>
                    <a:pt x="0" y="3579"/>
                  </a:cubicBezTo>
                  <a:cubicBezTo>
                    <a:pt x="0" y="4745"/>
                    <a:pt x="536" y="5885"/>
                    <a:pt x="1379" y="6690"/>
                  </a:cubicBezTo>
                  <a:cubicBezTo>
                    <a:pt x="1287" y="3758"/>
                    <a:pt x="2063" y="1341"/>
                    <a:pt x="4830" y="367"/>
                  </a:cubicBezTo>
                  <a:cubicBezTo>
                    <a:pt x="4386" y="119"/>
                    <a:pt x="3882" y="0"/>
                    <a:pt x="3375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2907675" y="1094775"/>
              <a:ext cx="445150" cy="516525"/>
            </a:xfrm>
            <a:custGeom>
              <a:avLst/>
              <a:gdLst/>
              <a:ahLst/>
              <a:cxnLst/>
              <a:rect l="l" t="t" r="r" b="b"/>
              <a:pathLst>
                <a:path w="17806" h="20661" extrusionOk="0">
                  <a:moveTo>
                    <a:pt x="6155" y="1"/>
                  </a:moveTo>
                  <a:cubicBezTo>
                    <a:pt x="4624" y="2046"/>
                    <a:pt x="2178" y="4084"/>
                    <a:pt x="1" y="5421"/>
                  </a:cubicBezTo>
                  <a:lnTo>
                    <a:pt x="680" y="7704"/>
                  </a:lnTo>
                  <a:cubicBezTo>
                    <a:pt x="2947" y="11720"/>
                    <a:pt x="4488" y="16108"/>
                    <a:pt x="5233" y="20660"/>
                  </a:cubicBezTo>
                  <a:cubicBezTo>
                    <a:pt x="9343" y="19128"/>
                    <a:pt x="13541" y="17839"/>
                    <a:pt x="17805" y="16803"/>
                  </a:cubicBezTo>
                  <a:cubicBezTo>
                    <a:pt x="13508" y="11474"/>
                    <a:pt x="9723" y="5844"/>
                    <a:pt x="6155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2907675" y="1124750"/>
              <a:ext cx="230775" cy="486550"/>
            </a:xfrm>
            <a:custGeom>
              <a:avLst/>
              <a:gdLst/>
              <a:ahLst/>
              <a:cxnLst/>
              <a:rect l="l" t="t" r="r" b="b"/>
              <a:pathLst>
                <a:path w="9231" h="19462" extrusionOk="0">
                  <a:moveTo>
                    <a:pt x="5147" y="1"/>
                  </a:moveTo>
                  <a:cubicBezTo>
                    <a:pt x="3665" y="1619"/>
                    <a:pt x="1750" y="3148"/>
                    <a:pt x="1" y="4222"/>
                  </a:cubicBezTo>
                  <a:lnTo>
                    <a:pt x="680" y="6505"/>
                  </a:lnTo>
                  <a:cubicBezTo>
                    <a:pt x="2947" y="10521"/>
                    <a:pt x="4488" y="14909"/>
                    <a:pt x="5233" y="19461"/>
                  </a:cubicBezTo>
                  <a:cubicBezTo>
                    <a:pt x="6555" y="18969"/>
                    <a:pt x="7892" y="18511"/>
                    <a:pt x="9230" y="18066"/>
                  </a:cubicBezTo>
                  <a:cubicBezTo>
                    <a:pt x="7518" y="12019"/>
                    <a:pt x="8238" y="5525"/>
                    <a:pt x="5147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8"/>
            <p:cNvSpPr/>
            <p:nvPr/>
          </p:nvSpPr>
          <p:spPr>
            <a:xfrm>
              <a:off x="2907675" y="1106400"/>
              <a:ext cx="215875" cy="393900"/>
            </a:xfrm>
            <a:custGeom>
              <a:avLst/>
              <a:gdLst/>
              <a:ahLst/>
              <a:cxnLst/>
              <a:rect l="l" t="t" r="r" b="b"/>
              <a:pathLst>
                <a:path w="8635" h="15756" extrusionOk="0">
                  <a:moveTo>
                    <a:pt x="5781" y="1"/>
                  </a:moveTo>
                  <a:cubicBezTo>
                    <a:pt x="4244" y="1886"/>
                    <a:pt x="2011" y="3719"/>
                    <a:pt x="1" y="4956"/>
                  </a:cubicBezTo>
                  <a:lnTo>
                    <a:pt x="680" y="7239"/>
                  </a:lnTo>
                  <a:cubicBezTo>
                    <a:pt x="2194" y="9929"/>
                    <a:pt x="3387" y="12788"/>
                    <a:pt x="4230" y="15756"/>
                  </a:cubicBezTo>
                  <a:cubicBezTo>
                    <a:pt x="7502" y="10995"/>
                    <a:pt x="8634" y="5018"/>
                    <a:pt x="5781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2614575" y="890075"/>
              <a:ext cx="518025" cy="608200"/>
            </a:xfrm>
            <a:custGeom>
              <a:avLst/>
              <a:gdLst/>
              <a:ahLst/>
              <a:cxnLst/>
              <a:rect l="l" t="t" r="r" b="b"/>
              <a:pathLst>
                <a:path w="20721" h="24328" extrusionOk="0">
                  <a:moveTo>
                    <a:pt x="8676" y="1"/>
                  </a:moveTo>
                  <a:cubicBezTo>
                    <a:pt x="7815" y="1"/>
                    <a:pt x="6958" y="75"/>
                    <a:pt x="6117" y="262"/>
                  </a:cubicBezTo>
                  <a:cubicBezTo>
                    <a:pt x="4374" y="652"/>
                    <a:pt x="2730" y="1117"/>
                    <a:pt x="1715" y="2583"/>
                  </a:cubicBezTo>
                  <a:lnTo>
                    <a:pt x="945" y="3411"/>
                  </a:lnTo>
                  <a:cubicBezTo>
                    <a:pt x="1" y="4775"/>
                    <a:pt x="207" y="8147"/>
                    <a:pt x="649" y="9746"/>
                  </a:cubicBezTo>
                  <a:cubicBezTo>
                    <a:pt x="910" y="10693"/>
                    <a:pt x="1732" y="10877"/>
                    <a:pt x="2009" y="11819"/>
                  </a:cubicBezTo>
                  <a:cubicBezTo>
                    <a:pt x="2484" y="13417"/>
                    <a:pt x="1016" y="15767"/>
                    <a:pt x="2424" y="18271"/>
                  </a:cubicBezTo>
                  <a:cubicBezTo>
                    <a:pt x="3089" y="19456"/>
                    <a:pt x="4491" y="21010"/>
                    <a:pt x="5631" y="21746"/>
                  </a:cubicBezTo>
                  <a:lnTo>
                    <a:pt x="8805" y="23806"/>
                  </a:lnTo>
                  <a:cubicBezTo>
                    <a:pt x="9151" y="24029"/>
                    <a:pt x="9512" y="24261"/>
                    <a:pt x="9923" y="24315"/>
                  </a:cubicBezTo>
                  <a:cubicBezTo>
                    <a:pt x="9987" y="24323"/>
                    <a:pt x="10051" y="24327"/>
                    <a:pt x="10114" y="24327"/>
                  </a:cubicBezTo>
                  <a:cubicBezTo>
                    <a:pt x="10857" y="24327"/>
                    <a:pt x="11515" y="23766"/>
                    <a:pt x="12069" y="23241"/>
                  </a:cubicBezTo>
                  <a:cubicBezTo>
                    <a:pt x="14033" y="21379"/>
                    <a:pt x="16008" y="19502"/>
                    <a:pt x="17593" y="17308"/>
                  </a:cubicBezTo>
                  <a:cubicBezTo>
                    <a:pt x="19176" y="15116"/>
                    <a:pt x="20362" y="12560"/>
                    <a:pt x="20542" y="9861"/>
                  </a:cubicBezTo>
                  <a:cubicBezTo>
                    <a:pt x="20721" y="7161"/>
                    <a:pt x="19782" y="4316"/>
                    <a:pt x="17722" y="2562"/>
                  </a:cubicBezTo>
                  <a:cubicBezTo>
                    <a:pt x="15995" y="1094"/>
                    <a:pt x="13689" y="517"/>
                    <a:pt x="11441" y="210"/>
                  </a:cubicBezTo>
                  <a:cubicBezTo>
                    <a:pt x="10526" y="86"/>
                    <a:pt x="9599" y="1"/>
                    <a:pt x="8676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2624275" y="890075"/>
              <a:ext cx="485250" cy="136425"/>
            </a:xfrm>
            <a:custGeom>
              <a:avLst/>
              <a:gdLst/>
              <a:ahLst/>
              <a:cxnLst/>
              <a:rect l="l" t="t" r="r" b="b"/>
              <a:pathLst>
                <a:path w="19410" h="5457" extrusionOk="0">
                  <a:moveTo>
                    <a:pt x="8288" y="1"/>
                  </a:moveTo>
                  <a:cubicBezTo>
                    <a:pt x="7427" y="1"/>
                    <a:pt x="6570" y="75"/>
                    <a:pt x="5729" y="262"/>
                  </a:cubicBezTo>
                  <a:cubicBezTo>
                    <a:pt x="3986" y="652"/>
                    <a:pt x="2342" y="1117"/>
                    <a:pt x="1327" y="2583"/>
                  </a:cubicBezTo>
                  <a:lnTo>
                    <a:pt x="557" y="3411"/>
                  </a:lnTo>
                  <a:cubicBezTo>
                    <a:pt x="278" y="3814"/>
                    <a:pt x="101" y="4395"/>
                    <a:pt x="1" y="5050"/>
                  </a:cubicBezTo>
                  <a:cubicBezTo>
                    <a:pt x="2603" y="3426"/>
                    <a:pt x="5484" y="2722"/>
                    <a:pt x="8460" y="2722"/>
                  </a:cubicBezTo>
                  <a:cubicBezTo>
                    <a:pt x="12077" y="2722"/>
                    <a:pt x="15835" y="3763"/>
                    <a:pt x="19409" y="5457"/>
                  </a:cubicBezTo>
                  <a:cubicBezTo>
                    <a:pt x="18938" y="4352"/>
                    <a:pt x="18254" y="3344"/>
                    <a:pt x="17334" y="2562"/>
                  </a:cubicBezTo>
                  <a:cubicBezTo>
                    <a:pt x="15607" y="1094"/>
                    <a:pt x="13301" y="517"/>
                    <a:pt x="11053" y="210"/>
                  </a:cubicBezTo>
                  <a:cubicBezTo>
                    <a:pt x="10138" y="86"/>
                    <a:pt x="9211" y="1"/>
                    <a:pt x="8288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2642225" y="770575"/>
              <a:ext cx="529950" cy="449100"/>
            </a:xfrm>
            <a:custGeom>
              <a:avLst/>
              <a:gdLst/>
              <a:ahLst/>
              <a:cxnLst/>
              <a:rect l="l" t="t" r="r" b="b"/>
              <a:pathLst>
                <a:path w="21198" h="17964" extrusionOk="0">
                  <a:moveTo>
                    <a:pt x="9781" y="0"/>
                  </a:moveTo>
                  <a:cubicBezTo>
                    <a:pt x="7474" y="0"/>
                    <a:pt x="5187" y="576"/>
                    <a:pt x="3049" y="1451"/>
                  </a:cubicBezTo>
                  <a:cubicBezTo>
                    <a:pt x="1604" y="2041"/>
                    <a:pt x="0" y="3109"/>
                    <a:pt x="73" y="4669"/>
                  </a:cubicBezTo>
                  <a:cubicBezTo>
                    <a:pt x="226" y="4658"/>
                    <a:pt x="379" y="4652"/>
                    <a:pt x="532" y="4652"/>
                  </a:cubicBezTo>
                  <a:cubicBezTo>
                    <a:pt x="3095" y="4652"/>
                    <a:pt x="5486" y="6206"/>
                    <a:pt x="7238" y="8112"/>
                  </a:cubicBezTo>
                  <a:cubicBezTo>
                    <a:pt x="9096" y="10131"/>
                    <a:pt x="10446" y="12562"/>
                    <a:pt x="12185" y="14681"/>
                  </a:cubicBezTo>
                  <a:cubicBezTo>
                    <a:pt x="13924" y="16802"/>
                    <a:pt x="17121" y="17696"/>
                    <a:pt x="19851" y="17963"/>
                  </a:cubicBezTo>
                  <a:cubicBezTo>
                    <a:pt x="21198" y="15213"/>
                    <a:pt x="21095" y="13115"/>
                    <a:pt x="20812" y="10066"/>
                  </a:cubicBezTo>
                  <a:cubicBezTo>
                    <a:pt x="20528" y="7017"/>
                    <a:pt x="19102" y="4016"/>
                    <a:pt x="16664" y="2162"/>
                  </a:cubicBezTo>
                  <a:cubicBezTo>
                    <a:pt x="14771" y="723"/>
                    <a:pt x="12366" y="37"/>
                    <a:pt x="9987" y="2"/>
                  </a:cubicBezTo>
                  <a:cubicBezTo>
                    <a:pt x="9918" y="1"/>
                    <a:pt x="9850" y="0"/>
                    <a:pt x="9781" y="0"/>
                  </a:cubicBez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2838800" y="896825"/>
              <a:ext cx="297100" cy="313875"/>
            </a:xfrm>
            <a:custGeom>
              <a:avLst/>
              <a:gdLst/>
              <a:ahLst/>
              <a:cxnLst/>
              <a:rect l="l" t="t" r="r" b="b"/>
              <a:pathLst>
                <a:path w="11884" h="12555" extrusionOk="0">
                  <a:moveTo>
                    <a:pt x="1" y="1"/>
                  </a:moveTo>
                  <a:lnTo>
                    <a:pt x="1" y="1"/>
                  </a:lnTo>
                  <a:cubicBezTo>
                    <a:pt x="601" y="1729"/>
                    <a:pt x="566" y="3619"/>
                    <a:pt x="1064" y="5377"/>
                  </a:cubicBezTo>
                  <a:cubicBezTo>
                    <a:pt x="1705" y="7635"/>
                    <a:pt x="3435" y="9395"/>
                    <a:pt x="5471" y="10565"/>
                  </a:cubicBezTo>
                  <a:cubicBezTo>
                    <a:pt x="7151" y="11529"/>
                    <a:pt x="8878" y="12554"/>
                    <a:pt x="10708" y="12554"/>
                  </a:cubicBezTo>
                  <a:cubicBezTo>
                    <a:pt x="11095" y="12554"/>
                    <a:pt x="11487" y="12508"/>
                    <a:pt x="11883" y="12406"/>
                  </a:cubicBezTo>
                  <a:cubicBezTo>
                    <a:pt x="11570" y="11362"/>
                    <a:pt x="10920" y="9810"/>
                    <a:pt x="9875" y="9502"/>
                  </a:cubicBezTo>
                  <a:cubicBezTo>
                    <a:pt x="9362" y="9351"/>
                    <a:pt x="8816" y="9326"/>
                    <a:pt x="8305" y="9166"/>
                  </a:cubicBezTo>
                  <a:cubicBezTo>
                    <a:pt x="7792" y="9007"/>
                    <a:pt x="7287" y="8665"/>
                    <a:pt x="7154" y="8144"/>
                  </a:cubicBezTo>
                  <a:cubicBezTo>
                    <a:pt x="7012" y="7591"/>
                    <a:pt x="7323" y="6951"/>
                    <a:pt x="7037" y="6457"/>
                  </a:cubicBezTo>
                  <a:cubicBezTo>
                    <a:pt x="6828" y="6092"/>
                    <a:pt x="6374" y="5954"/>
                    <a:pt x="5957" y="5915"/>
                  </a:cubicBezTo>
                  <a:cubicBezTo>
                    <a:pt x="5540" y="5873"/>
                    <a:pt x="5104" y="5896"/>
                    <a:pt x="4720" y="5727"/>
                  </a:cubicBezTo>
                  <a:cubicBezTo>
                    <a:pt x="4101" y="5452"/>
                    <a:pt x="3788" y="4751"/>
                    <a:pt x="3673" y="4084"/>
                  </a:cubicBezTo>
                  <a:cubicBezTo>
                    <a:pt x="3561" y="3416"/>
                    <a:pt x="3588" y="2726"/>
                    <a:pt x="3385" y="2080"/>
                  </a:cubicBezTo>
                  <a:cubicBezTo>
                    <a:pt x="3185" y="1433"/>
                    <a:pt x="2658" y="814"/>
                    <a:pt x="1982" y="801"/>
                  </a:cubicBezTo>
                  <a:lnTo>
                    <a:pt x="914" y="19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8"/>
            <p:cNvSpPr/>
            <p:nvPr/>
          </p:nvSpPr>
          <p:spPr>
            <a:xfrm>
              <a:off x="2982850" y="1062000"/>
              <a:ext cx="108875" cy="202525"/>
            </a:xfrm>
            <a:custGeom>
              <a:avLst/>
              <a:gdLst/>
              <a:ahLst/>
              <a:cxnLst/>
              <a:rect l="l" t="t" r="r" b="b"/>
              <a:pathLst>
                <a:path w="4355" h="8101" extrusionOk="0">
                  <a:moveTo>
                    <a:pt x="1859" y="1"/>
                  </a:moveTo>
                  <a:cubicBezTo>
                    <a:pt x="1839" y="1"/>
                    <a:pt x="1819" y="1"/>
                    <a:pt x="1798" y="2"/>
                  </a:cubicBezTo>
                  <a:cubicBezTo>
                    <a:pt x="947" y="40"/>
                    <a:pt x="295" y="857"/>
                    <a:pt x="147" y="1698"/>
                  </a:cubicBezTo>
                  <a:cubicBezTo>
                    <a:pt x="1" y="2536"/>
                    <a:pt x="234" y="3391"/>
                    <a:pt x="470" y="4212"/>
                  </a:cubicBezTo>
                  <a:lnTo>
                    <a:pt x="2076" y="7845"/>
                  </a:lnTo>
                  <a:cubicBezTo>
                    <a:pt x="2258" y="8023"/>
                    <a:pt x="2492" y="8100"/>
                    <a:pt x="2737" y="8100"/>
                  </a:cubicBezTo>
                  <a:cubicBezTo>
                    <a:pt x="3184" y="8100"/>
                    <a:pt x="3665" y="7842"/>
                    <a:pt x="3923" y="7457"/>
                  </a:cubicBezTo>
                  <a:cubicBezTo>
                    <a:pt x="4324" y="6861"/>
                    <a:pt x="4342" y="6096"/>
                    <a:pt x="4347" y="5378"/>
                  </a:cubicBezTo>
                  <a:cubicBezTo>
                    <a:pt x="4355" y="3914"/>
                    <a:pt x="4338" y="2363"/>
                    <a:pt x="3560" y="1124"/>
                  </a:cubicBezTo>
                  <a:cubicBezTo>
                    <a:pt x="3183" y="522"/>
                    <a:pt x="2564" y="1"/>
                    <a:pt x="1859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8"/>
            <p:cNvSpPr/>
            <p:nvPr/>
          </p:nvSpPr>
          <p:spPr>
            <a:xfrm>
              <a:off x="3009350" y="1082550"/>
              <a:ext cx="71125" cy="133000"/>
            </a:xfrm>
            <a:custGeom>
              <a:avLst/>
              <a:gdLst/>
              <a:ahLst/>
              <a:cxnLst/>
              <a:rect l="l" t="t" r="r" b="b"/>
              <a:pathLst>
                <a:path w="2845" h="5320" extrusionOk="0">
                  <a:moveTo>
                    <a:pt x="1164" y="1"/>
                  </a:moveTo>
                  <a:cubicBezTo>
                    <a:pt x="895" y="1"/>
                    <a:pt x="630" y="144"/>
                    <a:pt x="451" y="348"/>
                  </a:cubicBezTo>
                  <a:cubicBezTo>
                    <a:pt x="238" y="592"/>
                    <a:pt x="129" y="909"/>
                    <a:pt x="71" y="1228"/>
                  </a:cubicBezTo>
                  <a:cubicBezTo>
                    <a:pt x="0" y="1607"/>
                    <a:pt x="17" y="2062"/>
                    <a:pt x="319" y="2302"/>
                  </a:cubicBezTo>
                  <a:cubicBezTo>
                    <a:pt x="619" y="2540"/>
                    <a:pt x="1139" y="2519"/>
                    <a:pt x="1278" y="2875"/>
                  </a:cubicBezTo>
                  <a:cubicBezTo>
                    <a:pt x="1397" y="3180"/>
                    <a:pt x="1124" y="3507"/>
                    <a:pt x="1155" y="3833"/>
                  </a:cubicBezTo>
                  <a:cubicBezTo>
                    <a:pt x="1193" y="4193"/>
                    <a:pt x="1572" y="4402"/>
                    <a:pt x="1900" y="4558"/>
                  </a:cubicBezTo>
                  <a:cubicBezTo>
                    <a:pt x="2227" y="4715"/>
                    <a:pt x="2601" y="4957"/>
                    <a:pt x="2590" y="5319"/>
                  </a:cubicBezTo>
                  <a:cubicBezTo>
                    <a:pt x="2801" y="4444"/>
                    <a:pt x="2845" y="3536"/>
                    <a:pt x="2721" y="2646"/>
                  </a:cubicBezTo>
                  <a:cubicBezTo>
                    <a:pt x="2669" y="2262"/>
                    <a:pt x="2523" y="1816"/>
                    <a:pt x="2148" y="1716"/>
                  </a:cubicBezTo>
                  <a:cubicBezTo>
                    <a:pt x="1981" y="1672"/>
                    <a:pt x="1779" y="1701"/>
                    <a:pt x="1660" y="1578"/>
                  </a:cubicBezTo>
                  <a:cubicBezTo>
                    <a:pt x="1554" y="1466"/>
                    <a:pt x="1572" y="1284"/>
                    <a:pt x="1635" y="1142"/>
                  </a:cubicBezTo>
                  <a:cubicBezTo>
                    <a:pt x="1695" y="1003"/>
                    <a:pt x="1791" y="873"/>
                    <a:pt x="1823" y="723"/>
                  </a:cubicBezTo>
                  <a:cubicBezTo>
                    <a:pt x="1892" y="408"/>
                    <a:pt x="1631" y="81"/>
                    <a:pt x="1314" y="16"/>
                  </a:cubicBezTo>
                  <a:cubicBezTo>
                    <a:pt x="1264" y="6"/>
                    <a:pt x="1214" y="1"/>
                    <a:pt x="1164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2702575" y="736400"/>
              <a:ext cx="455625" cy="227700"/>
            </a:xfrm>
            <a:custGeom>
              <a:avLst/>
              <a:gdLst/>
              <a:ahLst/>
              <a:cxnLst/>
              <a:rect l="l" t="t" r="r" b="b"/>
              <a:pathLst>
                <a:path w="18225" h="9108" extrusionOk="0">
                  <a:moveTo>
                    <a:pt x="2117" y="1836"/>
                  </a:moveTo>
                  <a:lnTo>
                    <a:pt x="2056" y="1867"/>
                  </a:lnTo>
                  <a:lnTo>
                    <a:pt x="2056" y="1867"/>
                  </a:lnTo>
                  <a:cubicBezTo>
                    <a:pt x="2078" y="1858"/>
                    <a:pt x="2099" y="1848"/>
                    <a:pt x="2121" y="1839"/>
                  </a:cubicBezTo>
                  <a:lnTo>
                    <a:pt x="2121" y="1839"/>
                  </a:lnTo>
                  <a:cubicBezTo>
                    <a:pt x="2120" y="1838"/>
                    <a:pt x="2119" y="1837"/>
                    <a:pt x="2117" y="1836"/>
                  </a:cubicBezTo>
                  <a:close/>
                  <a:moveTo>
                    <a:pt x="2056" y="1867"/>
                  </a:moveTo>
                  <a:cubicBezTo>
                    <a:pt x="1353" y="2177"/>
                    <a:pt x="666" y="2526"/>
                    <a:pt x="1" y="2912"/>
                  </a:cubicBezTo>
                  <a:lnTo>
                    <a:pt x="2056" y="1867"/>
                  </a:lnTo>
                  <a:close/>
                  <a:moveTo>
                    <a:pt x="10989" y="1"/>
                  </a:moveTo>
                  <a:cubicBezTo>
                    <a:pt x="7948" y="1"/>
                    <a:pt x="4905" y="621"/>
                    <a:pt x="2121" y="1839"/>
                  </a:cubicBezTo>
                  <a:lnTo>
                    <a:pt x="2121" y="1839"/>
                  </a:lnTo>
                  <a:cubicBezTo>
                    <a:pt x="5452" y="4417"/>
                    <a:pt x="8890" y="6842"/>
                    <a:pt x="12434" y="9108"/>
                  </a:cubicBezTo>
                  <a:cubicBezTo>
                    <a:pt x="13456" y="6812"/>
                    <a:pt x="15314" y="4899"/>
                    <a:pt x="17578" y="3809"/>
                  </a:cubicBezTo>
                  <a:cubicBezTo>
                    <a:pt x="17793" y="2950"/>
                    <a:pt x="18008" y="2090"/>
                    <a:pt x="18225" y="1231"/>
                  </a:cubicBezTo>
                  <a:cubicBezTo>
                    <a:pt x="15906" y="407"/>
                    <a:pt x="13449" y="1"/>
                    <a:pt x="10989" y="1"/>
                  </a:cubicBez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8"/>
            <p:cNvSpPr/>
            <p:nvPr/>
          </p:nvSpPr>
          <p:spPr>
            <a:xfrm>
              <a:off x="2987350" y="795425"/>
              <a:ext cx="145875" cy="120550"/>
            </a:xfrm>
            <a:custGeom>
              <a:avLst/>
              <a:gdLst/>
              <a:ahLst/>
              <a:cxnLst/>
              <a:rect l="l" t="t" r="r" b="b"/>
              <a:pathLst>
                <a:path w="5835" h="4822" extrusionOk="0">
                  <a:moveTo>
                    <a:pt x="993" y="0"/>
                  </a:moveTo>
                  <a:cubicBezTo>
                    <a:pt x="655" y="0"/>
                    <a:pt x="317" y="58"/>
                    <a:pt x="0" y="180"/>
                  </a:cubicBezTo>
                  <a:lnTo>
                    <a:pt x="903" y="570"/>
                  </a:lnTo>
                  <a:cubicBezTo>
                    <a:pt x="2263" y="1091"/>
                    <a:pt x="3337" y="2299"/>
                    <a:pt x="3695" y="3710"/>
                  </a:cubicBezTo>
                  <a:cubicBezTo>
                    <a:pt x="4248" y="3969"/>
                    <a:pt x="4736" y="4349"/>
                    <a:pt x="5124" y="4822"/>
                  </a:cubicBezTo>
                  <a:cubicBezTo>
                    <a:pt x="5272" y="4084"/>
                    <a:pt x="5512" y="3368"/>
                    <a:pt x="5835" y="2691"/>
                  </a:cubicBezTo>
                  <a:cubicBezTo>
                    <a:pt x="5476" y="2036"/>
                    <a:pt x="4461" y="2186"/>
                    <a:pt x="3864" y="1736"/>
                  </a:cubicBezTo>
                  <a:cubicBezTo>
                    <a:pt x="3629" y="1556"/>
                    <a:pt x="3474" y="1291"/>
                    <a:pt x="3287" y="1064"/>
                  </a:cubicBezTo>
                  <a:cubicBezTo>
                    <a:pt x="2737" y="384"/>
                    <a:pt x="1863" y="0"/>
                    <a:pt x="993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8"/>
            <p:cNvSpPr/>
            <p:nvPr/>
          </p:nvSpPr>
          <p:spPr>
            <a:xfrm>
              <a:off x="2835850" y="826450"/>
              <a:ext cx="113875" cy="107825"/>
            </a:xfrm>
            <a:custGeom>
              <a:avLst/>
              <a:gdLst/>
              <a:ahLst/>
              <a:cxnLst/>
              <a:rect l="l" t="t" r="r" b="b"/>
              <a:pathLst>
                <a:path w="4555" h="4313" extrusionOk="0">
                  <a:moveTo>
                    <a:pt x="17" y="0"/>
                  </a:moveTo>
                  <a:lnTo>
                    <a:pt x="0" y="357"/>
                  </a:lnTo>
                  <a:cubicBezTo>
                    <a:pt x="2183" y="459"/>
                    <a:pt x="3966" y="2138"/>
                    <a:pt x="4200" y="4313"/>
                  </a:cubicBezTo>
                  <a:lnTo>
                    <a:pt x="4554" y="4273"/>
                  </a:lnTo>
                  <a:cubicBezTo>
                    <a:pt x="4302" y="1925"/>
                    <a:pt x="2375" y="113"/>
                    <a:pt x="17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2936725" y="848925"/>
              <a:ext cx="28125" cy="38450"/>
            </a:xfrm>
            <a:custGeom>
              <a:avLst/>
              <a:gdLst/>
              <a:ahLst/>
              <a:cxnLst/>
              <a:rect l="l" t="t" r="r" b="b"/>
              <a:pathLst>
                <a:path w="1125" h="1538" extrusionOk="0">
                  <a:moveTo>
                    <a:pt x="177" y="0"/>
                  </a:moveTo>
                  <a:lnTo>
                    <a:pt x="0" y="309"/>
                  </a:lnTo>
                  <a:cubicBezTo>
                    <a:pt x="442" y="567"/>
                    <a:pt x="730" y="1026"/>
                    <a:pt x="770" y="1537"/>
                  </a:cubicBezTo>
                  <a:lnTo>
                    <a:pt x="1124" y="1514"/>
                  </a:lnTo>
                  <a:cubicBezTo>
                    <a:pt x="1080" y="882"/>
                    <a:pt x="726" y="315"/>
                    <a:pt x="177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3203075" y="885050"/>
              <a:ext cx="57675" cy="35625"/>
            </a:xfrm>
            <a:custGeom>
              <a:avLst/>
              <a:gdLst/>
              <a:ahLst/>
              <a:cxnLst/>
              <a:rect l="l" t="t" r="r" b="b"/>
              <a:pathLst>
                <a:path w="2307" h="1425" extrusionOk="0">
                  <a:moveTo>
                    <a:pt x="27" y="0"/>
                  </a:moveTo>
                  <a:lnTo>
                    <a:pt x="0" y="357"/>
                  </a:lnTo>
                  <a:cubicBezTo>
                    <a:pt x="793" y="422"/>
                    <a:pt x="1527" y="807"/>
                    <a:pt x="2029" y="1425"/>
                  </a:cubicBezTo>
                  <a:lnTo>
                    <a:pt x="2307" y="1201"/>
                  </a:lnTo>
                  <a:cubicBezTo>
                    <a:pt x="1577" y="676"/>
                    <a:pt x="736" y="217"/>
                    <a:pt x="27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8"/>
            <p:cNvSpPr/>
            <p:nvPr/>
          </p:nvSpPr>
          <p:spPr>
            <a:xfrm>
              <a:off x="3196925" y="907150"/>
              <a:ext cx="29850" cy="27400"/>
            </a:xfrm>
            <a:custGeom>
              <a:avLst/>
              <a:gdLst/>
              <a:ahLst/>
              <a:cxnLst/>
              <a:rect l="l" t="t" r="r" b="b"/>
              <a:pathLst>
                <a:path w="1194" h="1096" extrusionOk="0">
                  <a:moveTo>
                    <a:pt x="232" y="0"/>
                  </a:moveTo>
                  <a:lnTo>
                    <a:pt x="0" y="272"/>
                  </a:lnTo>
                  <a:lnTo>
                    <a:pt x="962" y="1095"/>
                  </a:lnTo>
                  <a:lnTo>
                    <a:pt x="1193" y="824"/>
                  </a:lnTo>
                  <a:lnTo>
                    <a:pt x="232" y="0"/>
                  </a:ln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3085875" y="753250"/>
              <a:ext cx="109600" cy="192400"/>
            </a:xfrm>
            <a:custGeom>
              <a:avLst/>
              <a:gdLst/>
              <a:ahLst/>
              <a:cxnLst/>
              <a:rect l="l" t="t" r="r" b="b"/>
              <a:pathLst>
                <a:path w="4384" h="7696" extrusionOk="0">
                  <a:moveTo>
                    <a:pt x="2998" y="1"/>
                  </a:moveTo>
                  <a:cubicBezTo>
                    <a:pt x="2656" y="1"/>
                    <a:pt x="2316" y="178"/>
                    <a:pt x="2144" y="532"/>
                  </a:cubicBezTo>
                  <a:cubicBezTo>
                    <a:pt x="1354" y="2165"/>
                    <a:pt x="639" y="3831"/>
                    <a:pt x="0" y="5531"/>
                  </a:cubicBezTo>
                  <a:cubicBezTo>
                    <a:pt x="770" y="6065"/>
                    <a:pt x="1358" y="6820"/>
                    <a:pt x="1687" y="7695"/>
                  </a:cubicBezTo>
                  <a:cubicBezTo>
                    <a:pt x="2330" y="5821"/>
                    <a:pt x="4296" y="4444"/>
                    <a:pt x="4361" y="2461"/>
                  </a:cubicBezTo>
                  <a:cubicBezTo>
                    <a:pt x="4384" y="1775"/>
                    <a:pt x="4169" y="1129"/>
                    <a:pt x="3850" y="516"/>
                  </a:cubicBezTo>
                  <a:cubicBezTo>
                    <a:pt x="3672" y="172"/>
                    <a:pt x="3335" y="1"/>
                    <a:pt x="2998" y="1"/>
                  </a:cubicBezTo>
                  <a:close/>
                </a:path>
              </a:pathLst>
            </a:custGeom>
            <a:solidFill>
              <a:srgbClr val="EAB7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8"/>
            <p:cNvSpPr/>
            <p:nvPr/>
          </p:nvSpPr>
          <p:spPr>
            <a:xfrm>
              <a:off x="2687000" y="827250"/>
              <a:ext cx="312150" cy="485000"/>
            </a:xfrm>
            <a:custGeom>
              <a:avLst/>
              <a:gdLst/>
              <a:ahLst/>
              <a:cxnLst/>
              <a:rect l="l" t="t" r="r" b="b"/>
              <a:pathLst>
                <a:path w="12486" h="19400" extrusionOk="0">
                  <a:moveTo>
                    <a:pt x="4917" y="1"/>
                  </a:moveTo>
                  <a:cubicBezTo>
                    <a:pt x="4020" y="1"/>
                    <a:pt x="3124" y="225"/>
                    <a:pt x="2351" y="682"/>
                  </a:cubicBezTo>
                  <a:lnTo>
                    <a:pt x="0" y="3017"/>
                  </a:lnTo>
                  <a:cubicBezTo>
                    <a:pt x="970" y="2996"/>
                    <a:pt x="1925" y="2761"/>
                    <a:pt x="2893" y="2750"/>
                  </a:cubicBezTo>
                  <a:cubicBezTo>
                    <a:pt x="2911" y="2750"/>
                    <a:pt x="2929" y="2750"/>
                    <a:pt x="2947" y="2750"/>
                  </a:cubicBezTo>
                  <a:cubicBezTo>
                    <a:pt x="3902" y="2750"/>
                    <a:pt x="4923" y="3019"/>
                    <a:pt x="5508" y="3768"/>
                  </a:cubicBezTo>
                  <a:cubicBezTo>
                    <a:pt x="6021" y="4425"/>
                    <a:pt x="6102" y="5326"/>
                    <a:pt x="6025" y="6156"/>
                  </a:cubicBezTo>
                  <a:cubicBezTo>
                    <a:pt x="5948" y="6988"/>
                    <a:pt x="5731" y="7807"/>
                    <a:pt x="5731" y="8641"/>
                  </a:cubicBezTo>
                  <a:cubicBezTo>
                    <a:pt x="5731" y="9476"/>
                    <a:pt x="5996" y="10372"/>
                    <a:pt x="6671" y="10862"/>
                  </a:cubicBezTo>
                  <a:cubicBezTo>
                    <a:pt x="7172" y="11223"/>
                    <a:pt x="7814" y="11309"/>
                    <a:pt x="8415" y="11446"/>
                  </a:cubicBezTo>
                  <a:cubicBezTo>
                    <a:pt x="9017" y="11586"/>
                    <a:pt x="9656" y="11832"/>
                    <a:pt x="9960" y="12370"/>
                  </a:cubicBezTo>
                  <a:cubicBezTo>
                    <a:pt x="10227" y="12845"/>
                    <a:pt x="10166" y="13427"/>
                    <a:pt x="10225" y="13969"/>
                  </a:cubicBezTo>
                  <a:cubicBezTo>
                    <a:pt x="10431" y="15869"/>
                    <a:pt x="12162" y="17531"/>
                    <a:pt x="11768" y="19400"/>
                  </a:cubicBezTo>
                  <a:cubicBezTo>
                    <a:pt x="12369" y="18668"/>
                    <a:pt x="12304" y="17600"/>
                    <a:pt x="12097" y="16676"/>
                  </a:cubicBezTo>
                  <a:cubicBezTo>
                    <a:pt x="11891" y="15752"/>
                    <a:pt x="11572" y="14806"/>
                    <a:pt x="11772" y="13878"/>
                  </a:cubicBezTo>
                  <a:cubicBezTo>
                    <a:pt x="11943" y="13089"/>
                    <a:pt x="12485" y="12326"/>
                    <a:pt x="12283" y="11544"/>
                  </a:cubicBezTo>
                  <a:cubicBezTo>
                    <a:pt x="11949" y="10255"/>
                    <a:pt x="9947" y="10089"/>
                    <a:pt x="9474" y="8844"/>
                  </a:cubicBezTo>
                  <a:cubicBezTo>
                    <a:pt x="9184" y="8076"/>
                    <a:pt x="9601" y="7248"/>
                    <a:pt x="9827" y="6458"/>
                  </a:cubicBezTo>
                  <a:cubicBezTo>
                    <a:pt x="10381" y="4517"/>
                    <a:pt x="9645" y="2271"/>
                    <a:pt x="8046" y="1036"/>
                  </a:cubicBezTo>
                  <a:cubicBezTo>
                    <a:pt x="7159" y="351"/>
                    <a:pt x="6037" y="1"/>
                    <a:pt x="4917" y="1"/>
                  </a:cubicBez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8"/>
            <p:cNvSpPr/>
            <p:nvPr/>
          </p:nvSpPr>
          <p:spPr>
            <a:xfrm>
              <a:off x="2993650" y="1296375"/>
              <a:ext cx="1353000" cy="1686575"/>
            </a:xfrm>
            <a:custGeom>
              <a:avLst/>
              <a:gdLst/>
              <a:ahLst/>
              <a:cxnLst/>
              <a:rect l="l" t="t" r="r" b="b"/>
              <a:pathLst>
                <a:path w="54120" h="67463" extrusionOk="0">
                  <a:moveTo>
                    <a:pt x="12686" y="0"/>
                  </a:moveTo>
                  <a:cubicBezTo>
                    <a:pt x="12158" y="0"/>
                    <a:pt x="11614" y="12"/>
                    <a:pt x="11053" y="34"/>
                  </a:cubicBezTo>
                  <a:lnTo>
                    <a:pt x="8094" y="612"/>
                  </a:lnTo>
                  <a:cubicBezTo>
                    <a:pt x="6738" y="13537"/>
                    <a:pt x="5145" y="11977"/>
                    <a:pt x="2194" y="13829"/>
                  </a:cubicBezTo>
                  <a:cubicBezTo>
                    <a:pt x="578" y="14844"/>
                    <a:pt x="0" y="13253"/>
                    <a:pt x="981" y="18148"/>
                  </a:cubicBezTo>
                  <a:cubicBezTo>
                    <a:pt x="1475" y="20623"/>
                    <a:pt x="1838" y="22231"/>
                    <a:pt x="2142" y="24266"/>
                  </a:cubicBezTo>
                  <a:cubicBezTo>
                    <a:pt x="2741" y="28293"/>
                    <a:pt x="3124" y="33598"/>
                    <a:pt x="6058" y="36720"/>
                  </a:cubicBezTo>
                  <a:cubicBezTo>
                    <a:pt x="8217" y="39020"/>
                    <a:pt x="11462" y="39881"/>
                    <a:pt x="13772" y="42021"/>
                  </a:cubicBezTo>
                  <a:cubicBezTo>
                    <a:pt x="16116" y="44192"/>
                    <a:pt x="17928" y="46817"/>
                    <a:pt x="18833" y="49895"/>
                  </a:cubicBezTo>
                  <a:cubicBezTo>
                    <a:pt x="20531" y="55672"/>
                    <a:pt x="18969" y="61600"/>
                    <a:pt x="18969" y="67462"/>
                  </a:cubicBezTo>
                  <a:cubicBezTo>
                    <a:pt x="27577" y="64673"/>
                    <a:pt x="43941" y="60238"/>
                    <a:pt x="53399" y="60238"/>
                  </a:cubicBezTo>
                  <a:cubicBezTo>
                    <a:pt x="53644" y="60238"/>
                    <a:pt x="53884" y="60241"/>
                    <a:pt x="54120" y="60247"/>
                  </a:cubicBezTo>
                  <a:cubicBezTo>
                    <a:pt x="49922" y="52669"/>
                    <a:pt x="46704" y="45285"/>
                    <a:pt x="43991" y="37116"/>
                  </a:cubicBezTo>
                  <a:cubicBezTo>
                    <a:pt x="41280" y="28948"/>
                    <a:pt x="35289" y="16244"/>
                    <a:pt x="30040" y="9287"/>
                  </a:cubicBezTo>
                  <a:cubicBezTo>
                    <a:pt x="25107" y="2752"/>
                    <a:pt x="20866" y="0"/>
                    <a:pt x="12686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8"/>
            <p:cNvSpPr/>
            <p:nvPr/>
          </p:nvSpPr>
          <p:spPr>
            <a:xfrm>
              <a:off x="3008825" y="1308750"/>
              <a:ext cx="214650" cy="402750"/>
            </a:xfrm>
            <a:custGeom>
              <a:avLst/>
              <a:gdLst/>
              <a:ahLst/>
              <a:cxnLst/>
              <a:rect l="l" t="t" r="r" b="b"/>
              <a:pathLst>
                <a:path w="8586" h="16110" extrusionOk="0">
                  <a:moveTo>
                    <a:pt x="8488" y="0"/>
                  </a:moveTo>
                  <a:lnTo>
                    <a:pt x="7931" y="19"/>
                  </a:lnTo>
                  <a:cubicBezTo>
                    <a:pt x="8029" y="3141"/>
                    <a:pt x="7941" y="6452"/>
                    <a:pt x="6673" y="9501"/>
                  </a:cubicBezTo>
                  <a:cubicBezTo>
                    <a:pt x="5266" y="12886"/>
                    <a:pt x="2772" y="15150"/>
                    <a:pt x="0" y="15561"/>
                  </a:cubicBezTo>
                  <a:lnTo>
                    <a:pt x="82" y="16110"/>
                  </a:lnTo>
                  <a:cubicBezTo>
                    <a:pt x="3047" y="15669"/>
                    <a:pt x="5704" y="13280"/>
                    <a:pt x="7186" y="9714"/>
                  </a:cubicBezTo>
                  <a:cubicBezTo>
                    <a:pt x="8494" y="6567"/>
                    <a:pt x="8586" y="3186"/>
                    <a:pt x="8488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3200200" y="2140475"/>
              <a:ext cx="386400" cy="97575"/>
            </a:xfrm>
            <a:custGeom>
              <a:avLst/>
              <a:gdLst/>
              <a:ahLst/>
              <a:cxnLst/>
              <a:rect l="l" t="t" r="r" b="b"/>
              <a:pathLst>
                <a:path w="15456" h="3903" extrusionOk="0">
                  <a:moveTo>
                    <a:pt x="15395" y="1"/>
                  </a:moveTo>
                  <a:cubicBezTo>
                    <a:pt x="10204" y="914"/>
                    <a:pt x="5064" y="2103"/>
                    <a:pt x="1" y="3561"/>
                  </a:cubicBezTo>
                  <a:lnTo>
                    <a:pt x="99" y="3903"/>
                  </a:lnTo>
                  <a:cubicBezTo>
                    <a:pt x="5151" y="2449"/>
                    <a:pt x="10277" y="1263"/>
                    <a:pt x="15455" y="351"/>
                  </a:cubicBezTo>
                  <a:lnTo>
                    <a:pt x="15395" y="1"/>
                  </a:lnTo>
                  <a:close/>
                </a:path>
              </a:pathLst>
            </a:custGeom>
            <a:solidFill>
              <a:srgbClr val="E8E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8"/>
            <p:cNvSpPr/>
            <p:nvPr/>
          </p:nvSpPr>
          <p:spPr>
            <a:xfrm>
              <a:off x="3257175" y="2219575"/>
              <a:ext cx="191825" cy="55225"/>
            </a:xfrm>
            <a:custGeom>
              <a:avLst/>
              <a:gdLst/>
              <a:ahLst/>
              <a:cxnLst/>
              <a:rect l="l" t="t" r="r" b="b"/>
              <a:pathLst>
                <a:path w="7673" h="2209" extrusionOk="0">
                  <a:moveTo>
                    <a:pt x="7625" y="0"/>
                  </a:moveTo>
                  <a:cubicBezTo>
                    <a:pt x="5027" y="363"/>
                    <a:pt x="2472" y="991"/>
                    <a:pt x="1" y="1873"/>
                  </a:cubicBezTo>
                  <a:lnTo>
                    <a:pt x="122" y="2209"/>
                  </a:lnTo>
                  <a:cubicBezTo>
                    <a:pt x="2568" y="1335"/>
                    <a:pt x="5100" y="714"/>
                    <a:pt x="7673" y="355"/>
                  </a:cubicBezTo>
                  <a:lnTo>
                    <a:pt x="7625" y="0"/>
                  </a:lnTo>
                  <a:close/>
                </a:path>
              </a:pathLst>
            </a:custGeom>
            <a:solidFill>
              <a:srgbClr val="E8E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8"/>
            <p:cNvSpPr/>
            <p:nvPr/>
          </p:nvSpPr>
          <p:spPr>
            <a:xfrm>
              <a:off x="3430325" y="2603850"/>
              <a:ext cx="1363175" cy="1756575"/>
            </a:xfrm>
            <a:custGeom>
              <a:avLst/>
              <a:gdLst/>
              <a:ahLst/>
              <a:cxnLst/>
              <a:rect l="l" t="t" r="r" b="b"/>
              <a:pathLst>
                <a:path w="54527" h="70263" extrusionOk="0">
                  <a:moveTo>
                    <a:pt x="32876" y="1"/>
                  </a:moveTo>
                  <a:lnTo>
                    <a:pt x="8204" y="3740"/>
                  </a:lnTo>
                  <a:cubicBezTo>
                    <a:pt x="2674" y="22335"/>
                    <a:pt x="1765" y="38620"/>
                    <a:pt x="0" y="57938"/>
                  </a:cubicBezTo>
                  <a:cubicBezTo>
                    <a:pt x="3372" y="56081"/>
                    <a:pt x="7222" y="55144"/>
                    <a:pt x="11070" y="55144"/>
                  </a:cubicBezTo>
                  <a:cubicBezTo>
                    <a:pt x="14405" y="55144"/>
                    <a:pt x="17739" y="55847"/>
                    <a:pt x="20760" y="57265"/>
                  </a:cubicBezTo>
                  <a:cubicBezTo>
                    <a:pt x="24420" y="58981"/>
                    <a:pt x="27848" y="62143"/>
                    <a:pt x="28109" y="66176"/>
                  </a:cubicBezTo>
                  <a:cubicBezTo>
                    <a:pt x="28190" y="67404"/>
                    <a:pt x="28038" y="68828"/>
                    <a:pt x="28935" y="69669"/>
                  </a:cubicBezTo>
                  <a:cubicBezTo>
                    <a:pt x="29413" y="70119"/>
                    <a:pt x="30047" y="70262"/>
                    <a:pt x="30715" y="70262"/>
                  </a:cubicBezTo>
                  <a:cubicBezTo>
                    <a:pt x="31235" y="70262"/>
                    <a:pt x="31775" y="70175"/>
                    <a:pt x="32278" y="70077"/>
                  </a:cubicBezTo>
                  <a:lnTo>
                    <a:pt x="52745" y="66111"/>
                  </a:lnTo>
                  <a:cubicBezTo>
                    <a:pt x="54526" y="58268"/>
                    <a:pt x="50554" y="50404"/>
                    <a:pt x="46933" y="43222"/>
                  </a:cubicBezTo>
                  <a:cubicBezTo>
                    <a:pt x="43313" y="36040"/>
                    <a:pt x="39862" y="27742"/>
                    <a:pt x="42642" y="20195"/>
                  </a:cubicBezTo>
                  <a:cubicBezTo>
                    <a:pt x="43605" y="17580"/>
                    <a:pt x="45315" y="15034"/>
                    <a:pt x="44959" y="12269"/>
                  </a:cubicBezTo>
                  <a:cubicBezTo>
                    <a:pt x="44521" y="8859"/>
                    <a:pt x="41182" y="6688"/>
                    <a:pt x="38127" y="5112"/>
                  </a:cubicBezTo>
                  <a:cubicBezTo>
                    <a:pt x="35070" y="3535"/>
                    <a:pt x="33810" y="3308"/>
                    <a:pt x="32876" y="1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4623400" y="3819525"/>
              <a:ext cx="120450" cy="425175"/>
            </a:xfrm>
            <a:custGeom>
              <a:avLst/>
              <a:gdLst/>
              <a:ahLst/>
              <a:cxnLst/>
              <a:rect l="l" t="t" r="r" b="b"/>
              <a:pathLst>
                <a:path w="4818" h="17007" extrusionOk="0">
                  <a:moveTo>
                    <a:pt x="299" y="0"/>
                  </a:moveTo>
                  <a:lnTo>
                    <a:pt x="1" y="196"/>
                  </a:lnTo>
                  <a:cubicBezTo>
                    <a:pt x="3235" y="5084"/>
                    <a:pt x="4449" y="11186"/>
                    <a:pt x="3333" y="16940"/>
                  </a:cubicBezTo>
                  <a:lnTo>
                    <a:pt x="3684" y="17006"/>
                  </a:lnTo>
                  <a:cubicBezTo>
                    <a:pt x="4818" y="11163"/>
                    <a:pt x="3583" y="4966"/>
                    <a:pt x="299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3364675" y="2592175"/>
              <a:ext cx="1064975" cy="487425"/>
            </a:xfrm>
            <a:custGeom>
              <a:avLst/>
              <a:gdLst/>
              <a:ahLst/>
              <a:cxnLst/>
              <a:rect l="l" t="t" r="r" b="b"/>
              <a:pathLst>
                <a:path w="42599" h="19497" extrusionOk="0">
                  <a:moveTo>
                    <a:pt x="35356" y="1"/>
                  </a:moveTo>
                  <a:cubicBezTo>
                    <a:pt x="35263" y="1"/>
                    <a:pt x="35170" y="1"/>
                    <a:pt x="35079" y="3"/>
                  </a:cubicBezTo>
                  <a:cubicBezTo>
                    <a:pt x="25565" y="134"/>
                    <a:pt x="16196" y="2680"/>
                    <a:pt x="7458" y="6453"/>
                  </a:cubicBezTo>
                  <a:cubicBezTo>
                    <a:pt x="3946" y="7971"/>
                    <a:pt x="1" y="10475"/>
                    <a:pt x="45" y="14300"/>
                  </a:cubicBezTo>
                  <a:cubicBezTo>
                    <a:pt x="55" y="15388"/>
                    <a:pt x="499" y="16558"/>
                    <a:pt x="1463" y="17063"/>
                  </a:cubicBezTo>
                  <a:cubicBezTo>
                    <a:pt x="1867" y="17276"/>
                    <a:pt x="2310" y="17350"/>
                    <a:pt x="2766" y="17350"/>
                  </a:cubicBezTo>
                  <a:cubicBezTo>
                    <a:pt x="3296" y="17350"/>
                    <a:pt x="3843" y="17250"/>
                    <a:pt x="4366" y="17153"/>
                  </a:cubicBezTo>
                  <a:cubicBezTo>
                    <a:pt x="9114" y="16263"/>
                    <a:pt x="13945" y="15821"/>
                    <a:pt x="18776" y="15821"/>
                  </a:cubicBezTo>
                  <a:cubicBezTo>
                    <a:pt x="26842" y="15821"/>
                    <a:pt x="34910" y="17054"/>
                    <a:pt x="42599" y="19497"/>
                  </a:cubicBezTo>
                  <a:cubicBezTo>
                    <a:pt x="41963" y="14479"/>
                    <a:pt x="41329" y="9462"/>
                    <a:pt x="40693" y="4444"/>
                  </a:cubicBezTo>
                  <a:cubicBezTo>
                    <a:pt x="40561" y="3402"/>
                    <a:pt x="40407" y="2301"/>
                    <a:pt x="39754" y="1475"/>
                  </a:cubicBezTo>
                  <a:cubicBezTo>
                    <a:pt x="38762" y="214"/>
                    <a:pt x="36980" y="1"/>
                    <a:pt x="35356" y="1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3392375" y="2638575"/>
              <a:ext cx="383825" cy="260600"/>
            </a:xfrm>
            <a:custGeom>
              <a:avLst/>
              <a:gdLst/>
              <a:ahLst/>
              <a:cxnLst/>
              <a:rect l="l" t="t" r="r" b="b"/>
              <a:pathLst>
                <a:path w="15353" h="10424" extrusionOk="0">
                  <a:moveTo>
                    <a:pt x="4916" y="1"/>
                  </a:moveTo>
                  <a:cubicBezTo>
                    <a:pt x="3561" y="1"/>
                    <a:pt x="2366" y="565"/>
                    <a:pt x="1696" y="1969"/>
                  </a:cubicBezTo>
                  <a:cubicBezTo>
                    <a:pt x="449" y="4578"/>
                    <a:pt x="0" y="7577"/>
                    <a:pt x="532" y="10423"/>
                  </a:cubicBezTo>
                  <a:cubicBezTo>
                    <a:pt x="5501" y="10225"/>
                    <a:pt x="10452" y="9702"/>
                    <a:pt x="15353" y="8853"/>
                  </a:cubicBezTo>
                  <a:cubicBezTo>
                    <a:pt x="13616" y="7026"/>
                    <a:pt x="11413" y="2532"/>
                    <a:pt x="8177" y="883"/>
                  </a:cubicBezTo>
                  <a:cubicBezTo>
                    <a:pt x="7106" y="337"/>
                    <a:pt x="5963" y="1"/>
                    <a:pt x="4916" y="1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8"/>
            <p:cNvSpPr/>
            <p:nvPr/>
          </p:nvSpPr>
          <p:spPr>
            <a:xfrm>
              <a:off x="3628175" y="2727975"/>
              <a:ext cx="690075" cy="293150"/>
            </a:xfrm>
            <a:custGeom>
              <a:avLst/>
              <a:gdLst/>
              <a:ahLst/>
              <a:cxnLst/>
              <a:rect l="l" t="t" r="r" b="b"/>
              <a:pathLst>
                <a:path w="27603" h="11726" extrusionOk="0">
                  <a:moveTo>
                    <a:pt x="27602" y="1"/>
                  </a:moveTo>
                  <a:lnTo>
                    <a:pt x="27602" y="1"/>
                  </a:lnTo>
                  <a:cubicBezTo>
                    <a:pt x="18118" y="2462"/>
                    <a:pt x="8878" y="5786"/>
                    <a:pt x="0" y="9931"/>
                  </a:cubicBezTo>
                  <a:cubicBezTo>
                    <a:pt x="709" y="11016"/>
                    <a:pt x="1981" y="11712"/>
                    <a:pt x="3281" y="11725"/>
                  </a:cubicBezTo>
                  <a:cubicBezTo>
                    <a:pt x="3294" y="11725"/>
                    <a:pt x="3307" y="11725"/>
                    <a:pt x="3320" y="11725"/>
                  </a:cubicBezTo>
                  <a:cubicBezTo>
                    <a:pt x="4575" y="11725"/>
                    <a:pt x="5753" y="11139"/>
                    <a:pt x="6874" y="10568"/>
                  </a:cubicBezTo>
                  <a:lnTo>
                    <a:pt x="27602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8"/>
            <p:cNvSpPr/>
            <p:nvPr/>
          </p:nvSpPr>
          <p:spPr>
            <a:xfrm>
              <a:off x="3489550" y="2998775"/>
              <a:ext cx="197250" cy="1028900"/>
            </a:xfrm>
            <a:custGeom>
              <a:avLst/>
              <a:gdLst/>
              <a:ahLst/>
              <a:cxnLst/>
              <a:rect l="l" t="t" r="r" b="b"/>
              <a:pathLst>
                <a:path w="7890" h="41156" extrusionOk="0">
                  <a:moveTo>
                    <a:pt x="7556" y="0"/>
                  </a:moveTo>
                  <a:cubicBezTo>
                    <a:pt x="2584" y="13201"/>
                    <a:pt x="42" y="27048"/>
                    <a:pt x="0" y="41153"/>
                  </a:cubicBezTo>
                  <a:lnTo>
                    <a:pt x="357" y="41155"/>
                  </a:lnTo>
                  <a:cubicBezTo>
                    <a:pt x="399" y="27089"/>
                    <a:pt x="2932" y="13286"/>
                    <a:pt x="7889" y="128"/>
                  </a:cubicBezTo>
                  <a:lnTo>
                    <a:pt x="7556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8"/>
            <p:cNvSpPr/>
            <p:nvPr/>
          </p:nvSpPr>
          <p:spPr>
            <a:xfrm>
              <a:off x="4123800" y="2936050"/>
              <a:ext cx="174000" cy="1398675"/>
            </a:xfrm>
            <a:custGeom>
              <a:avLst/>
              <a:gdLst/>
              <a:ahLst/>
              <a:cxnLst/>
              <a:rect l="l" t="t" r="r" b="b"/>
              <a:pathLst>
                <a:path w="6960" h="55947" extrusionOk="0">
                  <a:moveTo>
                    <a:pt x="4989" y="1"/>
                  </a:moveTo>
                  <a:cubicBezTo>
                    <a:pt x="1014" y="6538"/>
                    <a:pt x="1" y="14800"/>
                    <a:pt x="2276" y="22106"/>
                  </a:cubicBezTo>
                  <a:cubicBezTo>
                    <a:pt x="2731" y="23569"/>
                    <a:pt x="3321" y="25023"/>
                    <a:pt x="3892" y="26426"/>
                  </a:cubicBezTo>
                  <a:cubicBezTo>
                    <a:pt x="4949" y="29029"/>
                    <a:pt x="6044" y="31719"/>
                    <a:pt x="6292" y="34538"/>
                  </a:cubicBezTo>
                  <a:cubicBezTo>
                    <a:pt x="6599" y="38015"/>
                    <a:pt x="5606" y="41502"/>
                    <a:pt x="4647" y="44874"/>
                  </a:cubicBezTo>
                  <a:cubicBezTo>
                    <a:pt x="3621" y="48477"/>
                    <a:pt x="2560" y="52206"/>
                    <a:pt x="3075" y="55947"/>
                  </a:cubicBezTo>
                  <a:lnTo>
                    <a:pt x="3427" y="55899"/>
                  </a:lnTo>
                  <a:cubicBezTo>
                    <a:pt x="2922" y="52231"/>
                    <a:pt x="3973" y="48540"/>
                    <a:pt x="4989" y="44972"/>
                  </a:cubicBezTo>
                  <a:cubicBezTo>
                    <a:pt x="5959" y="41568"/>
                    <a:pt x="6960" y="38050"/>
                    <a:pt x="6647" y="34507"/>
                  </a:cubicBezTo>
                  <a:cubicBezTo>
                    <a:pt x="6395" y="31636"/>
                    <a:pt x="5291" y="28920"/>
                    <a:pt x="4222" y="26293"/>
                  </a:cubicBezTo>
                  <a:cubicBezTo>
                    <a:pt x="3654" y="24896"/>
                    <a:pt x="3068" y="23451"/>
                    <a:pt x="2616" y="21999"/>
                  </a:cubicBezTo>
                  <a:cubicBezTo>
                    <a:pt x="370" y="14792"/>
                    <a:pt x="1371" y="6636"/>
                    <a:pt x="5293" y="186"/>
                  </a:cubicBezTo>
                  <a:lnTo>
                    <a:pt x="4989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4388650" y="2766450"/>
              <a:ext cx="120975" cy="989900"/>
            </a:xfrm>
            <a:custGeom>
              <a:avLst/>
              <a:gdLst/>
              <a:ahLst/>
              <a:cxnLst/>
              <a:rect l="l" t="t" r="r" b="b"/>
              <a:pathLst>
                <a:path w="4839" h="39596" extrusionOk="0">
                  <a:moveTo>
                    <a:pt x="353" y="1"/>
                  </a:moveTo>
                  <a:lnTo>
                    <a:pt x="0" y="51"/>
                  </a:lnTo>
                  <a:cubicBezTo>
                    <a:pt x="1884" y="13135"/>
                    <a:pt x="3391" y="26439"/>
                    <a:pt x="4484" y="39596"/>
                  </a:cubicBezTo>
                  <a:lnTo>
                    <a:pt x="4838" y="39567"/>
                  </a:lnTo>
                  <a:cubicBezTo>
                    <a:pt x="3746" y="26402"/>
                    <a:pt x="2236" y="13091"/>
                    <a:pt x="353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3424175" y="2710700"/>
              <a:ext cx="173575" cy="135550"/>
            </a:xfrm>
            <a:custGeom>
              <a:avLst/>
              <a:gdLst/>
              <a:ahLst/>
              <a:cxnLst/>
              <a:rect l="l" t="t" r="r" b="b"/>
              <a:pathLst>
                <a:path w="6943" h="5422" extrusionOk="0">
                  <a:moveTo>
                    <a:pt x="4889" y="0"/>
                  </a:moveTo>
                  <a:cubicBezTo>
                    <a:pt x="4284" y="0"/>
                    <a:pt x="3680" y="138"/>
                    <a:pt x="3143" y="417"/>
                  </a:cubicBezTo>
                  <a:cubicBezTo>
                    <a:pt x="2244" y="882"/>
                    <a:pt x="1560" y="1693"/>
                    <a:pt x="1078" y="2583"/>
                  </a:cubicBezTo>
                  <a:cubicBezTo>
                    <a:pt x="597" y="3476"/>
                    <a:pt x="296" y="4452"/>
                    <a:pt x="0" y="5422"/>
                  </a:cubicBezTo>
                  <a:cubicBezTo>
                    <a:pt x="1879" y="3259"/>
                    <a:pt x="4265" y="1597"/>
                    <a:pt x="6942" y="584"/>
                  </a:cubicBezTo>
                  <a:cubicBezTo>
                    <a:pt x="6333" y="197"/>
                    <a:pt x="5611" y="0"/>
                    <a:pt x="4889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8"/>
            <p:cNvSpPr/>
            <p:nvPr/>
          </p:nvSpPr>
          <p:spPr>
            <a:xfrm>
              <a:off x="3695000" y="3055575"/>
              <a:ext cx="35475" cy="41625"/>
            </a:xfrm>
            <a:custGeom>
              <a:avLst/>
              <a:gdLst/>
              <a:ahLst/>
              <a:cxnLst/>
              <a:rect l="l" t="t" r="r" b="b"/>
              <a:pathLst>
                <a:path w="1419" h="1665" extrusionOk="0">
                  <a:moveTo>
                    <a:pt x="853" y="0"/>
                  </a:moveTo>
                  <a:cubicBezTo>
                    <a:pt x="675" y="0"/>
                    <a:pt x="493" y="88"/>
                    <a:pt x="368" y="220"/>
                  </a:cubicBezTo>
                  <a:cubicBezTo>
                    <a:pt x="195" y="404"/>
                    <a:pt x="111" y="658"/>
                    <a:pt x="59" y="906"/>
                  </a:cubicBezTo>
                  <a:cubicBezTo>
                    <a:pt x="1" y="1196"/>
                    <a:pt x="40" y="1593"/>
                    <a:pt x="328" y="1657"/>
                  </a:cubicBezTo>
                  <a:cubicBezTo>
                    <a:pt x="352" y="1662"/>
                    <a:pt x="375" y="1665"/>
                    <a:pt x="399" y="1665"/>
                  </a:cubicBezTo>
                  <a:cubicBezTo>
                    <a:pt x="543" y="1665"/>
                    <a:pt x="681" y="1573"/>
                    <a:pt x="797" y="1482"/>
                  </a:cubicBezTo>
                  <a:cubicBezTo>
                    <a:pt x="1027" y="1298"/>
                    <a:pt x="1248" y="1082"/>
                    <a:pt x="1333" y="804"/>
                  </a:cubicBezTo>
                  <a:cubicBezTo>
                    <a:pt x="1419" y="525"/>
                    <a:pt x="1325" y="170"/>
                    <a:pt x="1060" y="45"/>
                  </a:cubicBezTo>
                  <a:cubicBezTo>
                    <a:pt x="994" y="14"/>
                    <a:pt x="924" y="0"/>
                    <a:pt x="853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8"/>
            <p:cNvSpPr/>
            <p:nvPr/>
          </p:nvSpPr>
          <p:spPr>
            <a:xfrm>
              <a:off x="3585475" y="3418200"/>
              <a:ext cx="35475" cy="41650"/>
            </a:xfrm>
            <a:custGeom>
              <a:avLst/>
              <a:gdLst/>
              <a:ahLst/>
              <a:cxnLst/>
              <a:rect l="l" t="t" r="r" b="b"/>
              <a:pathLst>
                <a:path w="1419" h="1666" extrusionOk="0">
                  <a:moveTo>
                    <a:pt x="852" y="1"/>
                  </a:moveTo>
                  <a:cubicBezTo>
                    <a:pt x="675" y="1"/>
                    <a:pt x="492" y="89"/>
                    <a:pt x="367" y="221"/>
                  </a:cubicBezTo>
                  <a:cubicBezTo>
                    <a:pt x="194" y="405"/>
                    <a:pt x="111" y="659"/>
                    <a:pt x="59" y="907"/>
                  </a:cubicBezTo>
                  <a:cubicBezTo>
                    <a:pt x="0" y="1197"/>
                    <a:pt x="40" y="1593"/>
                    <a:pt x="328" y="1658"/>
                  </a:cubicBezTo>
                  <a:cubicBezTo>
                    <a:pt x="352" y="1663"/>
                    <a:pt x="376" y="1666"/>
                    <a:pt x="400" y="1666"/>
                  </a:cubicBezTo>
                  <a:cubicBezTo>
                    <a:pt x="543" y="1666"/>
                    <a:pt x="681" y="1576"/>
                    <a:pt x="797" y="1483"/>
                  </a:cubicBezTo>
                  <a:cubicBezTo>
                    <a:pt x="1026" y="1301"/>
                    <a:pt x="1247" y="1084"/>
                    <a:pt x="1333" y="803"/>
                  </a:cubicBezTo>
                  <a:cubicBezTo>
                    <a:pt x="1418" y="524"/>
                    <a:pt x="1325" y="169"/>
                    <a:pt x="1060" y="46"/>
                  </a:cubicBezTo>
                  <a:cubicBezTo>
                    <a:pt x="994" y="15"/>
                    <a:pt x="924" y="1"/>
                    <a:pt x="852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3524100" y="3852075"/>
              <a:ext cx="35475" cy="41650"/>
            </a:xfrm>
            <a:custGeom>
              <a:avLst/>
              <a:gdLst/>
              <a:ahLst/>
              <a:cxnLst/>
              <a:rect l="l" t="t" r="r" b="b"/>
              <a:pathLst>
                <a:path w="1419" h="1666" extrusionOk="0">
                  <a:moveTo>
                    <a:pt x="853" y="0"/>
                  </a:moveTo>
                  <a:cubicBezTo>
                    <a:pt x="675" y="0"/>
                    <a:pt x="493" y="88"/>
                    <a:pt x="368" y="221"/>
                  </a:cubicBezTo>
                  <a:cubicBezTo>
                    <a:pt x="193" y="406"/>
                    <a:pt x="111" y="658"/>
                    <a:pt x="59" y="909"/>
                  </a:cubicBezTo>
                  <a:cubicBezTo>
                    <a:pt x="1" y="1197"/>
                    <a:pt x="38" y="1593"/>
                    <a:pt x="328" y="1657"/>
                  </a:cubicBezTo>
                  <a:cubicBezTo>
                    <a:pt x="352" y="1663"/>
                    <a:pt x="376" y="1665"/>
                    <a:pt x="400" y="1665"/>
                  </a:cubicBezTo>
                  <a:cubicBezTo>
                    <a:pt x="544" y="1665"/>
                    <a:pt x="681" y="1575"/>
                    <a:pt x="798" y="1482"/>
                  </a:cubicBezTo>
                  <a:cubicBezTo>
                    <a:pt x="1027" y="1301"/>
                    <a:pt x="1248" y="1084"/>
                    <a:pt x="1333" y="804"/>
                  </a:cubicBezTo>
                  <a:cubicBezTo>
                    <a:pt x="1419" y="523"/>
                    <a:pt x="1325" y="171"/>
                    <a:pt x="1060" y="45"/>
                  </a:cubicBezTo>
                  <a:cubicBezTo>
                    <a:pt x="995" y="14"/>
                    <a:pt x="924" y="0"/>
                    <a:pt x="853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2282700" y="1323875"/>
              <a:ext cx="1333300" cy="1154825"/>
            </a:xfrm>
            <a:custGeom>
              <a:avLst/>
              <a:gdLst/>
              <a:ahLst/>
              <a:cxnLst/>
              <a:rect l="l" t="t" r="r" b="b"/>
              <a:pathLst>
                <a:path w="53332" h="46193" extrusionOk="0">
                  <a:moveTo>
                    <a:pt x="45077" y="1"/>
                  </a:moveTo>
                  <a:cubicBezTo>
                    <a:pt x="42814" y="1"/>
                    <a:pt x="40907" y="1934"/>
                    <a:pt x="40146" y="4075"/>
                  </a:cubicBezTo>
                  <a:cubicBezTo>
                    <a:pt x="39372" y="6245"/>
                    <a:pt x="38830" y="8446"/>
                    <a:pt x="38819" y="10750"/>
                  </a:cubicBezTo>
                  <a:cubicBezTo>
                    <a:pt x="38776" y="20716"/>
                    <a:pt x="39157" y="23031"/>
                    <a:pt x="36015" y="33157"/>
                  </a:cubicBezTo>
                  <a:cubicBezTo>
                    <a:pt x="27769" y="27940"/>
                    <a:pt x="16692" y="27516"/>
                    <a:pt x="9645" y="21898"/>
                  </a:cubicBezTo>
                  <a:cubicBezTo>
                    <a:pt x="9624" y="21750"/>
                    <a:pt x="9603" y="21602"/>
                    <a:pt x="9597" y="21454"/>
                  </a:cubicBezTo>
                  <a:cubicBezTo>
                    <a:pt x="9551" y="20326"/>
                    <a:pt x="9904" y="19206"/>
                    <a:pt x="9802" y="18082"/>
                  </a:cubicBezTo>
                  <a:cubicBezTo>
                    <a:pt x="9601" y="15915"/>
                    <a:pt x="7745" y="13991"/>
                    <a:pt x="8142" y="11851"/>
                  </a:cubicBezTo>
                  <a:cubicBezTo>
                    <a:pt x="8078" y="11839"/>
                    <a:pt x="8015" y="11833"/>
                    <a:pt x="7953" y="11833"/>
                  </a:cubicBezTo>
                  <a:cubicBezTo>
                    <a:pt x="7155" y="11833"/>
                    <a:pt x="6567" y="12781"/>
                    <a:pt x="6513" y="13624"/>
                  </a:cubicBezTo>
                  <a:cubicBezTo>
                    <a:pt x="6500" y="13884"/>
                    <a:pt x="6505" y="14143"/>
                    <a:pt x="6528" y="14401"/>
                  </a:cubicBezTo>
                  <a:lnTo>
                    <a:pt x="4013" y="13551"/>
                  </a:lnTo>
                  <a:cubicBezTo>
                    <a:pt x="3760" y="13466"/>
                    <a:pt x="3500" y="13378"/>
                    <a:pt x="3235" y="13378"/>
                  </a:cubicBezTo>
                  <a:cubicBezTo>
                    <a:pt x="3212" y="13378"/>
                    <a:pt x="3190" y="13378"/>
                    <a:pt x="3168" y="13380"/>
                  </a:cubicBezTo>
                  <a:cubicBezTo>
                    <a:pt x="2878" y="13394"/>
                    <a:pt x="2576" y="13544"/>
                    <a:pt x="2469" y="13813"/>
                  </a:cubicBezTo>
                  <a:cubicBezTo>
                    <a:pt x="2386" y="14020"/>
                    <a:pt x="2470" y="14285"/>
                    <a:pt x="2644" y="14404"/>
                  </a:cubicBezTo>
                  <a:lnTo>
                    <a:pt x="2644" y="14404"/>
                  </a:lnTo>
                  <a:cubicBezTo>
                    <a:pt x="2592" y="14393"/>
                    <a:pt x="2538" y="14388"/>
                    <a:pt x="2485" y="14388"/>
                  </a:cubicBezTo>
                  <a:cubicBezTo>
                    <a:pt x="2009" y="14388"/>
                    <a:pt x="1530" y="14803"/>
                    <a:pt x="1389" y="15288"/>
                  </a:cubicBezTo>
                  <a:cubicBezTo>
                    <a:pt x="1212" y="15892"/>
                    <a:pt x="1398" y="16537"/>
                    <a:pt x="1581" y="17137"/>
                  </a:cubicBezTo>
                  <a:cubicBezTo>
                    <a:pt x="1307" y="16949"/>
                    <a:pt x="951" y="16765"/>
                    <a:pt x="639" y="16765"/>
                  </a:cubicBezTo>
                  <a:cubicBezTo>
                    <a:pt x="478" y="16765"/>
                    <a:pt x="329" y="16813"/>
                    <a:pt x="209" y="16935"/>
                  </a:cubicBezTo>
                  <a:cubicBezTo>
                    <a:pt x="30" y="17116"/>
                    <a:pt x="0" y="17402"/>
                    <a:pt x="38" y="17657"/>
                  </a:cubicBezTo>
                  <a:cubicBezTo>
                    <a:pt x="196" y="18706"/>
                    <a:pt x="1266" y="19417"/>
                    <a:pt x="1498" y="20453"/>
                  </a:cubicBezTo>
                  <a:cubicBezTo>
                    <a:pt x="1631" y="21047"/>
                    <a:pt x="1466" y="21663"/>
                    <a:pt x="1466" y="22272"/>
                  </a:cubicBezTo>
                  <a:cubicBezTo>
                    <a:pt x="1462" y="23614"/>
                    <a:pt x="2261" y="24855"/>
                    <a:pt x="3291" y="25719"/>
                  </a:cubicBezTo>
                  <a:cubicBezTo>
                    <a:pt x="4319" y="26580"/>
                    <a:pt x="5568" y="27128"/>
                    <a:pt x="6788" y="27689"/>
                  </a:cubicBezTo>
                  <a:cubicBezTo>
                    <a:pt x="6978" y="27777"/>
                    <a:pt x="7168" y="27869"/>
                    <a:pt x="7358" y="27958"/>
                  </a:cubicBezTo>
                  <a:cubicBezTo>
                    <a:pt x="14779" y="34579"/>
                    <a:pt x="21709" y="38773"/>
                    <a:pt x="30117" y="44622"/>
                  </a:cubicBezTo>
                  <a:cubicBezTo>
                    <a:pt x="31157" y="45347"/>
                    <a:pt x="34910" y="46192"/>
                    <a:pt x="36299" y="46192"/>
                  </a:cubicBezTo>
                  <a:cubicBezTo>
                    <a:pt x="36334" y="46192"/>
                    <a:pt x="36367" y="46192"/>
                    <a:pt x="36398" y="46191"/>
                  </a:cubicBezTo>
                  <a:cubicBezTo>
                    <a:pt x="37462" y="46155"/>
                    <a:pt x="38502" y="45678"/>
                    <a:pt x="39297" y="44971"/>
                  </a:cubicBezTo>
                  <a:cubicBezTo>
                    <a:pt x="45695" y="39282"/>
                    <a:pt x="46865" y="35461"/>
                    <a:pt x="49108" y="29178"/>
                  </a:cubicBezTo>
                  <a:cubicBezTo>
                    <a:pt x="50977" y="23954"/>
                    <a:pt x="51498" y="22470"/>
                    <a:pt x="52416" y="17329"/>
                  </a:cubicBezTo>
                  <a:cubicBezTo>
                    <a:pt x="53331" y="12189"/>
                    <a:pt x="52864" y="8700"/>
                    <a:pt x="50395" y="4098"/>
                  </a:cubicBezTo>
                  <a:cubicBezTo>
                    <a:pt x="49298" y="2052"/>
                    <a:pt x="47490" y="58"/>
                    <a:pt x="45167" y="2"/>
                  </a:cubicBezTo>
                  <a:cubicBezTo>
                    <a:pt x="45137" y="1"/>
                    <a:pt x="45107" y="1"/>
                    <a:pt x="45077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8"/>
            <p:cNvSpPr/>
            <p:nvPr/>
          </p:nvSpPr>
          <p:spPr>
            <a:xfrm>
              <a:off x="2327900" y="1918925"/>
              <a:ext cx="972950" cy="559775"/>
            </a:xfrm>
            <a:custGeom>
              <a:avLst/>
              <a:gdLst/>
              <a:ahLst/>
              <a:cxnLst/>
              <a:rect l="l" t="t" r="r" b="b"/>
              <a:pathLst>
                <a:path w="38918" h="22391" extrusionOk="0">
                  <a:moveTo>
                    <a:pt x="0" y="0"/>
                  </a:moveTo>
                  <a:lnTo>
                    <a:pt x="0" y="0"/>
                  </a:lnTo>
                  <a:cubicBezTo>
                    <a:pt x="328" y="736"/>
                    <a:pt x="860" y="1395"/>
                    <a:pt x="1481" y="1917"/>
                  </a:cubicBezTo>
                  <a:cubicBezTo>
                    <a:pt x="2511" y="2778"/>
                    <a:pt x="3758" y="3326"/>
                    <a:pt x="4978" y="3887"/>
                  </a:cubicBezTo>
                  <a:cubicBezTo>
                    <a:pt x="5170" y="3975"/>
                    <a:pt x="5360" y="4067"/>
                    <a:pt x="5550" y="4156"/>
                  </a:cubicBezTo>
                  <a:cubicBezTo>
                    <a:pt x="12969" y="10777"/>
                    <a:pt x="19901" y="14971"/>
                    <a:pt x="28307" y="20820"/>
                  </a:cubicBezTo>
                  <a:cubicBezTo>
                    <a:pt x="29349" y="21545"/>
                    <a:pt x="33100" y="22390"/>
                    <a:pt x="34491" y="22390"/>
                  </a:cubicBezTo>
                  <a:cubicBezTo>
                    <a:pt x="34525" y="22390"/>
                    <a:pt x="34559" y="22390"/>
                    <a:pt x="34590" y="22389"/>
                  </a:cubicBezTo>
                  <a:cubicBezTo>
                    <a:pt x="35654" y="22353"/>
                    <a:pt x="36694" y="21876"/>
                    <a:pt x="37489" y="21169"/>
                  </a:cubicBezTo>
                  <a:cubicBezTo>
                    <a:pt x="38002" y="20712"/>
                    <a:pt x="38469" y="20272"/>
                    <a:pt x="38917" y="19838"/>
                  </a:cubicBezTo>
                  <a:lnTo>
                    <a:pt x="38917" y="19838"/>
                  </a:lnTo>
                  <a:cubicBezTo>
                    <a:pt x="38213" y="19904"/>
                    <a:pt x="37506" y="19935"/>
                    <a:pt x="36798" y="19935"/>
                  </a:cubicBezTo>
                  <a:cubicBezTo>
                    <a:pt x="25877" y="19935"/>
                    <a:pt x="14656" y="12356"/>
                    <a:pt x="7998" y="2738"/>
                  </a:cubicBezTo>
                  <a:cubicBezTo>
                    <a:pt x="6033" y="772"/>
                    <a:pt x="2286" y="1481"/>
                    <a:pt x="0" y="0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8"/>
            <p:cNvSpPr/>
            <p:nvPr/>
          </p:nvSpPr>
          <p:spPr>
            <a:xfrm>
              <a:off x="3212925" y="1315500"/>
              <a:ext cx="438525" cy="450950"/>
            </a:xfrm>
            <a:custGeom>
              <a:avLst/>
              <a:gdLst/>
              <a:ahLst/>
              <a:cxnLst/>
              <a:rect l="l" t="t" r="r" b="b"/>
              <a:pathLst>
                <a:path w="17541" h="18038" extrusionOk="0">
                  <a:moveTo>
                    <a:pt x="8576" y="0"/>
                  </a:moveTo>
                  <a:cubicBezTo>
                    <a:pt x="6246" y="0"/>
                    <a:pt x="3897" y="1009"/>
                    <a:pt x="2465" y="2827"/>
                  </a:cubicBezTo>
                  <a:cubicBezTo>
                    <a:pt x="1245" y="4376"/>
                    <a:pt x="38" y="7369"/>
                    <a:pt x="23" y="9385"/>
                  </a:cubicBezTo>
                  <a:cubicBezTo>
                    <a:pt x="0" y="12641"/>
                    <a:pt x="265" y="14889"/>
                    <a:pt x="1458" y="17931"/>
                  </a:cubicBezTo>
                  <a:cubicBezTo>
                    <a:pt x="3559" y="17496"/>
                    <a:pt x="5706" y="17279"/>
                    <a:pt x="7859" y="17279"/>
                  </a:cubicBezTo>
                  <a:cubicBezTo>
                    <a:pt x="10183" y="17279"/>
                    <a:pt x="12512" y="17532"/>
                    <a:pt x="14794" y="18037"/>
                  </a:cubicBezTo>
                  <a:cubicBezTo>
                    <a:pt x="16108" y="15003"/>
                    <a:pt x="17540" y="10841"/>
                    <a:pt x="16721" y="7579"/>
                  </a:cubicBezTo>
                  <a:cubicBezTo>
                    <a:pt x="15901" y="4318"/>
                    <a:pt x="14442" y="1770"/>
                    <a:pt x="11397" y="535"/>
                  </a:cubicBezTo>
                  <a:cubicBezTo>
                    <a:pt x="10504" y="174"/>
                    <a:pt x="9542" y="0"/>
                    <a:pt x="8576" y="0"/>
                  </a:cubicBezTo>
                  <a:close/>
                </a:path>
              </a:pathLst>
            </a:custGeom>
            <a:solidFill>
              <a:srgbClr val="A38B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8"/>
            <p:cNvSpPr/>
            <p:nvPr/>
          </p:nvSpPr>
          <p:spPr>
            <a:xfrm>
              <a:off x="3225075" y="1701050"/>
              <a:ext cx="369900" cy="27650"/>
            </a:xfrm>
            <a:custGeom>
              <a:avLst/>
              <a:gdLst/>
              <a:ahLst/>
              <a:cxnLst/>
              <a:rect l="l" t="t" r="r" b="b"/>
              <a:pathLst>
                <a:path w="14796" h="1106" extrusionOk="0">
                  <a:moveTo>
                    <a:pt x="5960" y="0"/>
                  </a:moveTo>
                  <a:cubicBezTo>
                    <a:pt x="3845" y="0"/>
                    <a:pt x="1866" y="151"/>
                    <a:pt x="0" y="451"/>
                  </a:cubicBezTo>
                  <a:lnTo>
                    <a:pt x="63" y="816"/>
                  </a:lnTo>
                  <a:cubicBezTo>
                    <a:pt x="1911" y="519"/>
                    <a:pt x="3872" y="370"/>
                    <a:pt x="5969" y="370"/>
                  </a:cubicBezTo>
                  <a:cubicBezTo>
                    <a:pt x="8657" y="370"/>
                    <a:pt x="11569" y="615"/>
                    <a:pt x="14752" y="1106"/>
                  </a:cubicBezTo>
                  <a:lnTo>
                    <a:pt x="14796" y="741"/>
                  </a:lnTo>
                  <a:cubicBezTo>
                    <a:pt x="11595" y="247"/>
                    <a:pt x="8666" y="0"/>
                    <a:pt x="5960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8"/>
            <p:cNvSpPr/>
            <p:nvPr/>
          </p:nvSpPr>
          <p:spPr>
            <a:xfrm>
              <a:off x="2623350" y="1101825"/>
              <a:ext cx="17125" cy="19000"/>
            </a:xfrm>
            <a:custGeom>
              <a:avLst/>
              <a:gdLst/>
              <a:ahLst/>
              <a:cxnLst/>
              <a:rect l="l" t="t" r="r" b="b"/>
              <a:pathLst>
                <a:path w="685" h="760" extrusionOk="0">
                  <a:moveTo>
                    <a:pt x="394" y="0"/>
                  </a:moveTo>
                  <a:lnTo>
                    <a:pt x="0" y="553"/>
                  </a:lnTo>
                  <a:lnTo>
                    <a:pt x="290" y="759"/>
                  </a:lnTo>
                  <a:lnTo>
                    <a:pt x="684" y="207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2695700" y="1060475"/>
              <a:ext cx="86150" cy="20100"/>
            </a:xfrm>
            <a:custGeom>
              <a:avLst/>
              <a:gdLst/>
              <a:ahLst/>
              <a:cxnLst/>
              <a:rect l="l" t="t" r="r" b="b"/>
              <a:pathLst>
                <a:path w="3446" h="804" extrusionOk="0">
                  <a:moveTo>
                    <a:pt x="3398" y="1"/>
                  </a:moveTo>
                  <a:lnTo>
                    <a:pt x="1" y="449"/>
                  </a:lnTo>
                  <a:lnTo>
                    <a:pt x="46" y="803"/>
                  </a:lnTo>
                  <a:lnTo>
                    <a:pt x="3446" y="353"/>
                  </a:lnTo>
                  <a:lnTo>
                    <a:pt x="3398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2738075" y="1346700"/>
              <a:ext cx="85025" cy="61275"/>
            </a:xfrm>
            <a:custGeom>
              <a:avLst/>
              <a:gdLst/>
              <a:ahLst/>
              <a:cxnLst/>
              <a:rect l="l" t="t" r="r" b="b"/>
              <a:pathLst>
                <a:path w="3401" h="2451" extrusionOk="0">
                  <a:moveTo>
                    <a:pt x="3325" y="0"/>
                  </a:moveTo>
                  <a:cubicBezTo>
                    <a:pt x="2280" y="657"/>
                    <a:pt x="1165" y="1195"/>
                    <a:pt x="1" y="1608"/>
                  </a:cubicBezTo>
                  <a:cubicBezTo>
                    <a:pt x="397" y="1764"/>
                    <a:pt x="1231" y="2394"/>
                    <a:pt x="1653" y="2438"/>
                  </a:cubicBezTo>
                  <a:cubicBezTo>
                    <a:pt x="1725" y="2446"/>
                    <a:pt x="1798" y="2450"/>
                    <a:pt x="1872" y="2450"/>
                  </a:cubicBezTo>
                  <a:cubicBezTo>
                    <a:pt x="2225" y="2450"/>
                    <a:pt x="2582" y="2355"/>
                    <a:pt x="2847" y="2127"/>
                  </a:cubicBezTo>
                  <a:cubicBezTo>
                    <a:pt x="3137" y="1883"/>
                    <a:pt x="3292" y="1510"/>
                    <a:pt x="3346" y="1135"/>
                  </a:cubicBezTo>
                  <a:cubicBezTo>
                    <a:pt x="3400" y="759"/>
                    <a:pt x="3363" y="378"/>
                    <a:pt x="3325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2654675" y="1146125"/>
              <a:ext cx="97875" cy="197350"/>
            </a:xfrm>
            <a:custGeom>
              <a:avLst/>
              <a:gdLst/>
              <a:ahLst/>
              <a:cxnLst/>
              <a:rect l="l" t="t" r="r" b="b"/>
              <a:pathLst>
                <a:path w="3915" h="7894" extrusionOk="0">
                  <a:moveTo>
                    <a:pt x="28" y="1"/>
                  </a:moveTo>
                  <a:lnTo>
                    <a:pt x="0" y="357"/>
                  </a:lnTo>
                  <a:cubicBezTo>
                    <a:pt x="716" y="407"/>
                    <a:pt x="1208" y="1021"/>
                    <a:pt x="1362" y="1567"/>
                  </a:cubicBezTo>
                  <a:cubicBezTo>
                    <a:pt x="1539" y="2203"/>
                    <a:pt x="1412" y="2908"/>
                    <a:pt x="1300" y="3529"/>
                  </a:cubicBezTo>
                  <a:lnTo>
                    <a:pt x="897" y="5748"/>
                  </a:lnTo>
                  <a:cubicBezTo>
                    <a:pt x="828" y="6132"/>
                    <a:pt x="743" y="6611"/>
                    <a:pt x="951" y="7039"/>
                  </a:cubicBezTo>
                  <a:cubicBezTo>
                    <a:pt x="1212" y="7571"/>
                    <a:pt x="1833" y="7821"/>
                    <a:pt x="2330" y="7877"/>
                  </a:cubicBezTo>
                  <a:cubicBezTo>
                    <a:pt x="2436" y="7888"/>
                    <a:pt x="2545" y="7894"/>
                    <a:pt x="2655" y="7894"/>
                  </a:cubicBezTo>
                  <a:cubicBezTo>
                    <a:pt x="3091" y="7894"/>
                    <a:pt x="3523" y="7806"/>
                    <a:pt x="3915" y="7727"/>
                  </a:cubicBezTo>
                  <a:lnTo>
                    <a:pt x="3844" y="7377"/>
                  </a:lnTo>
                  <a:cubicBezTo>
                    <a:pt x="3453" y="7456"/>
                    <a:pt x="3051" y="7538"/>
                    <a:pt x="2653" y="7538"/>
                  </a:cubicBezTo>
                  <a:cubicBezTo>
                    <a:pt x="2558" y="7538"/>
                    <a:pt x="2464" y="7533"/>
                    <a:pt x="2369" y="7523"/>
                  </a:cubicBezTo>
                  <a:cubicBezTo>
                    <a:pt x="1967" y="7477"/>
                    <a:pt x="1466" y="7285"/>
                    <a:pt x="1270" y="6883"/>
                  </a:cubicBezTo>
                  <a:cubicBezTo>
                    <a:pt x="1124" y="6582"/>
                    <a:pt x="1170" y="6234"/>
                    <a:pt x="1247" y="5811"/>
                  </a:cubicBezTo>
                  <a:lnTo>
                    <a:pt x="1652" y="3592"/>
                  </a:lnTo>
                  <a:cubicBezTo>
                    <a:pt x="1771" y="2933"/>
                    <a:pt x="1906" y="2186"/>
                    <a:pt x="1704" y="1471"/>
                  </a:cubicBezTo>
                  <a:cubicBezTo>
                    <a:pt x="1519" y="808"/>
                    <a:pt x="914" y="63"/>
                    <a:pt x="28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8"/>
            <p:cNvSpPr/>
            <p:nvPr/>
          </p:nvSpPr>
          <p:spPr>
            <a:xfrm>
              <a:off x="2757075" y="1118200"/>
              <a:ext cx="41400" cy="48275"/>
            </a:xfrm>
            <a:custGeom>
              <a:avLst/>
              <a:gdLst/>
              <a:ahLst/>
              <a:cxnLst/>
              <a:rect l="l" t="t" r="r" b="b"/>
              <a:pathLst>
                <a:path w="1656" h="1931" extrusionOk="0">
                  <a:moveTo>
                    <a:pt x="742" y="0"/>
                  </a:moveTo>
                  <a:cubicBezTo>
                    <a:pt x="392" y="4"/>
                    <a:pt x="96" y="321"/>
                    <a:pt x="48" y="669"/>
                  </a:cubicBezTo>
                  <a:cubicBezTo>
                    <a:pt x="0" y="1016"/>
                    <a:pt x="163" y="1368"/>
                    <a:pt x="407" y="1618"/>
                  </a:cubicBezTo>
                  <a:cubicBezTo>
                    <a:pt x="583" y="1800"/>
                    <a:pt x="851" y="1930"/>
                    <a:pt x="1094" y="1930"/>
                  </a:cubicBezTo>
                  <a:cubicBezTo>
                    <a:pt x="1241" y="1930"/>
                    <a:pt x="1379" y="1883"/>
                    <a:pt x="1483" y="1771"/>
                  </a:cubicBezTo>
                  <a:cubicBezTo>
                    <a:pt x="1652" y="1587"/>
                    <a:pt x="1656" y="1303"/>
                    <a:pt x="1593" y="1062"/>
                  </a:cubicBezTo>
                  <a:cubicBezTo>
                    <a:pt x="1472" y="603"/>
                    <a:pt x="1164" y="219"/>
                    <a:pt x="742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2659775" y="1159175"/>
              <a:ext cx="25000" cy="38225"/>
            </a:xfrm>
            <a:custGeom>
              <a:avLst/>
              <a:gdLst/>
              <a:ahLst/>
              <a:cxnLst/>
              <a:rect l="l" t="t" r="r" b="b"/>
              <a:pathLst>
                <a:path w="1000" h="1529" extrusionOk="0">
                  <a:moveTo>
                    <a:pt x="228" y="0"/>
                  </a:moveTo>
                  <a:cubicBezTo>
                    <a:pt x="210" y="0"/>
                    <a:pt x="191" y="3"/>
                    <a:pt x="172" y="8"/>
                  </a:cubicBezTo>
                  <a:cubicBezTo>
                    <a:pt x="90" y="34"/>
                    <a:pt x="34" y="113"/>
                    <a:pt x="15" y="194"/>
                  </a:cubicBezTo>
                  <a:cubicBezTo>
                    <a:pt x="1" y="278"/>
                    <a:pt x="3" y="363"/>
                    <a:pt x="26" y="446"/>
                  </a:cubicBezTo>
                  <a:cubicBezTo>
                    <a:pt x="109" y="828"/>
                    <a:pt x="307" y="1174"/>
                    <a:pt x="593" y="1441"/>
                  </a:cubicBezTo>
                  <a:cubicBezTo>
                    <a:pt x="641" y="1485"/>
                    <a:pt x="698" y="1529"/>
                    <a:pt x="762" y="1529"/>
                  </a:cubicBezTo>
                  <a:cubicBezTo>
                    <a:pt x="765" y="1529"/>
                    <a:pt x="767" y="1529"/>
                    <a:pt x="770" y="1529"/>
                  </a:cubicBezTo>
                  <a:cubicBezTo>
                    <a:pt x="868" y="1522"/>
                    <a:pt x="927" y="1418"/>
                    <a:pt x="950" y="1324"/>
                  </a:cubicBezTo>
                  <a:cubicBezTo>
                    <a:pt x="1000" y="1118"/>
                    <a:pt x="962" y="897"/>
                    <a:pt x="877" y="703"/>
                  </a:cubicBezTo>
                  <a:cubicBezTo>
                    <a:pt x="793" y="509"/>
                    <a:pt x="662" y="338"/>
                    <a:pt x="520" y="179"/>
                  </a:cubicBezTo>
                  <a:cubicBezTo>
                    <a:pt x="443" y="92"/>
                    <a:pt x="339" y="0"/>
                    <a:pt x="228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8"/>
            <p:cNvSpPr/>
            <p:nvPr/>
          </p:nvSpPr>
          <p:spPr>
            <a:xfrm>
              <a:off x="2941925" y="991800"/>
              <a:ext cx="206075" cy="244175"/>
            </a:xfrm>
            <a:custGeom>
              <a:avLst/>
              <a:gdLst/>
              <a:ahLst/>
              <a:cxnLst/>
              <a:rect l="l" t="t" r="r" b="b"/>
              <a:pathLst>
                <a:path w="8243" h="9767" extrusionOk="0">
                  <a:moveTo>
                    <a:pt x="2854" y="1"/>
                  </a:moveTo>
                  <a:cubicBezTo>
                    <a:pt x="2545" y="1"/>
                    <a:pt x="2237" y="53"/>
                    <a:pt x="1940" y="170"/>
                  </a:cubicBezTo>
                  <a:cubicBezTo>
                    <a:pt x="945" y="562"/>
                    <a:pt x="334" y="1613"/>
                    <a:pt x="168" y="2668"/>
                  </a:cubicBezTo>
                  <a:cubicBezTo>
                    <a:pt x="1" y="3724"/>
                    <a:pt x="201" y="4800"/>
                    <a:pt x="403" y="5848"/>
                  </a:cubicBezTo>
                  <a:cubicBezTo>
                    <a:pt x="674" y="7277"/>
                    <a:pt x="1098" y="8906"/>
                    <a:pt x="2409" y="9529"/>
                  </a:cubicBezTo>
                  <a:cubicBezTo>
                    <a:pt x="2760" y="9695"/>
                    <a:pt x="3140" y="9767"/>
                    <a:pt x="3525" y="9767"/>
                  </a:cubicBezTo>
                  <a:cubicBezTo>
                    <a:pt x="4102" y="9767"/>
                    <a:pt x="4692" y="9607"/>
                    <a:pt x="5220" y="9364"/>
                  </a:cubicBezTo>
                  <a:cubicBezTo>
                    <a:pt x="6920" y="8584"/>
                    <a:pt x="8242" y="6816"/>
                    <a:pt x="8098" y="4952"/>
                  </a:cubicBezTo>
                  <a:cubicBezTo>
                    <a:pt x="7973" y="3327"/>
                    <a:pt x="6812" y="1953"/>
                    <a:pt x="5485" y="1006"/>
                  </a:cubicBezTo>
                  <a:cubicBezTo>
                    <a:pt x="4715" y="456"/>
                    <a:pt x="3773" y="1"/>
                    <a:pt x="2854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2956675" y="916075"/>
              <a:ext cx="59150" cy="96775"/>
            </a:xfrm>
            <a:custGeom>
              <a:avLst/>
              <a:gdLst/>
              <a:ahLst/>
              <a:cxnLst/>
              <a:rect l="l" t="t" r="r" b="b"/>
              <a:pathLst>
                <a:path w="2366" h="3871" extrusionOk="0">
                  <a:moveTo>
                    <a:pt x="968" y="0"/>
                  </a:moveTo>
                  <a:cubicBezTo>
                    <a:pt x="758" y="436"/>
                    <a:pt x="420" y="801"/>
                    <a:pt x="1" y="1045"/>
                  </a:cubicBezTo>
                  <a:cubicBezTo>
                    <a:pt x="481" y="1958"/>
                    <a:pt x="898" y="2903"/>
                    <a:pt x="1254" y="3871"/>
                  </a:cubicBezTo>
                  <a:cubicBezTo>
                    <a:pt x="1598" y="3641"/>
                    <a:pt x="1974" y="3462"/>
                    <a:pt x="2366" y="3337"/>
                  </a:cubicBezTo>
                  <a:cubicBezTo>
                    <a:pt x="1828" y="2256"/>
                    <a:pt x="1361" y="1143"/>
                    <a:pt x="968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2686950" y="752950"/>
              <a:ext cx="320550" cy="218500"/>
            </a:xfrm>
            <a:custGeom>
              <a:avLst/>
              <a:gdLst/>
              <a:ahLst/>
              <a:cxnLst/>
              <a:rect l="l" t="t" r="r" b="b"/>
              <a:pathLst>
                <a:path w="12822" h="8740" extrusionOk="0">
                  <a:moveTo>
                    <a:pt x="4506" y="0"/>
                  </a:moveTo>
                  <a:cubicBezTo>
                    <a:pt x="4471" y="0"/>
                    <a:pt x="4435" y="1"/>
                    <a:pt x="4400" y="2"/>
                  </a:cubicBezTo>
                  <a:cubicBezTo>
                    <a:pt x="2793" y="52"/>
                    <a:pt x="1473" y="1224"/>
                    <a:pt x="0" y="1868"/>
                  </a:cubicBezTo>
                  <a:cubicBezTo>
                    <a:pt x="4279" y="2613"/>
                    <a:pt x="8219" y="5151"/>
                    <a:pt x="10665" y="8740"/>
                  </a:cubicBezTo>
                  <a:lnTo>
                    <a:pt x="12821" y="7059"/>
                  </a:lnTo>
                  <a:cubicBezTo>
                    <a:pt x="11607" y="4582"/>
                    <a:pt x="9728" y="2490"/>
                    <a:pt x="7395" y="1020"/>
                  </a:cubicBezTo>
                  <a:cubicBezTo>
                    <a:pt x="6518" y="469"/>
                    <a:pt x="5537" y="0"/>
                    <a:pt x="4506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8"/>
            <p:cNvSpPr/>
            <p:nvPr/>
          </p:nvSpPr>
          <p:spPr>
            <a:xfrm>
              <a:off x="2987275" y="1030825"/>
              <a:ext cx="132450" cy="157700"/>
            </a:xfrm>
            <a:custGeom>
              <a:avLst/>
              <a:gdLst/>
              <a:ahLst/>
              <a:cxnLst/>
              <a:rect l="l" t="t" r="r" b="b"/>
              <a:pathLst>
                <a:path w="5298" h="6308" extrusionOk="0">
                  <a:moveTo>
                    <a:pt x="2018" y="1"/>
                  </a:moveTo>
                  <a:cubicBezTo>
                    <a:pt x="1900" y="1"/>
                    <a:pt x="1782" y="14"/>
                    <a:pt x="1665" y="42"/>
                  </a:cubicBezTo>
                  <a:cubicBezTo>
                    <a:pt x="768" y="259"/>
                    <a:pt x="308" y="1257"/>
                    <a:pt x="147" y="2167"/>
                  </a:cubicBezTo>
                  <a:cubicBezTo>
                    <a:pt x="11" y="2932"/>
                    <a:pt x="1" y="3737"/>
                    <a:pt x="251" y="4475"/>
                  </a:cubicBezTo>
                  <a:cubicBezTo>
                    <a:pt x="501" y="5213"/>
                    <a:pt x="1037" y="5877"/>
                    <a:pt x="1763" y="6160"/>
                  </a:cubicBezTo>
                  <a:cubicBezTo>
                    <a:pt x="2018" y="6261"/>
                    <a:pt x="2289" y="6308"/>
                    <a:pt x="2561" y="6308"/>
                  </a:cubicBezTo>
                  <a:cubicBezTo>
                    <a:pt x="3260" y="6308"/>
                    <a:pt x="3967" y="5995"/>
                    <a:pt x="4437" y="5470"/>
                  </a:cubicBezTo>
                  <a:cubicBezTo>
                    <a:pt x="5091" y="4740"/>
                    <a:pt x="5298" y="3664"/>
                    <a:pt x="5050" y="2715"/>
                  </a:cubicBezTo>
                  <a:cubicBezTo>
                    <a:pt x="4804" y="1766"/>
                    <a:pt x="4138" y="955"/>
                    <a:pt x="3310" y="434"/>
                  </a:cubicBezTo>
                  <a:cubicBezTo>
                    <a:pt x="2922" y="189"/>
                    <a:pt x="2469" y="1"/>
                    <a:pt x="2018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8"/>
            <p:cNvSpPr/>
            <p:nvPr/>
          </p:nvSpPr>
          <p:spPr>
            <a:xfrm>
              <a:off x="1795200" y="2655375"/>
              <a:ext cx="398575" cy="2543800"/>
            </a:xfrm>
            <a:custGeom>
              <a:avLst/>
              <a:gdLst/>
              <a:ahLst/>
              <a:cxnLst/>
              <a:rect l="l" t="t" r="r" b="b"/>
              <a:pathLst>
                <a:path w="15943" h="101752" extrusionOk="0">
                  <a:moveTo>
                    <a:pt x="10950" y="0"/>
                  </a:moveTo>
                  <a:lnTo>
                    <a:pt x="0" y="101751"/>
                  </a:lnTo>
                  <a:lnTo>
                    <a:pt x="1825" y="101751"/>
                  </a:lnTo>
                  <a:lnTo>
                    <a:pt x="15943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3371350" y="2655375"/>
              <a:ext cx="398600" cy="2543800"/>
            </a:xfrm>
            <a:custGeom>
              <a:avLst/>
              <a:gdLst/>
              <a:ahLst/>
              <a:cxnLst/>
              <a:rect l="l" t="t" r="r" b="b"/>
              <a:pathLst>
                <a:path w="15944" h="101752" extrusionOk="0">
                  <a:moveTo>
                    <a:pt x="1" y="0"/>
                  </a:moveTo>
                  <a:lnTo>
                    <a:pt x="14121" y="101751"/>
                  </a:lnTo>
                  <a:lnTo>
                    <a:pt x="15943" y="101751"/>
                  </a:lnTo>
                  <a:lnTo>
                    <a:pt x="4993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4904875" y="3286175"/>
              <a:ext cx="105650" cy="410500"/>
            </a:xfrm>
            <a:custGeom>
              <a:avLst/>
              <a:gdLst/>
              <a:ahLst/>
              <a:cxnLst/>
              <a:rect l="l" t="t" r="r" b="b"/>
              <a:pathLst>
                <a:path w="4226" h="16420" extrusionOk="0">
                  <a:moveTo>
                    <a:pt x="1" y="1"/>
                  </a:moveTo>
                  <a:lnTo>
                    <a:pt x="1" y="16419"/>
                  </a:lnTo>
                  <a:lnTo>
                    <a:pt x="4226" y="16419"/>
                  </a:lnTo>
                  <a:lnTo>
                    <a:pt x="4226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3095625" y="4920650"/>
              <a:ext cx="769050" cy="422675"/>
            </a:xfrm>
            <a:custGeom>
              <a:avLst/>
              <a:gdLst/>
              <a:ahLst/>
              <a:cxnLst/>
              <a:rect l="l" t="t" r="r" b="b"/>
              <a:pathLst>
                <a:path w="30762" h="16907" extrusionOk="0">
                  <a:moveTo>
                    <a:pt x="19674" y="0"/>
                  </a:moveTo>
                  <a:cubicBezTo>
                    <a:pt x="19161" y="3902"/>
                    <a:pt x="16289" y="7407"/>
                    <a:pt x="12556" y="8659"/>
                  </a:cubicBezTo>
                  <a:cubicBezTo>
                    <a:pt x="10821" y="9238"/>
                    <a:pt x="8972" y="9359"/>
                    <a:pt x="7166" y="9658"/>
                  </a:cubicBezTo>
                  <a:cubicBezTo>
                    <a:pt x="5362" y="9956"/>
                    <a:pt x="3514" y="10469"/>
                    <a:pt x="2140" y="11676"/>
                  </a:cubicBezTo>
                  <a:cubicBezTo>
                    <a:pt x="766" y="12884"/>
                    <a:pt x="0" y="14942"/>
                    <a:pt x="755" y="16608"/>
                  </a:cubicBezTo>
                  <a:cubicBezTo>
                    <a:pt x="4531" y="16807"/>
                    <a:pt x="8309" y="16907"/>
                    <a:pt x="12087" y="16907"/>
                  </a:cubicBezTo>
                  <a:cubicBezTo>
                    <a:pt x="18320" y="16907"/>
                    <a:pt x="24550" y="16636"/>
                    <a:pt x="30762" y="16093"/>
                  </a:cubicBezTo>
                  <a:cubicBezTo>
                    <a:pt x="30027" y="10742"/>
                    <a:pt x="29414" y="5376"/>
                    <a:pt x="28922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3101300" y="5244875"/>
              <a:ext cx="763375" cy="98450"/>
            </a:xfrm>
            <a:custGeom>
              <a:avLst/>
              <a:gdLst/>
              <a:ahLst/>
              <a:cxnLst/>
              <a:rect l="l" t="t" r="r" b="b"/>
              <a:pathLst>
                <a:path w="30535" h="3938" extrusionOk="0">
                  <a:moveTo>
                    <a:pt x="872" y="0"/>
                  </a:moveTo>
                  <a:cubicBezTo>
                    <a:pt x="226" y="1124"/>
                    <a:pt x="1" y="2473"/>
                    <a:pt x="528" y="3639"/>
                  </a:cubicBezTo>
                  <a:cubicBezTo>
                    <a:pt x="4304" y="3838"/>
                    <a:pt x="8082" y="3938"/>
                    <a:pt x="11860" y="3938"/>
                  </a:cubicBezTo>
                  <a:cubicBezTo>
                    <a:pt x="18093" y="3938"/>
                    <a:pt x="24323" y="3667"/>
                    <a:pt x="30535" y="3124"/>
                  </a:cubicBezTo>
                  <a:cubicBezTo>
                    <a:pt x="30391" y="2083"/>
                    <a:pt x="30276" y="1041"/>
                    <a:pt x="301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8"/>
            <p:cNvSpPr/>
            <p:nvPr/>
          </p:nvSpPr>
          <p:spPr>
            <a:xfrm>
              <a:off x="3481425" y="2648950"/>
              <a:ext cx="1793950" cy="2385850"/>
            </a:xfrm>
            <a:custGeom>
              <a:avLst/>
              <a:gdLst/>
              <a:ahLst/>
              <a:cxnLst/>
              <a:rect l="l" t="t" r="r" b="b"/>
              <a:pathLst>
                <a:path w="71758" h="95434" extrusionOk="0">
                  <a:moveTo>
                    <a:pt x="48973" y="1"/>
                  </a:moveTo>
                  <a:lnTo>
                    <a:pt x="48825" y="4753"/>
                  </a:lnTo>
                  <a:cubicBezTo>
                    <a:pt x="31047" y="8096"/>
                    <a:pt x="25775" y="8513"/>
                    <a:pt x="8811" y="14896"/>
                  </a:cubicBezTo>
                  <a:cubicBezTo>
                    <a:pt x="6442" y="15787"/>
                    <a:pt x="3975" y="16784"/>
                    <a:pt x="2365" y="18773"/>
                  </a:cubicBezTo>
                  <a:cubicBezTo>
                    <a:pt x="0" y="21690"/>
                    <a:pt x="111" y="25880"/>
                    <a:pt x="313" y="29667"/>
                  </a:cubicBezTo>
                  <a:cubicBezTo>
                    <a:pt x="1470" y="51522"/>
                    <a:pt x="1585" y="73366"/>
                    <a:pt x="659" y="95200"/>
                  </a:cubicBezTo>
                  <a:cubicBezTo>
                    <a:pt x="1779" y="95358"/>
                    <a:pt x="3028" y="95410"/>
                    <a:pt x="4341" y="95410"/>
                  </a:cubicBezTo>
                  <a:cubicBezTo>
                    <a:pt x="6836" y="95410"/>
                    <a:pt x="9559" y="95222"/>
                    <a:pt x="12054" y="95222"/>
                  </a:cubicBezTo>
                  <a:cubicBezTo>
                    <a:pt x="13367" y="95222"/>
                    <a:pt x="14616" y="95274"/>
                    <a:pt x="15736" y="95433"/>
                  </a:cubicBezTo>
                  <a:cubicBezTo>
                    <a:pt x="17019" y="75480"/>
                    <a:pt x="20902" y="53811"/>
                    <a:pt x="19254" y="35108"/>
                  </a:cubicBezTo>
                  <a:cubicBezTo>
                    <a:pt x="24686" y="34909"/>
                    <a:pt x="27245" y="34870"/>
                    <a:pt x="29113" y="34870"/>
                  </a:cubicBezTo>
                  <a:cubicBezTo>
                    <a:pt x="30289" y="34870"/>
                    <a:pt x="31192" y="34886"/>
                    <a:pt x="32366" y="34886"/>
                  </a:cubicBezTo>
                  <a:cubicBezTo>
                    <a:pt x="34236" y="34886"/>
                    <a:pt x="36794" y="34847"/>
                    <a:pt x="42239" y="34647"/>
                  </a:cubicBezTo>
                  <a:cubicBezTo>
                    <a:pt x="42278" y="34645"/>
                    <a:pt x="42329" y="34645"/>
                    <a:pt x="42390" y="34645"/>
                  </a:cubicBezTo>
                  <a:cubicBezTo>
                    <a:pt x="43753" y="34645"/>
                    <a:pt x="50375" y="34978"/>
                    <a:pt x="55205" y="34978"/>
                  </a:cubicBezTo>
                  <a:cubicBezTo>
                    <a:pt x="57882" y="34978"/>
                    <a:pt x="60008" y="34876"/>
                    <a:pt x="60382" y="34557"/>
                  </a:cubicBezTo>
                  <a:cubicBezTo>
                    <a:pt x="61447" y="33650"/>
                    <a:pt x="69486" y="28216"/>
                    <a:pt x="69778" y="26829"/>
                  </a:cubicBezTo>
                  <a:cubicBezTo>
                    <a:pt x="71757" y="17457"/>
                    <a:pt x="69776" y="12352"/>
                    <a:pt x="69916" y="2766"/>
                  </a:cubicBezTo>
                  <a:lnTo>
                    <a:pt x="48973" y="1"/>
                  </a:ln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8"/>
            <p:cNvSpPr/>
            <p:nvPr/>
          </p:nvSpPr>
          <p:spPr>
            <a:xfrm>
              <a:off x="3716475" y="3225400"/>
              <a:ext cx="1212000" cy="1758300"/>
            </a:xfrm>
            <a:custGeom>
              <a:avLst/>
              <a:gdLst/>
              <a:ahLst/>
              <a:cxnLst/>
              <a:rect l="l" t="t" r="r" b="b"/>
              <a:pathLst>
                <a:path w="48480" h="70332" extrusionOk="0">
                  <a:moveTo>
                    <a:pt x="48164" y="0"/>
                  </a:moveTo>
                  <a:cubicBezTo>
                    <a:pt x="46549" y="2943"/>
                    <a:pt x="42884" y="3571"/>
                    <a:pt x="39373" y="3571"/>
                  </a:cubicBezTo>
                  <a:cubicBezTo>
                    <a:pt x="38676" y="3571"/>
                    <a:pt x="37986" y="3546"/>
                    <a:pt x="37318" y="3510"/>
                  </a:cubicBezTo>
                  <a:lnTo>
                    <a:pt x="8213" y="1936"/>
                  </a:lnTo>
                  <a:cubicBezTo>
                    <a:pt x="7953" y="1922"/>
                    <a:pt x="7684" y="1912"/>
                    <a:pt x="7412" y="1912"/>
                  </a:cubicBezTo>
                  <a:cubicBezTo>
                    <a:pt x="6015" y="1912"/>
                    <a:pt x="4541" y="2163"/>
                    <a:pt x="3834" y="3352"/>
                  </a:cubicBezTo>
                  <a:cubicBezTo>
                    <a:pt x="3198" y="4423"/>
                    <a:pt x="3556" y="5787"/>
                    <a:pt x="4197" y="6665"/>
                  </a:cubicBezTo>
                  <a:cubicBezTo>
                    <a:pt x="4443" y="7005"/>
                    <a:pt x="4743" y="7322"/>
                    <a:pt x="5120" y="7635"/>
                  </a:cubicBezTo>
                  <a:cubicBezTo>
                    <a:pt x="5333" y="7810"/>
                    <a:pt x="5425" y="8094"/>
                    <a:pt x="5356" y="8359"/>
                  </a:cubicBezTo>
                  <a:cubicBezTo>
                    <a:pt x="5291" y="8621"/>
                    <a:pt x="5079" y="8819"/>
                    <a:pt x="4814" y="8867"/>
                  </a:cubicBezTo>
                  <a:lnTo>
                    <a:pt x="2656" y="9287"/>
                  </a:lnTo>
                  <a:lnTo>
                    <a:pt x="5487" y="12819"/>
                  </a:lnTo>
                  <a:lnTo>
                    <a:pt x="3467" y="12946"/>
                  </a:lnTo>
                  <a:lnTo>
                    <a:pt x="3625" y="13201"/>
                  </a:lnTo>
                  <a:cubicBezTo>
                    <a:pt x="4910" y="15259"/>
                    <a:pt x="4799" y="17776"/>
                    <a:pt x="4541" y="20614"/>
                  </a:cubicBezTo>
                  <a:lnTo>
                    <a:pt x="1" y="70298"/>
                  </a:lnTo>
                  <a:lnTo>
                    <a:pt x="362" y="70331"/>
                  </a:lnTo>
                  <a:lnTo>
                    <a:pt x="4902" y="20648"/>
                  </a:lnTo>
                  <a:cubicBezTo>
                    <a:pt x="5098" y="18489"/>
                    <a:pt x="5364" y="15561"/>
                    <a:pt x="4084" y="13268"/>
                  </a:cubicBezTo>
                  <a:lnTo>
                    <a:pt x="6203" y="13134"/>
                  </a:lnTo>
                  <a:lnTo>
                    <a:pt x="3310" y="9524"/>
                  </a:lnTo>
                  <a:lnTo>
                    <a:pt x="4885" y="9218"/>
                  </a:lnTo>
                  <a:cubicBezTo>
                    <a:pt x="5285" y="9143"/>
                    <a:pt x="5604" y="8842"/>
                    <a:pt x="5704" y="8448"/>
                  </a:cubicBezTo>
                  <a:cubicBezTo>
                    <a:pt x="5809" y="8048"/>
                    <a:pt x="5671" y="7625"/>
                    <a:pt x="5352" y="7360"/>
                  </a:cubicBezTo>
                  <a:cubicBezTo>
                    <a:pt x="5000" y="7066"/>
                    <a:pt x="4716" y="6770"/>
                    <a:pt x="4489" y="6455"/>
                  </a:cubicBezTo>
                  <a:cubicBezTo>
                    <a:pt x="3917" y="5673"/>
                    <a:pt x="3590" y="4465"/>
                    <a:pt x="4145" y="3535"/>
                  </a:cubicBezTo>
                  <a:cubicBezTo>
                    <a:pt x="4763" y="2494"/>
                    <a:pt x="6118" y="2272"/>
                    <a:pt x="7415" y="2272"/>
                  </a:cubicBezTo>
                  <a:cubicBezTo>
                    <a:pt x="7680" y="2272"/>
                    <a:pt x="7942" y="2281"/>
                    <a:pt x="8194" y="2294"/>
                  </a:cubicBezTo>
                  <a:lnTo>
                    <a:pt x="37300" y="3871"/>
                  </a:lnTo>
                  <a:cubicBezTo>
                    <a:pt x="37923" y="3904"/>
                    <a:pt x="38586" y="3928"/>
                    <a:pt x="39268" y="3928"/>
                  </a:cubicBezTo>
                  <a:cubicBezTo>
                    <a:pt x="42764" y="3928"/>
                    <a:pt x="46761" y="3306"/>
                    <a:pt x="48479" y="174"/>
                  </a:cubicBezTo>
                  <a:lnTo>
                    <a:pt x="48164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8"/>
            <p:cNvSpPr/>
            <p:nvPr/>
          </p:nvSpPr>
          <p:spPr>
            <a:xfrm>
              <a:off x="4606950" y="2918525"/>
              <a:ext cx="1121675" cy="695750"/>
            </a:xfrm>
            <a:custGeom>
              <a:avLst/>
              <a:gdLst/>
              <a:ahLst/>
              <a:cxnLst/>
              <a:rect l="l" t="t" r="r" b="b"/>
              <a:pathLst>
                <a:path w="44867" h="27830" extrusionOk="0">
                  <a:moveTo>
                    <a:pt x="27470" y="1"/>
                  </a:moveTo>
                  <a:cubicBezTo>
                    <a:pt x="20755" y="966"/>
                    <a:pt x="12189" y="1780"/>
                    <a:pt x="6131" y="9669"/>
                  </a:cubicBezTo>
                  <a:cubicBezTo>
                    <a:pt x="594" y="16882"/>
                    <a:pt x="0" y="27829"/>
                    <a:pt x="9951" y="27829"/>
                  </a:cubicBezTo>
                  <a:cubicBezTo>
                    <a:pt x="10745" y="27829"/>
                    <a:pt x="11605" y="27760"/>
                    <a:pt x="12535" y="27613"/>
                  </a:cubicBezTo>
                  <a:cubicBezTo>
                    <a:pt x="14732" y="27266"/>
                    <a:pt x="16948" y="27158"/>
                    <a:pt x="19168" y="27158"/>
                  </a:cubicBezTo>
                  <a:cubicBezTo>
                    <a:pt x="21017" y="27158"/>
                    <a:pt x="22868" y="27233"/>
                    <a:pt x="24713" y="27309"/>
                  </a:cubicBezTo>
                  <a:cubicBezTo>
                    <a:pt x="25053" y="27323"/>
                    <a:pt x="25394" y="27330"/>
                    <a:pt x="25735" y="27330"/>
                  </a:cubicBezTo>
                  <a:cubicBezTo>
                    <a:pt x="30668" y="27330"/>
                    <a:pt x="35734" y="25871"/>
                    <a:pt x="39250" y="22360"/>
                  </a:cubicBezTo>
                  <a:cubicBezTo>
                    <a:pt x="43763" y="17854"/>
                    <a:pt x="44866" y="11012"/>
                    <a:pt x="44654" y="4439"/>
                  </a:cubicBezTo>
                  <a:cubicBezTo>
                    <a:pt x="38737" y="3805"/>
                    <a:pt x="32894" y="2345"/>
                    <a:pt x="27470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4925150" y="4829100"/>
              <a:ext cx="478675" cy="602375"/>
            </a:xfrm>
            <a:custGeom>
              <a:avLst/>
              <a:gdLst/>
              <a:ahLst/>
              <a:cxnLst/>
              <a:rect l="l" t="t" r="r" b="b"/>
              <a:pathLst>
                <a:path w="19147" h="24095" extrusionOk="0">
                  <a:moveTo>
                    <a:pt x="5164" y="0"/>
                  </a:moveTo>
                  <a:lnTo>
                    <a:pt x="5164" y="0"/>
                  </a:lnTo>
                  <a:cubicBezTo>
                    <a:pt x="5183" y="3604"/>
                    <a:pt x="6536" y="7170"/>
                    <a:pt x="4553" y="10177"/>
                  </a:cubicBezTo>
                  <a:cubicBezTo>
                    <a:pt x="3665" y="11526"/>
                    <a:pt x="2428" y="12627"/>
                    <a:pt x="1619" y="14022"/>
                  </a:cubicBezTo>
                  <a:cubicBezTo>
                    <a:pt x="1" y="16813"/>
                    <a:pt x="320" y="20270"/>
                    <a:pt x="689" y="23473"/>
                  </a:cubicBezTo>
                  <a:lnTo>
                    <a:pt x="18246" y="24095"/>
                  </a:lnTo>
                  <a:cubicBezTo>
                    <a:pt x="19147" y="20168"/>
                    <a:pt x="18131" y="16072"/>
                    <a:pt x="16961" y="12216"/>
                  </a:cubicBezTo>
                  <a:cubicBezTo>
                    <a:pt x="15791" y="8361"/>
                    <a:pt x="15109" y="4342"/>
                    <a:pt x="15349" y="319"/>
                  </a:cubicBezTo>
                  <a:cubicBezTo>
                    <a:pt x="12642" y="90"/>
                    <a:pt x="7871" y="230"/>
                    <a:pt x="5164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8"/>
            <p:cNvSpPr/>
            <p:nvPr/>
          </p:nvSpPr>
          <p:spPr>
            <a:xfrm>
              <a:off x="4933925" y="5298575"/>
              <a:ext cx="457600" cy="132900"/>
            </a:xfrm>
            <a:custGeom>
              <a:avLst/>
              <a:gdLst/>
              <a:ahLst/>
              <a:cxnLst/>
              <a:rect l="l" t="t" r="r" b="b"/>
              <a:pathLst>
                <a:path w="18304" h="5316" extrusionOk="0">
                  <a:moveTo>
                    <a:pt x="18101" y="0"/>
                  </a:moveTo>
                  <a:lnTo>
                    <a:pt x="54" y="2"/>
                  </a:lnTo>
                  <a:cubicBezTo>
                    <a:pt x="0" y="1556"/>
                    <a:pt x="161" y="3153"/>
                    <a:pt x="338" y="4694"/>
                  </a:cubicBezTo>
                  <a:lnTo>
                    <a:pt x="17895" y="5316"/>
                  </a:lnTo>
                  <a:cubicBezTo>
                    <a:pt x="18297" y="3566"/>
                    <a:pt x="18303" y="1781"/>
                    <a:pt x="181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8"/>
            <p:cNvSpPr/>
            <p:nvPr/>
          </p:nvSpPr>
          <p:spPr>
            <a:xfrm>
              <a:off x="4642500" y="3113725"/>
              <a:ext cx="749075" cy="1871275"/>
            </a:xfrm>
            <a:custGeom>
              <a:avLst/>
              <a:gdLst/>
              <a:ahLst/>
              <a:cxnLst/>
              <a:rect l="l" t="t" r="r" b="b"/>
              <a:pathLst>
                <a:path w="29963" h="74851" extrusionOk="0">
                  <a:moveTo>
                    <a:pt x="11149" y="0"/>
                  </a:moveTo>
                  <a:cubicBezTo>
                    <a:pt x="8195" y="0"/>
                    <a:pt x="5196" y="1577"/>
                    <a:pt x="3307" y="3977"/>
                  </a:cubicBezTo>
                  <a:cubicBezTo>
                    <a:pt x="776" y="7197"/>
                    <a:pt x="0" y="11566"/>
                    <a:pt x="311" y="15687"/>
                  </a:cubicBezTo>
                  <a:cubicBezTo>
                    <a:pt x="624" y="19807"/>
                    <a:pt x="1919" y="23772"/>
                    <a:pt x="3147" y="27709"/>
                  </a:cubicBezTo>
                  <a:cubicBezTo>
                    <a:pt x="7979" y="43186"/>
                    <a:pt x="11930" y="58927"/>
                    <a:pt x="14979" y="74851"/>
                  </a:cubicBezTo>
                  <a:cubicBezTo>
                    <a:pt x="17699" y="74164"/>
                    <a:pt x="20484" y="73819"/>
                    <a:pt x="23272" y="73819"/>
                  </a:cubicBezTo>
                  <a:cubicBezTo>
                    <a:pt x="25512" y="73819"/>
                    <a:pt x="27753" y="74042"/>
                    <a:pt x="29963" y="74488"/>
                  </a:cubicBezTo>
                  <a:cubicBezTo>
                    <a:pt x="27343" y="49284"/>
                    <a:pt x="25982" y="8392"/>
                    <a:pt x="14103" y="578"/>
                  </a:cubicBezTo>
                  <a:cubicBezTo>
                    <a:pt x="13154" y="183"/>
                    <a:pt x="12154" y="0"/>
                    <a:pt x="11149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8"/>
            <p:cNvSpPr/>
            <p:nvPr/>
          </p:nvSpPr>
          <p:spPr>
            <a:xfrm>
              <a:off x="4651625" y="2957950"/>
              <a:ext cx="419225" cy="422925"/>
            </a:xfrm>
            <a:custGeom>
              <a:avLst/>
              <a:gdLst/>
              <a:ahLst/>
              <a:cxnLst/>
              <a:rect l="l" t="t" r="r" b="b"/>
              <a:pathLst>
                <a:path w="16769" h="16917" extrusionOk="0">
                  <a:moveTo>
                    <a:pt x="16697" y="1"/>
                  </a:moveTo>
                  <a:cubicBezTo>
                    <a:pt x="8621" y="1654"/>
                    <a:pt x="2067" y="8261"/>
                    <a:pt x="0" y="16831"/>
                  </a:cubicBezTo>
                  <a:lnTo>
                    <a:pt x="348" y="16917"/>
                  </a:lnTo>
                  <a:cubicBezTo>
                    <a:pt x="2384" y="8482"/>
                    <a:pt x="8829" y="1977"/>
                    <a:pt x="16768" y="353"/>
                  </a:cubicBezTo>
                  <a:lnTo>
                    <a:pt x="16697" y="1"/>
                  </a:lnTo>
                  <a:close/>
                </a:path>
              </a:pathLst>
            </a:custGeom>
            <a:solidFill>
              <a:srgbClr val="E8E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5028600" y="3122175"/>
              <a:ext cx="624525" cy="1805850"/>
            </a:xfrm>
            <a:custGeom>
              <a:avLst/>
              <a:gdLst/>
              <a:ahLst/>
              <a:cxnLst/>
              <a:rect l="l" t="t" r="r" b="b"/>
              <a:pathLst>
                <a:path w="24981" h="72234" extrusionOk="0">
                  <a:moveTo>
                    <a:pt x="24758" y="0"/>
                  </a:moveTo>
                  <a:lnTo>
                    <a:pt x="24399" y="13"/>
                  </a:lnTo>
                  <a:cubicBezTo>
                    <a:pt x="24616" y="5937"/>
                    <a:pt x="20714" y="8659"/>
                    <a:pt x="15180" y="11860"/>
                  </a:cubicBezTo>
                  <a:cubicBezTo>
                    <a:pt x="10815" y="14383"/>
                    <a:pt x="5893" y="15507"/>
                    <a:pt x="1229" y="16345"/>
                  </a:cubicBezTo>
                  <a:cubicBezTo>
                    <a:pt x="659" y="16448"/>
                    <a:pt x="234" y="16858"/>
                    <a:pt x="117" y="17417"/>
                  </a:cubicBezTo>
                  <a:cubicBezTo>
                    <a:pt x="0" y="17985"/>
                    <a:pt x="232" y="18539"/>
                    <a:pt x="720" y="18865"/>
                  </a:cubicBezTo>
                  <a:cubicBezTo>
                    <a:pt x="1927" y="19665"/>
                    <a:pt x="3020" y="20629"/>
                    <a:pt x="3967" y="21726"/>
                  </a:cubicBezTo>
                  <a:lnTo>
                    <a:pt x="1032" y="22145"/>
                  </a:lnTo>
                  <a:lnTo>
                    <a:pt x="1750" y="22387"/>
                  </a:lnTo>
                  <a:cubicBezTo>
                    <a:pt x="4699" y="23377"/>
                    <a:pt x="5366" y="27269"/>
                    <a:pt x="5610" y="30107"/>
                  </a:cubicBezTo>
                  <a:lnTo>
                    <a:pt x="9234" y="72233"/>
                  </a:lnTo>
                  <a:lnTo>
                    <a:pt x="9591" y="72202"/>
                  </a:lnTo>
                  <a:lnTo>
                    <a:pt x="5966" y="30078"/>
                  </a:lnTo>
                  <a:cubicBezTo>
                    <a:pt x="5733" y="27337"/>
                    <a:pt x="5107" y="23651"/>
                    <a:pt x="2471" y="22303"/>
                  </a:cubicBezTo>
                  <a:lnTo>
                    <a:pt x="4655" y="21991"/>
                  </a:lnTo>
                  <a:lnTo>
                    <a:pt x="4450" y="21742"/>
                  </a:lnTo>
                  <a:cubicBezTo>
                    <a:pt x="3435" y="20516"/>
                    <a:pt x="2246" y="19446"/>
                    <a:pt x="920" y="18566"/>
                  </a:cubicBezTo>
                  <a:cubicBezTo>
                    <a:pt x="559" y="18337"/>
                    <a:pt x="382" y="17907"/>
                    <a:pt x="469" y="17490"/>
                  </a:cubicBezTo>
                  <a:cubicBezTo>
                    <a:pt x="555" y="17077"/>
                    <a:pt x="870" y="16775"/>
                    <a:pt x="1291" y="16698"/>
                  </a:cubicBezTo>
                  <a:cubicBezTo>
                    <a:pt x="5989" y="15855"/>
                    <a:pt x="10946" y="14723"/>
                    <a:pt x="15359" y="12171"/>
                  </a:cubicBezTo>
                  <a:cubicBezTo>
                    <a:pt x="20820" y="9013"/>
                    <a:pt x="24981" y="6111"/>
                    <a:pt x="24758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8"/>
            <p:cNvSpPr/>
            <p:nvPr/>
          </p:nvSpPr>
          <p:spPr>
            <a:xfrm>
              <a:off x="4273475" y="1290400"/>
              <a:ext cx="687100" cy="1304800"/>
            </a:xfrm>
            <a:custGeom>
              <a:avLst/>
              <a:gdLst/>
              <a:ahLst/>
              <a:cxnLst/>
              <a:rect l="l" t="t" r="r" b="b"/>
              <a:pathLst>
                <a:path w="27484" h="52192" extrusionOk="0">
                  <a:moveTo>
                    <a:pt x="19201" y="0"/>
                  </a:moveTo>
                  <a:cubicBezTo>
                    <a:pt x="17517" y="0"/>
                    <a:pt x="14145" y="1358"/>
                    <a:pt x="13303" y="2238"/>
                  </a:cubicBezTo>
                  <a:cubicBezTo>
                    <a:pt x="12348" y="3236"/>
                    <a:pt x="9706" y="7409"/>
                    <a:pt x="9254" y="8715"/>
                  </a:cubicBezTo>
                  <a:cubicBezTo>
                    <a:pt x="4468" y="22574"/>
                    <a:pt x="6755" y="34938"/>
                    <a:pt x="1" y="47951"/>
                  </a:cubicBezTo>
                  <a:cubicBezTo>
                    <a:pt x="860" y="50536"/>
                    <a:pt x="3638" y="52191"/>
                    <a:pt x="6366" y="52191"/>
                  </a:cubicBezTo>
                  <a:cubicBezTo>
                    <a:pt x="6432" y="52191"/>
                    <a:pt x="6499" y="52190"/>
                    <a:pt x="6566" y="52188"/>
                  </a:cubicBezTo>
                  <a:cubicBezTo>
                    <a:pt x="9356" y="52103"/>
                    <a:pt x="11950" y="50505"/>
                    <a:pt x="13725" y="48351"/>
                  </a:cubicBezTo>
                  <a:cubicBezTo>
                    <a:pt x="15501" y="46197"/>
                    <a:pt x="16548" y="43532"/>
                    <a:pt x="17284" y="40840"/>
                  </a:cubicBezTo>
                  <a:cubicBezTo>
                    <a:pt x="18479" y="36473"/>
                    <a:pt x="18940" y="31892"/>
                    <a:pt x="20633" y="27692"/>
                  </a:cubicBezTo>
                  <a:cubicBezTo>
                    <a:pt x="21845" y="24682"/>
                    <a:pt x="23657" y="21955"/>
                    <a:pt x="25065" y="19031"/>
                  </a:cubicBezTo>
                  <a:cubicBezTo>
                    <a:pt x="26472" y="16107"/>
                    <a:pt x="27484" y="12838"/>
                    <a:pt x="26931" y="9639"/>
                  </a:cubicBezTo>
                  <a:cubicBezTo>
                    <a:pt x="26379" y="6442"/>
                    <a:pt x="23893" y="3414"/>
                    <a:pt x="20663" y="3105"/>
                  </a:cubicBezTo>
                  <a:lnTo>
                    <a:pt x="19781" y="79"/>
                  </a:lnTo>
                  <a:cubicBezTo>
                    <a:pt x="19625" y="25"/>
                    <a:pt x="19428" y="0"/>
                    <a:pt x="19201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8"/>
            <p:cNvSpPr/>
            <p:nvPr/>
          </p:nvSpPr>
          <p:spPr>
            <a:xfrm>
              <a:off x="4517375" y="1255700"/>
              <a:ext cx="1281475" cy="1847875"/>
            </a:xfrm>
            <a:custGeom>
              <a:avLst/>
              <a:gdLst/>
              <a:ahLst/>
              <a:cxnLst/>
              <a:rect l="l" t="t" r="r" b="b"/>
              <a:pathLst>
                <a:path w="51259" h="73915" extrusionOk="0">
                  <a:moveTo>
                    <a:pt x="15923" y="0"/>
                  </a:moveTo>
                  <a:cubicBezTo>
                    <a:pt x="11577" y="0"/>
                    <a:pt x="7145" y="758"/>
                    <a:pt x="4102" y="3801"/>
                  </a:cubicBezTo>
                  <a:cubicBezTo>
                    <a:pt x="668" y="7235"/>
                    <a:pt x="0" y="12682"/>
                    <a:pt x="580" y="17562"/>
                  </a:cubicBezTo>
                  <a:cubicBezTo>
                    <a:pt x="1441" y="24844"/>
                    <a:pt x="4559" y="31603"/>
                    <a:pt x="7003" y="38497"/>
                  </a:cubicBezTo>
                  <a:cubicBezTo>
                    <a:pt x="9445" y="45391"/>
                    <a:pt x="7349" y="54069"/>
                    <a:pt x="5481" y="61148"/>
                  </a:cubicBezTo>
                  <a:cubicBezTo>
                    <a:pt x="16550" y="61269"/>
                    <a:pt x="38828" y="73792"/>
                    <a:pt x="49899" y="73915"/>
                  </a:cubicBezTo>
                  <a:cubicBezTo>
                    <a:pt x="51258" y="56738"/>
                    <a:pt x="46214" y="28156"/>
                    <a:pt x="48030" y="12046"/>
                  </a:cubicBezTo>
                  <a:cubicBezTo>
                    <a:pt x="48218" y="10366"/>
                    <a:pt x="48364" y="8505"/>
                    <a:pt x="47388" y="7142"/>
                  </a:cubicBezTo>
                  <a:cubicBezTo>
                    <a:pt x="46612" y="6061"/>
                    <a:pt x="45307" y="5555"/>
                    <a:pt x="44066" y="5127"/>
                  </a:cubicBezTo>
                  <a:cubicBezTo>
                    <a:pt x="35862" y="2301"/>
                    <a:pt x="27310" y="606"/>
                    <a:pt x="18647" y="87"/>
                  </a:cubicBezTo>
                  <a:cubicBezTo>
                    <a:pt x="17752" y="34"/>
                    <a:pt x="16840" y="0"/>
                    <a:pt x="15923" y="0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4710625" y="1275575"/>
              <a:ext cx="769625" cy="435100"/>
            </a:xfrm>
            <a:custGeom>
              <a:avLst/>
              <a:gdLst/>
              <a:ahLst/>
              <a:cxnLst/>
              <a:rect l="l" t="t" r="r" b="b"/>
              <a:pathLst>
                <a:path w="30785" h="17404" extrusionOk="0">
                  <a:moveTo>
                    <a:pt x="21486" y="1"/>
                  </a:moveTo>
                  <a:lnTo>
                    <a:pt x="21421" y="353"/>
                  </a:lnTo>
                  <a:cubicBezTo>
                    <a:pt x="24199" y="872"/>
                    <a:pt x="26841" y="2249"/>
                    <a:pt x="28858" y="4228"/>
                  </a:cubicBezTo>
                  <a:cubicBezTo>
                    <a:pt x="29448" y="4808"/>
                    <a:pt x="30243" y="5702"/>
                    <a:pt x="30318" y="6766"/>
                  </a:cubicBezTo>
                  <a:cubicBezTo>
                    <a:pt x="30416" y="8190"/>
                    <a:pt x="29275" y="9516"/>
                    <a:pt x="26925" y="10707"/>
                  </a:cubicBezTo>
                  <a:cubicBezTo>
                    <a:pt x="22241" y="13080"/>
                    <a:pt x="17334" y="14980"/>
                    <a:pt x="12275" y="16383"/>
                  </a:cubicBezTo>
                  <a:cubicBezTo>
                    <a:pt x="11072" y="16716"/>
                    <a:pt x="9738" y="17044"/>
                    <a:pt x="8425" y="17044"/>
                  </a:cubicBezTo>
                  <a:cubicBezTo>
                    <a:pt x="7854" y="17044"/>
                    <a:pt x="7287" y="16982"/>
                    <a:pt x="6736" y="16832"/>
                  </a:cubicBezTo>
                  <a:cubicBezTo>
                    <a:pt x="4989" y="16354"/>
                    <a:pt x="3402" y="14961"/>
                    <a:pt x="2384" y="13009"/>
                  </a:cubicBezTo>
                  <a:cubicBezTo>
                    <a:pt x="1454" y="11224"/>
                    <a:pt x="1054" y="9168"/>
                    <a:pt x="758" y="7212"/>
                  </a:cubicBezTo>
                  <a:cubicBezTo>
                    <a:pt x="539" y="5746"/>
                    <a:pt x="368" y="4201"/>
                    <a:pt x="899" y="2824"/>
                  </a:cubicBezTo>
                  <a:cubicBezTo>
                    <a:pt x="1335" y="1699"/>
                    <a:pt x="2480" y="649"/>
                    <a:pt x="3717" y="649"/>
                  </a:cubicBezTo>
                  <a:cubicBezTo>
                    <a:pt x="3877" y="649"/>
                    <a:pt x="4037" y="667"/>
                    <a:pt x="4198" y="704"/>
                  </a:cubicBezTo>
                  <a:lnTo>
                    <a:pt x="4280" y="353"/>
                  </a:lnTo>
                  <a:cubicBezTo>
                    <a:pt x="4087" y="308"/>
                    <a:pt x="3894" y="287"/>
                    <a:pt x="3705" y="287"/>
                  </a:cubicBezTo>
                  <a:cubicBezTo>
                    <a:pt x="2312" y="287"/>
                    <a:pt x="1056" y="1425"/>
                    <a:pt x="566" y="2695"/>
                  </a:cubicBezTo>
                  <a:cubicBezTo>
                    <a:pt x="1" y="4153"/>
                    <a:pt x="176" y="5752"/>
                    <a:pt x="403" y="7264"/>
                  </a:cubicBezTo>
                  <a:cubicBezTo>
                    <a:pt x="701" y="9251"/>
                    <a:pt x="1110" y="11343"/>
                    <a:pt x="2067" y="13174"/>
                  </a:cubicBezTo>
                  <a:cubicBezTo>
                    <a:pt x="3131" y="15216"/>
                    <a:pt x="4799" y="16675"/>
                    <a:pt x="6642" y="17178"/>
                  </a:cubicBezTo>
                  <a:cubicBezTo>
                    <a:pt x="7226" y="17338"/>
                    <a:pt x="7825" y="17403"/>
                    <a:pt x="8425" y="17403"/>
                  </a:cubicBezTo>
                  <a:cubicBezTo>
                    <a:pt x="9781" y="17403"/>
                    <a:pt x="11141" y="17069"/>
                    <a:pt x="12369" y="16730"/>
                  </a:cubicBezTo>
                  <a:cubicBezTo>
                    <a:pt x="17451" y="15320"/>
                    <a:pt x="22381" y="13410"/>
                    <a:pt x="27085" y="11028"/>
                  </a:cubicBezTo>
                  <a:cubicBezTo>
                    <a:pt x="29577" y="9764"/>
                    <a:pt x="30785" y="8323"/>
                    <a:pt x="30674" y="6741"/>
                  </a:cubicBezTo>
                  <a:cubicBezTo>
                    <a:pt x="30593" y="5556"/>
                    <a:pt x="29742" y="4593"/>
                    <a:pt x="29108" y="3973"/>
                  </a:cubicBezTo>
                  <a:cubicBezTo>
                    <a:pt x="27041" y="1944"/>
                    <a:pt x="24335" y="533"/>
                    <a:pt x="21486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8"/>
            <p:cNvSpPr/>
            <p:nvPr/>
          </p:nvSpPr>
          <p:spPr>
            <a:xfrm>
              <a:off x="4769075" y="1250950"/>
              <a:ext cx="661400" cy="422650"/>
            </a:xfrm>
            <a:custGeom>
              <a:avLst/>
              <a:gdLst/>
              <a:ahLst/>
              <a:cxnLst/>
              <a:rect l="l" t="t" r="r" b="b"/>
              <a:pathLst>
                <a:path w="26456" h="16906" extrusionOk="0">
                  <a:moveTo>
                    <a:pt x="6165" y="1"/>
                  </a:moveTo>
                  <a:cubicBezTo>
                    <a:pt x="4377" y="1"/>
                    <a:pt x="2559" y="290"/>
                    <a:pt x="1389" y="1603"/>
                  </a:cubicBezTo>
                  <a:cubicBezTo>
                    <a:pt x="0" y="3161"/>
                    <a:pt x="84" y="5532"/>
                    <a:pt x="271" y="7630"/>
                  </a:cubicBezTo>
                  <a:cubicBezTo>
                    <a:pt x="545" y="10674"/>
                    <a:pt x="1083" y="14103"/>
                    <a:pt x="3543" y="15834"/>
                  </a:cubicBezTo>
                  <a:cubicBezTo>
                    <a:pt x="4666" y="16624"/>
                    <a:pt x="5973" y="16905"/>
                    <a:pt x="7334" y="16905"/>
                  </a:cubicBezTo>
                  <a:cubicBezTo>
                    <a:pt x="8849" y="16905"/>
                    <a:pt x="10431" y="16558"/>
                    <a:pt x="11901" y="16178"/>
                  </a:cubicBezTo>
                  <a:cubicBezTo>
                    <a:pt x="16302" y="15039"/>
                    <a:pt x="20816" y="13694"/>
                    <a:pt x="24299" y="10712"/>
                  </a:cubicBezTo>
                  <a:cubicBezTo>
                    <a:pt x="25404" y="9767"/>
                    <a:pt x="26455" y="8472"/>
                    <a:pt x="26318" y="7004"/>
                  </a:cubicBezTo>
                  <a:cubicBezTo>
                    <a:pt x="26167" y="5438"/>
                    <a:pt x="24737" y="4358"/>
                    <a:pt x="23371" y="3636"/>
                  </a:cubicBezTo>
                  <a:cubicBezTo>
                    <a:pt x="18506" y="1061"/>
                    <a:pt x="12917" y="352"/>
                    <a:pt x="7449" y="41"/>
                  </a:cubicBezTo>
                  <a:cubicBezTo>
                    <a:pt x="7029" y="18"/>
                    <a:pt x="6598" y="1"/>
                    <a:pt x="6165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8"/>
            <p:cNvSpPr/>
            <p:nvPr/>
          </p:nvSpPr>
          <p:spPr>
            <a:xfrm>
              <a:off x="4668450" y="2724500"/>
              <a:ext cx="1098275" cy="356100"/>
            </a:xfrm>
            <a:custGeom>
              <a:avLst/>
              <a:gdLst/>
              <a:ahLst/>
              <a:cxnLst/>
              <a:rect l="l" t="t" r="r" b="b"/>
              <a:pathLst>
                <a:path w="43931" h="14244" extrusionOk="0">
                  <a:moveTo>
                    <a:pt x="101" y="0"/>
                  </a:moveTo>
                  <a:cubicBezTo>
                    <a:pt x="71" y="119"/>
                    <a:pt x="36" y="238"/>
                    <a:pt x="1" y="357"/>
                  </a:cubicBezTo>
                  <a:cubicBezTo>
                    <a:pt x="7942" y="447"/>
                    <a:pt x="15397" y="4023"/>
                    <a:pt x="21987" y="7193"/>
                  </a:cubicBezTo>
                  <a:cubicBezTo>
                    <a:pt x="28943" y="10538"/>
                    <a:pt x="36136" y="13985"/>
                    <a:pt x="43931" y="14243"/>
                  </a:cubicBezTo>
                  <a:cubicBezTo>
                    <a:pt x="43929" y="14122"/>
                    <a:pt x="43927" y="14003"/>
                    <a:pt x="43924" y="13883"/>
                  </a:cubicBezTo>
                  <a:cubicBezTo>
                    <a:pt x="36211" y="13622"/>
                    <a:pt x="29062" y="10194"/>
                    <a:pt x="22143" y="6867"/>
                  </a:cubicBezTo>
                  <a:cubicBezTo>
                    <a:pt x="15547" y="3696"/>
                    <a:pt x="8086" y="119"/>
                    <a:pt x="101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8"/>
            <p:cNvSpPr/>
            <p:nvPr/>
          </p:nvSpPr>
          <p:spPr>
            <a:xfrm>
              <a:off x="4825325" y="918600"/>
              <a:ext cx="574225" cy="681275"/>
            </a:xfrm>
            <a:custGeom>
              <a:avLst/>
              <a:gdLst/>
              <a:ahLst/>
              <a:cxnLst/>
              <a:rect l="l" t="t" r="r" b="b"/>
              <a:pathLst>
                <a:path w="22969" h="27251" extrusionOk="0">
                  <a:moveTo>
                    <a:pt x="11582" y="0"/>
                  </a:moveTo>
                  <a:cubicBezTo>
                    <a:pt x="9956" y="0"/>
                    <a:pt x="7586" y="268"/>
                    <a:pt x="5962" y="268"/>
                  </a:cubicBezTo>
                  <a:cubicBezTo>
                    <a:pt x="5259" y="268"/>
                    <a:pt x="4696" y="218"/>
                    <a:pt x="4394" y="74"/>
                  </a:cubicBezTo>
                  <a:lnTo>
                    <a:pt x="4394" y="74"/>
                  </a:lnTo>
                  <a:cubicBezTo>
                    <a:pt x="5739" y="4816"/>
                    <a:pt x="6075" y="9759"/>
                    <a:pt x="6106" y="14716"/>
                  </a:cubicBezTo>
                  <a:cubicBezTo>
                    <a:pt x="5906" y="14730"/>
                    <a:pt x="5708" y="14736"/>
                    <a:pt x="5508" y="14755"/>
                  </a:cubicBezTo>
                  <a:cubicBezTo>
                    <a:pt x="4056" y="14891"/>
                    <a:pt x="2492" y="15191"/>
                    <a:pt x="1519" y="16300"/>
                  </a:cubicBezTo>
                  <a:cubicBezTo>
                    <a:pt x="718" y="17212"/>
                    <a:pt x="476" y="18490"/>
                    <a:pt x="315" y="19704"/>
                  </a:cubicBezTo>
                  <a:cubicBezTo>
                    <a:pt x="48" y="21727"/>
                    <a:pt x="0" y="24035"/>
                    <a:pt x="1368" y="25518"/>
                  </a:cubicBezTo>
                  <a:cubicBezTo>
                    <a:pt x="2401" y="26638"/>
                    <a:pt x="3990" y="26992"/>
                    <a:pt x="5485" y="27140"/>
                  </a:cubicBezTo>
                  <a:cubicBezTo>
                    <a:pt x="6225" y="27214"/>
                    <a:pt x="6969" y="27251"/>
                    <a:pt x="7712" y="27251"/>
                  </a:cubicBezTo>
                  <a:cubicBezTo>
                    <a:pt x="12063" y="27251"/>
                    <a:pt x="16413" y="25998"/>
                    <a:pt x="20112" y="23647"/>
                  </a:cubicBezTo>
                  <a:cubicBezTo>
                    <a:pt x="21511" y="22759"/>
                    <a:pt x="22969" y="21376"/>
                    <a:pt x="22739" y="19706"/>
                  </a:cubicBezTo>
                  <a:cubicBezTo>
                    <a:pt x="22520" y="18102"/>
                    <a:pt x="20879" y="17176"/>
                    <a:pt x="19396" y="16620"/>
                  </a:cubicBezTo>
                  <a:cubicBezTo>
                    <a:pt x="19257" y="16567"/>
                    <a:pt x="19113" y="16524"/>
                    <a:pt x="18973" y="16474"/>
                  </a:cubicBezTo>
                  <a:cubicBezTo>
                    <a:pt x="17259" y="12407"/>
                    <a:pt x="15883" y="8207"/>
                    <a:pt x="14859" y="3916"/>
                  </a:cubicBezTo>
                  <a:lnTo>
                    <a:pt x="13155" y="195"/>
                  </a:lnTo>
                  <a:cubicBezTo>
                    <a:pt x="12852" y="51"/>
                    <a:pt x="12287" y="0"/>
                    <a:pt x="11582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8"/>
            <p:cNvSpPr/>
            <p:nvPr/>
          </p:nvSpPr>
          <p:spPr>
            <a:xfrm>
              <a:off x="4825325" y="918675"/>
              <a:ext cx="417250" cy="681150"/>
            </a:xfrm>
            <a:custGeom>
              <a:avLst/>
              <a:gdLst/>
              <a:ahLst/>
              <a:cxnLst/>
              <a:rect l="l" t="t" r="r" b="b"/>
              <a:pathLst>
                <a:path w="16690" h="27246" extrusionOk="0">
                  <a:moveTo>
                    <a:pt x="11571" y="1"/>
                  </a:moveTo>
                  <a:cubicBezTo>
                    <a:pt x="9950" y="1"/>
                    <a:pt x="7590" y="266"/>
                    <a:pt x="5969" y="266"/>
                  </a:cubicBezTo>
                  <a:cubicBezTo>
                    <a:pt x="5263" y="266"/>
                    <a:pt x="4698" y="216"/>
                    <a:pt x="4394" y="71"/>
                  </a:cubicBezTo>
                  <a:lnTo>
                    <a:pt x="4394" y="71"/>
                  </a:lnTo>
                  <a:cubicBezTo>
                    <a:pt x="5739" y="4813"/>
                    <a:pt x="6075" y="9756"/>
                    <a:pt x="6106" y="14713"/>
                  </a:cubicBezTo>
                  <a:cubicBezTo>
                    <a:pt x="5906" y="14727"/>
                    <a:pt x="5708" y="14733"/>
                    <a:pt x="5508" y="14752"/>
                  </a:cubicBezTo>
                  <a:cubicBezTo>
                    <a:pt x="4056" y="14888"/>
                    <a:pt x="2492" y="15188"/>
                    <a:pt x="1519" y="16297"/>
                  </a:cubicBezTo>
                  <a:cubicBezTo>
                    <a:pt x="718" y="17209"/>
                    <a:pt x="476" y="18487"/>
                    <a:pt x="315" y="19701"/>
                  </a:cubicBezTo>
                  <a:cubicBezTo>
                    <a:pt x="48" y="21724"/>
                    <a:pt x="0" y="24032"/>
                    <a:pt x="1368" y="25515"/>
                  </a:cubicBezTo>
                  <a:cubicBezTo>
                    <a:pt x="2401" y="26635"/>
                    <a:pt x="3990" y="26989"/>
                    <a:pt x="5485" y="27137"/>
                  </a:cubicBezTo>
                  <a:cubicBezTo>
                    <a:pt x="6219" y="27210"/>
                    <a:pt x="6956" y="27246"/>
                    <a:pt x="7693" y="27246"/>
                  </a:cubicBezTo>
                  <a:cubicBezTo>
                    <a:pt x="8333" y="27246"/>
                    <a:pt x="8973" y="27219"/>
                    <a:pt x="9612" y="27164"/>
                  </a:cubicBezTo>
                  <a:cubicBezTo>
                    <a:pt x="10146" y="23507"/>
                    <a:pt x="11443" y="19876"/>
                    <a:pt x="13557" y="16494"/>
                  </a:cubicBezTo>
                  <a:cubicBezTo>
                    <a:pt x="16690" y="11480"/>
                    <a:pt x="14354" y="5370"/>
                    <a:pt x="12754" y="80"/>
                  </a:cubicBezTo>
                  <a:cubicBezTo>
                    <a:pt x="12445" y="23"/>
                    <a:pt x="12039" y="1"/>
                    <a:pt x="11571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8"/>
            <p:cNvSpPr/>
            <p:nvPr/>
          </p:nvSpPr>
          <p:spPr>
            <a:xfrm>
              <a:off x="4833450" y="918625"/>
              <a:ext cx="362975" cy="497275"/>
            </a:xfrm>
            <a:custGeom>
              <a:avLst/>
              <a:gdLst/>
              <a:ahLst/>
              <a:cxnLst/>
              <a:rect l="l" t="t" r="r" b="b"/>
              <a:pathLst>
                <a:path w="14519" h="19891" extrusionOk="0">
                  <a:moveTo>
                    <a:pt x="11263" y="1"/>
                  </a:moveTo>
                  <a:cubicBezTo>
                    <a:pt x="9640" y="1"/>
                    <a:pt x="7270" y="268"/>
                    <a:pt x="5645" y="268"/>
                  </a:cubicBezTo>
                  <a:cubicBezTo>
                    <a:pt x="4939" y="268"/>
                    <a:pt x="4374" y="218"/>
                    <a:pt x="4071" y="73"/>
                  </a:cubicBezTo>
                  <a:lnTo>
                    <a:pt x="4071" y="73"/>
                  </a:lnTo>
                  <a:cubicBezTo>
                    <a:pt x="5414" y="4817"/>
                    <a:pt x="5752" y="9758"/>
                    <a:pt x="5783" y="14715"/>
                  </a:cubicBezTo>
                  <a:cubicBezTo>
                    <a:pt x="5583" y="14729"/>
                    <a:pt x="5383" y="14735"/>
                    <a:pt x="5185" y="14754"/>
                  </a:cubicBezTo>
                  <a:cubicBezTo>
                    <a:pt x="3734" y="14890"/>
                    <a:pt x="2170" y="15192"/>
                    <a:pt x="1196" y="16302"/>
                  </a:cubicBezTo>
                  <a:cubicBezTo>
                    <a:pt x="409" y="17194"/>
                    <a:pt x="161" y="18443"/>
                    <a:pt x="1" y="19638"/>
                  </a:cubicBezTo>
                  <a:cubicBezTo>
                    <a:pt x="1133" y="19798"/>
                    <a:pt x="2262" y="19890"/>
                    <a:pt x="3353" y="19890"/>
                  </a:cubicBezTo>
                  <a:cubicBezTo>
                    <a:pt x="7058" y="19890"/>
                    <a:pt x="10334" y="18822"/>
                    <a:pt x="11873" y="15672"/>
                  </a:cubicBezTo>
                  <a:cubicBezTo>
                    <a:pt x="14167" y="11753"/>
                    <a:pt x="14519" y="6513"/>
                    <a:pt x="13487" y="1625"/>
                  </a:cubicBezTo>
                  <a:lnTo>
                    <a:pt x="12830" y="194"/>
                  </a:lnTo>
                  <a:cubicBezTo>
                    <a:pt x="12528" y="51"/>
                    <a:pt x="11966" y="1"/>
                    <a:pt x="11263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8"/>
            <p:cNvSpPr/>
            <p:nvPr/>
          </p:nvSpPr>
          <p:spPr>
            <a:xfrm>
              <a:off x="4674800" y="618225"/>
              <a:ext cx="581425" cy="761325"/>
            </a:xfrm>
            <a:custGeom>
              <a:avLst/>
              <a:gdLst/>
              <a:ahLst/>
              <a:cxnLst/>
              <a:rect l="l" t="t" r="r" b="b"/>
              <a:pathLst>
                <a:path w="23257" h="30453" extrusionOk="0">
                  <a:moveTo>
                    <a:pt x="10875" y="1"/>
                  </a:moveTo>
                  <a:cubicBezTo>
                    <a:pt x="7816" y="1"/>
                    <a:pt x="4765" y="1237"/>
                    <a:pt x="2812" y="3639"/>
                  </a:cubicBezTo>
                  <a:cubicBezTo>
                    <a:pt x="670" y="6271"/>
                    <a:pt x="1" y="9910"/>
                    <a:pt x="316" y="13322"/>
                  </a:cubicBezTo>
                  <a:cubicBezTo>
                    <a:pt x="633" y="16731"/>
                    <a:pt x="1840" y="19984"/>
                    <a:pt x="3102" y="23158"/>
                  </a:cubicBezTo>
                  <a:cubicBezTo>
                    <a:pt x="3730" y="24739"/>
                    <a:pt x="4386" y="26336"/>
                    <a:pt x="5406" y="27688"/>
                  </a:cubicBezTo>
                  <a:cubicBezTo>
                    <a:pt x="6424" y="29041"/>
                    <a:pt x="7859" y="30146"/>
                    <a:pt x="9508" y="30397"/>
                  </a:cubicBezTo>
                  <a:cubicBezTo>
                    <a:pt x="9760" y="30435"/>
                    <a:pt x="10014" y="30452"/>
                    <a:pt x="10267" y="30452"/>
                  </a:cubicBezTo>
                  <a:cubicBezTo>
                    <a:pt x="11075" y="30452"/>
                    <a:pt x="11884" y="30273"/>
                    <a:pt x="12651" y="29998"/>
                  </a:cubicBezTo>
                  <a:cubicBezTo>
                    <a:pt x="14845" y="29208"/>
                    <a:pt x="16709" y="27650"/>
                    <a:pt x="18246" y="25861"/>
                  </a:cubicBezTo>
                  <a:cubicBezTo>
                    <a:pt x="21343" y="22249"/>
                    <a:pt x="23257" y="17453"/>
                    <a:pt x="22940" y="12654"/>
                  </a:cubicBezTo>
                  <a:cubicBezTo>
                    <a:pt x="22621" y="7856"/>
                    <a:pt x="19887" y="3166"/>
                    <a:pt x="15652" y="1087"/>
                  </a:cubicBezTo>
                  <a:cubicBezTo>
                    <a:pt x="14170" y="359"/>
                    <a:pt x="12521" y="1"/>
                    <a:pt x="10875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8"/>
            <p:cNvSpPr/>
            <p:nvPr/>
          </p:nvSpPr>
          <p:spPr>
            <a:xfrm>
              <a:off x="4731900" y="1028725"/>
              <a:ext cx="138225" cy="214825"/>
            </a:xfrm>
            <a:custGeom>
              <a:avLst/>
              <a:gdLst/>
              <a:ahLst/>
              <a:cxnLst/>
              <a:rect l="l" t="t" r="r" b="b"/>
              <a:pathLst>
                <a:path w="5529" h="8593" extrusionOk="0">
                  <a:moveTo>
                    <a:pt x="67" y="1"/>
                  </a:moveTo>
                  <a:lnTo>
                    <a:pt x="0" y="355"/>
                  </a:lnTo>
                  <a:cubicBezTo>
                    <a:pt x="876" y="518"/>
                    <a:pt x="1462" y="1362"/>
                    <a:pt x="1656" y="2128"/>
                  </a:cubicBezTo>
                  <a:cubicBezTo>
                    <a:pt x="1877" y="3003"/>
                    <a:pt x="1731" y="3963"/>
                    <a:pt x="1577" y="4791"/>
                  </a:cubicBezTo>
                  <a:lnTo>
                    <a:pt x="1525" y="5072"/>
                  </a:lnTo>
                  <a:cubicBezTo>
                    <a:pt x="1371" y="5890"/>
                    <a:pt x="1210" y="6734"/>
                    <a:pt x="1291" y="7581"/>
                  </a:cubicBezTo>
                  <a:lnTo>
                    <a:pt x="1300" y="7677"/>
                  </a:lnTo>
                  <a:lnTo>
                    <a:pt x="1383" y="7723"/>
                  </a:lnTo>
                  <a:cubicBezTo>
                    <a:pt x="2442" y="8294"/>
                    <a:pt x="3627" y="8592"/>
                    <a:pt x="4830" y="8592"/>
                  </a:cubicBezTo>
                  <a:cubicBezTo>
                    <a:pt x="5064" y="8592"/>
                    <a:pt x="5295" y="8580"/>
                    <a:pt x="5529" y="8557"/>
                  </a:cubicBezTo>
                  <a:lnTo>
                    <a:pt x="5493" y="8200"/>
                  </a:lnTo>
                  <a:cubicBezTo>
                    <a:pt x="5274" y="8221"/>
                    <a:pt x="5054" y="8232"/>
                    <a:pt x="4834" y="8232"/>
                  </a:cubicBezTo>
                  <a:cubicBezTo>
                    <a:pt x="3725" y="8232"/>
                    <a:pt x="2630" y="7965"/>
                    <a:pt x="1642" y="7452"/>
                  </a:cubicBezTo>
                  <a:cubicBezTo>
                    <a:pt x="1585" y="6684"/>
                    <a:pt x="1735" y="5898"/>
                    <a:pt x="1879" y="5139"/>
                  </a:cubicBezTo>
                  <a:lnTo>
                    <a:pt x="1931" y="4855"/>
                  </a:lnTo>
                  <a:cubicBezTo>
                    <a:pt x="2092" y="3990"/>
                    <a:pt x="2242" y="2985"/>
                    <a:pt x="2002" y="2038"/>
                  </a:cubicBezTo>
                  <a:cubicBezTo>
                    <a:pt x="1783" y="1164"/>
                    <a:pt x="1099" y="195"/>
                    <a:pt x="67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8"/>
            <p:cNvSpPr/>
            <p:nvPr/>
          </p:nvSpPr>
          <p:spPr>
            <a:xfrm>
              <a:off x="4841850" y="1259100"/>
              <a:ext cx="101325" cy="19225"/>
            </a:xfrm>
            <a:custGeom>
              <a:avLst/>
              <a:gdLst/>
              <a:ahLst/>
              <a:cxnLst/>
              <a:rect l="l" t="t" r="r" b="b"/>
              <a:pathLst>
                <a:path w="4053" h="769" extrusionOk="0">
                  <a:moveTo>
                    <a:pt x="3923" y="1"/>
                  </a:moveTo>
                  <a:cubicBezTo>
                    <a:pt x="3212" y="272"/>
                    <a:pt x="2462" y="409"/>
                    <a:pt x="1710" y="409"/>
                  </a:cubicBezTo>
                  <a:cubicBezTo>
                    <a:pt x="1168" y="409"/>
                    <a:pt x="625" y="338"/>
                    <a:pt x="94" y="195"/>
                  </a:cubicBezTo>
                  <a:lnTo>
                    <a:pt x="0" y="541"/>
                  </a:lnTo>
                  <a:cubicBezTo>
                    <a:pt x="557" y="693"/>
                    <a:pt x="1133" y="768"/>
                    <a:pt x="1710" y="768"/>
                  </a:cubicBezTo>
                  <a:cubicBezTo>
                    <a:pt x="2509" y="768"/>
                    <a:pt x="3304" y="622"/>
                    <a:pt x="4052" y="337"/>
                  </a:cubicBezTo>
                  <a:lnTo>
                    <a:pt x="3923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4862125" y="1001400"/>
              <a:ext cx="135225" cy="18125"/>
            </a:xfrm>
            <a:custGeom>
              <a:avLst/>
              <a:gdLst/>
              <a:ahLst/>
              <a:cxnLst/>
              <a:rect l="l" t="t" r="r" b="b"/>
              <a:pathLst>
                <a:path w="5409" h="725" extrusionOk="0">
                  <a:moveTo>
                    <a:pt x="1007" y="0"/>
                  </a:moveTo>
                  <a:cubicBezTo>
                    <a:pt x="672" y="0"/>
                    <a:pt x="336" y="7"/>
                    <a:pt x="1" y="20"/>
                  </a:cubicBezTo>
                  <a:lnTo>
                    <a:pt x="13" y="378"/>
                  </a:lnTo>
                  <a:cubicBezTo>
                    <a:pt x="348" y="365"/>
                    <a:pt x="682" y="359"/>
                    <a:pt x="1016" y="359"/>
                  </a:cubicBezTo>
                  <a:cubicBezTo>
                    <a:pt x="2467" y="359"/>
                    <a:pt x="3917" y="480"/>
                    <a:pt x="5348" y="724"/>
                  </a:cubicBezTo>
                  <a:lnTo>
                    <a:pt x="5408" y="370"/>
                  </a:lnTo>
                  <a:cubicBezTo>
                    <a:pt x="3954" y="124"/>
                    <a:pt x="2482" y="0"/>
                    <a:pt x="1007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4701400" y="1029675"/>
              <a:ext cx="36625" cy="18150"/>
            </a:xfrm>
            <a:custGeom>
              <a:avLst/>
              <a:gdLst/>
              <a:ahLst/>
              <a:cxnLst/>
              <a:rect l="l" t="t" r="r" b="b"/>
              <a:pathLst>
                <a:path w="1465" h="726" extrusionOk="0">
                  <a:moveTo>
                    <a:pt x="1369" y="0"/>
                  </a:moveTo>
                  <a:lnTo>
                    <a:pt x="1" y="378"/>
                  </a:lnTo>
                  <a:lnTo>
                    <a:pt x="96" y="726"/>
                  </a:lnTo>
                  <a:lnTo>
                    <a:pt x="1464" y="346"/>
                  </a:lnTo>
                  <a:lnTo>
                    <a:pt x="1369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8"/>
            <p:cNvSpPr/>
            <p:nvPr/>
          </p:nvSpPr>
          <p:spPr>
            <a:xfrm>
              <a:off x="4888150" y="1050400"/>
              <a:ext cx="59150" cy="25775"/>
            </a:xfrm>
            <a:custGeom>
              <a:avLst/>
              <a:gdLst/>
              <a:ahLst/>
              <a:cxnLst/>
              <a:rect l="l" t="t" r="r" b="b"/>
              <a:pathLst>
                <a:path w="2366" h="1031" extrusionOk="0">
                  <a:moveTo>
                    <a:pt x="1146" y="1"/>
                  </a:moveTo>
                  <a:cubicBezTo>
                    <a:pt x="856" y="1"/>
                    <a:pt x="567" y="78"/>
                    <a:pt x="324" y="237"/>
                  </a:cubicBezTo>
                  <a:cubicBezTo>
                    <a:pt x="159" y="343"/>
                    <a:pt x="0" y="537"/>
                    <a:pt x="69" y="721"/>
                  </a:cubicBezTo>
                  <a:cubicBezTo>
                    <a:pt x="132" y="883"/>
                    <a:pt x="330" y="937"/>
                    <a:pt x="501" y="962"/>
                  </a:cubicBezTo>
                  <a:cubicBezTo>
                    <a:pt x="805" y="1008"/>
                    <a:pt x="1112" y="1031"/>
                    <a:pt x="1420" y="1031"/>
                  </a:cubicBezTo>
                  <a:cubicBezTo>
                    <a:pt x="1568" y="1031"/>
                    <a:pt x="1715" y="1025"/>
                    <a:pt x="1863" y="1015"/>
                  </a:cubicBezTo>
                  <a:cubicBezTo>
                    <a:pt x="2084" y="1000"/>
                    <a:pt x="2365" y="906"/>
                    <a:pt x="2365" y="685"/>
                  </a:cubicBezTo>
                  <a:cubicBezTo>
                    <a:pt x="2363" y="579"/>
                    <a:pt x="2290" y="487"/>
                    <a:pt x="2215" y="414"/>
                  </a:cubicBezTo>
                  <a:cubicBezTo>
                    <a:pt x="1931" y="142"/>
                    <a:pt x="1538" y="1"/>
                    <a:pt x="1146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8"/>
            <p:cNvSpPr/>
            <p:nvPr/>
          </p:nvSpPr>
          <p:spPr>
            <a:xfrm>
              <a:off x="4716675" y="1069100"/>
              <a:ext cx="42150" cy="27475"/>
            </a:xfrm>
            <a:custGeom>
              <a:avLst/>
              <a:gdLst/>
              <a:ahLst/>
              <a:cxnLst/>
              <a:rect l="l" t="t" r="r" b="b"/>
              <a:pathLst>
                <a:path w="1686" h="1099" extrusionOk="0">
                  <a:moveTo>
                    <a:pt x="689" y="1"/>
                  </a:moveTo>
                  <a:cubicBezTo>
                    <a:pt x="533" y="1"/>
                    <a:pt x="377" y="36"/>
                    <a:pt x="261" y="137"/>
                  </a:cubicBezTo>
                  <a:cubicBezTo>
                    <a:pt x="134" y="250"/>
                    <a:pt x="78" y="425"/>
                    <a:pt x="57" y="592"/>
                  </a:cubicBezTo>
                  <a:cubicBezTo>
                    <a:pt x="34" y="761"/>
                    <a:pt x="38" y="934"/>
                    <a:pt x="1" y="1099"/>
                  </a:cubicBezTo>
                  <a:cubicBezTo>
                    <a:pt x="518" y="1065"/>
                    <a:pt x="1031" y="978"/>
                    <a:pt x="1531" y="838"/>
                  </a:cubicBezTo>
                  <a:cubicBezTo>
                    <a:pt x="1567" y="832"/>
                    <a:pt x="1600" y="817"/>
                    <a:pt x="1629" y="794"/>
                  </a:cubicBezTo>
                  <a:cubicBezTo>
                    <a:pt x="1686" y="744"/>
                    <a:pt x="1681" y="654"/>
                    <a:pt x="1663" y="584"/>
                  </a:cubicBezTo>
                  <a:cubicBezTo>
                    <a:pt x="1562" y="242"/>
                    <a:pt x="1189" y="52"/>
                    <a:pt x="837" y="10"/>
                  </a:cubicBezTo>
                  <a:cubicBezTo>
                    <a:pt x="788" y="4"/>
                    <a:pt x="739" y="1"/>
                    <a:pt x="689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8"/>
            <p:cNvSpPr/>
            <p:nvPr/>
          </p:nvSpPr>
          <p:spPr>
            <a:xfrm>
              <a:off x="4680075" y="618250"/>
              <a:ext cx="575175" cy="611950"/>
            </a:xfrm>
            <a:custGeom>
              <a:avLst/>
              <a:gdLst/>
              <a:ahLst/>
              <a:cxnLst/>
              <a:rect l="l" t="t" r="r" b="b"/>
              <a:pathLst>
                <a:path w="23007" h="24478" extrusionOk="0">
                  <a:moveTo>
                    <a:pt x="10662" y="1"/>
                  </a:moveTo>
                  <a:cubicBezTo>
                    <a:pt x="7603" y="1"/>
                    <a:pt x="4552" y="1236"/>
                    <a:pt x="2599" y="3638"/>
                  </a:cubicBezTo>
                  <a:cubicBezTo>
                    <a:pt x="747" y="5916"/>
                    <a:pt x="1" y="8944"/>
                    <a:pt x="36" y="11928"/>
                  </a:cubicBezTo>
                  <a:cubicBezTo>
                    <a:pt x="1703" y="11291"/>
                    <a:pt x="3439" y="10977"/>
                    <a:pt x="5156" y="10977"/>
                  </a:cubicBezTo>
                  <a:cubicBezTo>
                    <a:pt x="9562" y="10977"/>
                    <a:pt x="13842" y="13044"/>
                    <a:pt x="16494" y="17020"/>
                  </a:cubicBezTo>
                  <a:cubicBezTo>
                    <a:pt x="17643" y="19126"/>
                    <a:pt x="18583" y="21746"/>
                    <a:pt x="19119" y="24477"/>
                  </a:cubicBezTo>
                  <a:cubicBezTo>
                    <a:pt x="21567" y="21070"/>
                    <a:pt x="23006" y="16862"/>
                    <a:pt x="22727" y="12653"/>
                  </a:cubicBezTo>
                  <a:cubicBezTo>
                    <a:pt x="22410" y="7855"/>
                    <a:pt x="19674" y="3165"/>
                    <a:pt x="15441" y="1086"/>
                  </a:cubicBezTo>
                  <a:cubicBezTo>
                    <a:pt x="13958" y="359"/>
                    <a:pt x="12309" y="1"/>
                    <a:pt x="10662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8"/>
            <p:cNvSpPr/>
            <p:nvPr/>
          </p:nvSpPr>
          <p:spPr>
            <a:xfrm>
              <a:off x="4677000" y="769450"/>
              <a:ext cx="536600" cy="320975"/>
            </a:xfrm>
            <a:custGeom>
              <a:avLst/>
              <a:gdLst/>
              <a:ahLst/>
              <a:cxnLst/>
              <a:rect l="l" t="t" r="r" b="b"/>
              <a:pathLst>
                <a:path w="21464" h="12839" extrusionOk="0">
                  <a:moveTo>
                    <a:pt x="8901" y="1"/>
                  </a:moveTo>
                  <a:cubicBezTo>
                    <a:pt x="8746" y="1"/>
                    <a:pt x="8591" y="3"/>
                    <a:pt x="8436" y="7"/>
                  </a:cubicBezTo>
                  <a:cubicBezTo>
                    <a:pt x="6465" y="66"/>
                    <a:pt x="4451" y="485"/>
                    <a:pt x="2820" y="1592"/>
                  </a:cubicBezTo>
                  <a:cubicBezTo>
                    <a:pt x="1187" y="2702"/>
                    <a:pt x="1" y="4583"/>
                    <a:pt x="88" y="6553"/>
                  </a:cubicBezTo>
                  <a:lnTo>
                    <a:pt x="3043" y="4785"/>
                  </a:lnTo>
                  <a:cubicBezTo>
                    <a:pt x="3309" y="4626"/>
                    <a:pt x="3613" y="4463"/>
                    <a:pt x="3910" y="4463"/>
                  </a:cubicBezTo>
                  <a:cubicBezTo>
                    <a:pt x="3999" y="4463"/>
                    <a:pt x="4087" y="4478"/>
                    <a:pt x="4173" y="4512"/>
                  </a:cubicBezTo>
                  <a:cubicBezTo>
                    <a:pt x="4586" y="4672"/>
                    <a:pt x="4726" y="5171"/>
                    <a:pt x="4880" y="5586"/>
                  </a:cubicBezTo>
                  <a:cubicBezTo>
                    <a:pt x="5017" y="5956"/>
                    <a:pt x="5319" y="6356"/>
                    <a:pt x="5684" y="6356"/>
                  </a:cubicBezTo>
                  <a:cubicBezTo>
                    <a:pt x="5730" y="6356"/>
                    <a:pt x="5777" y="6350"/>
                    <a:pt x="5825" y="6336"/>
                  </a:cubicBezTo>
                  <a:cubicBezTo>
                    <a:pt x="6194" y="6232"/>
                    <a:pt x="6315" y="5771"/>
                    <a:pt x="6323" y="5388"/>
                  </a:cubicBezTo>
                  <a:cubicBezTo>
                    <a:pt x="6330" y="5004"/>
                    <a:pt x="6307" y="4570"/>
                    <a:pt x="6578" y="4297"/>
                  </a:cubicBezTo>
                  <a:cubicBezTo>
                    <a:pt x="6730" y="4144"/>
                    <a:pt x="6912" y="4090"/>
                    <a:pt x="7111" y="4090"/>
                  </a:cubicBezTo>
                  <a:cubicBezTo>
                    <a:pt x="7580" y="4090"/>
                    <a:pt x="8147" y="4387"/>
                    <a:pt x="8656" y="4387"/>
                  </a:cubicBezTo>
                  <a:cubicBezTo>
                    <a:pt x="8795" y="4387"/>
                    <a:pt x="8930" y="4364"/>
                    <a:pt x="9057" y="4307"/>
                  </a:cubicBezTo>
                  <a:cubicBezTo>
                    <a:pt x="8803" y="3984"/>
                    <a:pt x="9112" y="3471"/>
                    <a:pt x="9512" y="3379"/>
                  </a:cubicBezTo>
                  <a:cubicBezTo>
                    <a:pt x="9583" y="3363"/>
                    <a:pt x="9655" y="3356"/>
                    <a:pt x="9726" y="3356"/>
                  </a:cubicBezTo>
                  <a:cubicBezTo>
                    <a:pt x="10055" y="3356"/>
                    <a:pt x="10381" y="3513"/>
                    <a:pt x="10676" y="3675"/>
                  </a:cubicBezTo>
                  <a:cubicBezTo>
                    <a:pt x="11022" y="3867"/>
                    <a:pt x="11383" y="4083"/>
                    <a:pt x="11777" y="4083"/>
                  </a:cubicBezTo>
                  <a:cubicBezTo>
                    <a:pt x="11792" y="4083"/>
                    <a:pt x="11806" y="4083"/>
                    <a:pt x="11820" y="4082"/>
                  </a:cubicBezTo>
                  <a:cubicBezTo>
                    <a:pt x="12229" y="4068"/>
                    <a:pt x="12652" y="3684"/>
                    <a:pt x="12534" y="3292"/>
                  </a:cubicBezTo>
                  <a:lnTo>
                    <a:pt x="12534" y="3292"/>
                  </a:lnTo>
                  <a:cubicBezTo>
                    <a:pt x="14375" y="4322"/>
                    <a:pt x="15591" y="6382"/>
                    <a:pt x="15603" y="8493"/>
                  </a:cubicBezTo>
                  <a:lnTo>
                    <a:pt x="17000" y="7148"/>
                  </a:lnTo>
                  <a:cubicBezTo>
                    <a:pt x="17084" y="7068"/>
                    <a:pt x="17181" y="6982"/>
                    <a:pt x="17295" y="6982"/>
                  </a:cubicBezTo>
                  <a:cubicBezTo>
                    <a:pt x="17301" y="6982"/>
                    <a:pt x="17306" y="6982"/>
                    <a:pt x="17311" y="6983"/>
                  </a:cubicBezTo>
                  <a:cubicBezTo>
                    <a:pt x="17518" y="6997"/>
                    <a:pt x="17586" y="7264"/>
                    <a:pt x="17597" y="7471"/>
                  </a:cubicBezTo>
                  <a:cubicBezTo>
                    <a:pt x="17651" y="8566"/>
                    <a:pt x="17591" y="9663"/>
                    <a:pt x="17415" y="10745"/>
                  </a:cubicBezTo>
                  <a:cubicBezTo>
                    <a:pt x="18418" y="9575"/>
                    <a:pt x="18963" y="8080"/>
                    <a:pt x="18946" y="6539"/>
                  </a:cubicBezTo>
                  <a:lnTo>
                    <a:pt x="18946" y="6539"/>
                  </a:lnTo>
                  <a:cubicBezTo>
                    <a:pt x="19309" y="8626"/>
                    <a:pt x="19271" y="10766"/>
                    <a:pt x="18840" y="12839"/>
                  </a:cubicBezTo>
                  <a:cubicBezTo>
                    <a:pt x="20135" y="11702"/>
                    <a:pt x="21321" y="10232"/>
                    <a:pt x="21396" y="8511"/>
                  </a:cubicBezTo>
                  <a:cubicBezTo>
                    <a:pt x="21463" y="6949"/>
                    <a:pt x="20591" y="5492"/>
                    <a:pt x="19530" y="4345"/>
                  </a:cubicBezTo>
                  <a:cubicBezTo>
                    <a:pt x="16855" y="1454"/>
                    <a:pt x="12845" y="1"/>
                    <a:pt x="8901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8"/>
            <p:cNvSpPr/>
            <p:nvPr/>
          </p:nvSpPr>
          <p:spPr>
            <a:xfrm>
              <a:off x="4762075" y="488300"/>
              <a:ext cx="724900" cy="642600"/>
            </a:xfrm>
            <a:custGeom>
              <a:avLst/>
              <a:gdLst/>
              <a:ahLst/>
              <a:cxnLst/>
              <a:rect l="l" t="t" r="r" b="b"/>
              <a:pathLst>
                <a:path w="28996" h="25704" extrusionOk="0">
                  <a:moveTo>
                    <a:pt x="12576" y="1"/>
                  </a:moveTo>
                  <a:cubicBezTo>
                    <a:pt x="10819" y="1"/>
                    <a:pt x="9071" y="312"/>
                    <a:pt x="7435" y="977"/>
                  </a:cubicBezTo>
                  <a:cubicBezTo>
                    <a:pt x="3713" y="2486"/>
                    <a:pt x="693" y="5921"/>
                    <a:pt x="1" y="9960"/>
                  </a:cubicBezTo>
                  <a:cubicBezTo>
                    <a:pt x="576" y="9900"/>
                    <a:pt x="1154" y="9871"/>
                    <a:pt x="1732" y="9871"/>
                  </a:cubicBezTo>
                  <a:cubicBezTo>
                    <a:pt x="5331" y="9871"/>
                    <a:pt x="8929" y="11021"/>
                    <a:pt x="11873" y="13147"/>
                  </a:cubicBezTo>
                  <a:cubicBezTo>
                    <a:pt x="15287" y="15614"/>
                    <a:pt x="17791" y="19374"/>
                    <a:pt x="18786" y="23532"/>
                  </a:cubicBezTo>
                  <a:cubicBezTo>
                    <a:pt x="18932" y="24141"/>
                    <a:pt x="19061" y="24787"/>
                    <a:pt x="19470" y="25254"/>
                  </a:cubicBezTo>
                  <a:cubicBezTo>
                    <a:pt x="19710" y="25530"/>
                    <a:pt x="20086" y="25703"/>
                    <a:pt x="20439" y="25703"/>
                  </a:cubicBezTo>
                  <a:cubicBezTo>
                    <a:pt x="20684" y="25703"/>
                    <a:pt x="20918" y="25619"/>
                    <a:pt x="21086" y="25428"/>
                  </a:cubicBezTo>
                  <a:cubicBezTo>
                    <a:pt x="21559" y="24887"/>
                    <a:pt x="21178" y="24020"/>
                    <a:pt x="21347" y="23313"/>
                  </a:cubicBezTo>
                  <a:cubicBezTo>
                    <a:pt x="21524" y="22571"/>
                    <a:pt x="22279" y="22135"/>
                    <a:pt x="22996" y="21918"/>
                  </a:cubicBezTo>
                  <a:cubicBezTo>
                    <a:pt x="23713" y="21703"/>
                    <a:pt x="24493" y="21605"/>
                    <a:pt x="25096" y="21153"/>
                  </a:cubicBezTo>
                  <a:cubicBezTo>
                    <a:pt x="25989" y="20481"/>
                    <a:pt x="26239" y="19236"/>
                    <a:pt x="26310" y="18106"/>
                  </a:cubicBezTo>
                  <a:cubicBezTo>
                    <a:pt x="26381" y="16976"/>
                    <a:pt x="26347" y="15779"/>
                    <a:pt x="26902" y="14796"/>
                  </a:cubicBezTo>
                  <a:cubicBezTo>
                    <a:pt x="27480" y="13770"/>
                    <a:pt x="28650" y="13070"/>
                    <a:pt x="28848" y="11904"/>
                  </a:cubicBezTo>
                  <a:cubicBezTo>
                    <a:pt x="28996" y="11024"/>
                    <a:pt x="28531" y="10169"/>
                    <a:pt x="28049" y="9427"/>
                  </a:cubicBezTo>
                  <a:cubicBezTo>
                    <a:pt x="25828" y="6013"/>
                    <a:pt x="22788" y="3093"/>
                    <a:pt x="19126" y="1437"/>
                  </a:cubicBezTo>
                  <a:cubicBezTo>
                    <a:pt x="17073" y="508"/>
                    <a:pt x="14817" y="1"/>
                    <a:pt x="12576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8"/>
            <p:cNvSpPr/>
            <p:nvPr/>
          </p:nvSpPr>
          <p:spPr>
            <a:xfrm>
              <a:off x="4532475" y="656450"/>
              <a:ext cx="744975" cy="481100"/>
            </a:xfrm>
            <a:custGeom>
              <a:avLst/>
              <a:gdLst/>
              <a:ahLst/>
              <a:cxnLst/>
              <a:rect l="l" t="t" r="r" b="b"/>
              <a:pathLst>
                <a:path w="29799" h="19244" extrusionOk="0">
                  <a:moveTo>
                    <a:pt x="13288" y="0"/>
                  </a:moveTo>
                  <a:cubicBezTo>
                    <a:pt x="11769" y="0"/>
                    <a:pt x="10264" y="184"/>
                    <a:pt x="8889" y="815"/>
                  </a:cubicBezTo>
                  <a:cubicBezTo>
                    <a:pt x="6780" y="1785"/>
                    <a:pt x="1" y="8577"/>
                    <a:pt x="6007" y="12812"/>
                  </a:cubicBezTo>
                  <a:cubicBezTo>
                    <a:pt x="5244" y="8734"/>
                    <a:pt x="11100" y="6635"/>
                    <a:pt x="15785" y="6635"/>
                  </a:cubicBezTo>
                  <a:cubicBezTo>
                    <a:pt x="17367" y="6635"/>
                    <a:pt x="18815" y="6874"/>
                    <a:pt x="19831" y="7357"/>
                  </a:cubicBezTo>
                  <a:cubicBezTo>
                    <a:pt x="24406" y="9534"/>
                    <a:pt x="27519" y="14089"/>
                    <a:pt x="27876" y="19244"/>
                  </a:cubicBezTo>
                  <a:lnTo>
                    <a:pt x="29799" y="18558"/>
                  </a:lnTo>
                  <a:cubicBezTo>
                    <a:pt x="29790" y="14791"/>
                    <a:pt x="28981" y="11071"/>
                    <a:pt x="27432" y="7641"/>
                  </a:cubicBezTo>
                  <a:cubicBezTo>
                    <a:pt x="26479" y="5543"/>
                    <a:pt x="25200" y="3522"/>
                    <a:pt x="23332" y="2223"/>
                  </a:cubicBezTo>
                  <a:cubicBezTo>
                    <a:pt x="21130" y="690"/>
                    <a:pt x="18367" y="327"/>
                    <a:pt x="15712" y="117"/>
                  </a:cubicBezTo>
                  <a:cubicBezTo>
                    <a:pt x="14911" y="52"/>
                    <a:pt x="14098" y="0"/>
                    <a:pt x="13288" y="0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4731175" y="585725"/>
              <a:ext cx="511925" cy="446150"/>
            </a:xfrm>
            <a:custGeom>
              <a:avLst/>
              <a:gdLst/>
              <a:ahLst/>
              <a:cxnLst/>
              <a:rect l="l" t="t" r="r" b="b"/>
              <a:pathLst>
                <a:path w="20477" h="17846" extrusionOk="0">
                  <a:moveTo>
                    <a:pt x="5236" y="1"/>
                  </a:moveTo>
                  <a:cubicBezTo>
                    <a:pt x="4282" y="1"/>
                    <a:pt x="3326" y="165"/>
                    <a:pt x="2375" y="545"/>
                  </a:cubicBezTo>
                  <a:cubicBezTo>
                    <a:pt x="1998" y="696"/>
                    <a:pt x="1047" y="1907"/>
                    <a:pt x="778" y="2218"/>
                  </a:cubicBezTo>
                  <a:cubicBezTo>
                    <a:pt x="511" y="2527"/>
                    <a:pt x="0" y="3674"/>
                    <a:pt x="175" y="4047"/>
                  </a:cubicBezTo>
                  <a:cubicBezTo>
                    <a:pt x="1504" y="3316"/>
                    <a:pt x="3549" y="2438"/>
                    <a:pt x="5158" y="2438"/>
                  </a:cubicBezTo>
                  <a:cubicBezTo>
                    <a:pt x="5344" y="2438"/>
                    <a:pt x="5525" y="2449"/>
                    <a:pt x="5697" y="2474"/>
                  </a:cubicBezTo>
                  <a:cubicBezTo>
                    <a:pt x="7362" y="2716"/>
                    <a:pt x="8869" y="2996"/>
                    <a:pt x="10342" y="3832"/>
                  </a:cubicBezTo>
                  <a:cubicBezTo>
                    <a:pt x="12842" y="5254"/>
                    <a:pt x="15075" y="7206"/>
                    <a:pt x="16698" y="9619"/>
                  </a:cubicBezTo>
                  <a:cubicBezTo>
                    <a:pt x="18318" y="12034"/>
                    <a:pt x="19307" y="14916"/>
                    <a:pt x="19338" y="17846"/>
                  </a:cubicBezTo>
                  <a:lnTo>
                    <a:pt x="20476" y="17297"/>
                  </a:lnTo>
                  <a:cubicBezTo>
                    <a:pt x="20018" y="14140"/>
                    <a:pt x="19154" y="11012"/>
                    <a:pt x="17615" y="8236"/>
                  </a:cubicBezTo>
                  <a:cubicBezTo>
                    <a:pt x="16076" y="5461"/>
                    <a:pt x="13830" y="3046"/>
                    <a:pt x="11032" y="1640"/>
                  </a:cubicBezTo>
                  <a:cubicBezTo>
                    <a:pt x="9150" y="695"/>
                    <a:pt x="7197" y="1"/>
                    <a:pt x="52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5127950" y="999025"/>
              <a:ext cx="159625" cy="203325"/>
            </a:xfrm>
            <a:custGeom>
              <a:avLst/>
              <a:gdLst/>
              <a:ahLst/>
              <a:cxnLst/>
              <a:rect l="l" t="t" r="r" b="b"/>
              <a:pathLst>
                <a:path w="6385" h="8133" extrusionOk="0">
                  <a:moveTo>
                    <a:pt x="4164" y="0"/>
                  </a:moveTo>
                  <a:cubicBezTo>
                    <a:pt x="3482" y="0"/>
                    <a:pt x="2764" y="274"/>
                    <a:pt x="2207" y="694"/>
                  </a:cubicBezTo>
                  <a:cubicBezTo>
                    <a:pt x="733" y="1810"/>
                    <a:pt x="1" y="3864"/>
                    <a:pt x="426" y="5691"/>
                  </a:cubicBezTo>
                  <a:cubicBezTo>
                    <a:pt x="670" y="6736"/>
                    <a:pt x="1344" y="7753"/>
                    <a:pt x="2353" y="8047"/>
                  </a:cubicBezTo>
                  <a:cubicBezTo>
                    <a:pt x="2550" y="8105"/>
                    <a:pt x="2750" y="8132"/>
                    <a:pt x="2950" y="8132"/>
                  </a:cubicBezTo>
                  <a:cubicBezTo>
                    <a:pt x="3860" y="8132"/>
                    <a:pt x="4764" y="7571"/>
                    <a:pt x="5308" y="6796"/>
                  </a:cubicBezTo>
                  <a:cubicBezTo>
                    <a:pt x="5973" y="5851"/>
                    <a:pt x="6199" y="4659"/>
                    <a:pt x="6295" y="3499"/>
                  </a:cubicBezTo>
                  <a:cubicBezTo>
                    <a:pt x="6384" y="2415"/>
                    <a:pt x="6311" y="1174"/>
                    <a:pt x="5500" y="469"/>
                  </a:cubicBezTo>
                  <a:cubicBezTo>
                    <a:pt x="5122" y="141"/>
                    <a:pt x="4652" y="0"/>
                    <a:pt x="4164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8"/>
            <p:cNvSpPr/>
            <p:nvPr/>
          </p:nvSpPr>
          <p:spPr>
            <a:xfrm>
              <a:off x="5180575" y="1043500"/>
              <a:ext cx="101875" cy="129825"/>
            </a:xfrm>
            <a:custGeom>
              <a:avLst/>
              <a:gdLst/>
              <a:ahLst/>
              <a:cxnLst/>
              <a:rect l="l" t="t" r="r" b="b"/>
              <a:pathLst>
                <a:path w="4075" h="5193" extrusionOk="0">
                  <a:moveTo>
                    <a:pt x="2658" y="0"/>
                  </a:moveTo>
                  <a:cubicBezTo>
                    <a:pt x="2223" y="0"/>
                    <a:pt x="1765" y="175"/>
                    <a:pt x="1410" y="444"/>
                  </a:cubicBezTo>
                  <a:cubicBezTo>
                    <a:pt x="469" y="1157"/>
                    <a:pt x="0" y="2469"/>
                    <a:pt x="273" y="3635"/>
                  </a:cubicBezTo>
                  <a:cubicBezTo>
                    <a:pt x="428" y="4302"/>
                    <a:pt x="859" y="4950"/>
                    <a:pt x="1502" y="5138"/>
                  </a:cubicBezTo>
                  <a:cubicBezTo>
                    <a:pt x="1628" y="5175"/>
                    <a:pt x="1756" y="5193"/>
                    <a:pt x="1884" y="5193"/>
                  </a:cubicBezTo>
                  <a:cubicBezTo>
                    <a:pt x="2465" y="5193"/>
                    <a:pt x="3042" y="4833"/>
                    <a:pt x="3389" y="4339"/>
                  </a:cubicBezTo>
                  <a:cubicBezTo>
                    <a:pt x="3814" y="3737"/>
                    <a:pt x="3958" y="2976"/>
                    <a:pt x="4019" y="2235"/>
                  </a:cubicBezTo>
                  <a:cubicBezTo>
                    <a:pt x="4075" y="1543"/>
                    <a:pt x="4029" y="748"/>
                    <a:pt x="3512" y="300"/>
                  </a:cubicBezTo>
                  <a:cubicBezTo>
                    <a:pt x="3270" y="90"/>
                    <a:pt x="2970" y="0"/>
                    <a:pt x="26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4995075" y="4887175"/>
              <a:ext cx="12750" cy="50550"/>
            </a:xfrm>
            <a:custGeom>
              <a:avLst/>
              <a:gdLst/>
              <a:ahLst/>
              <a:cxnLst/>
              <a:rect l="l" t="t" r="r" b="b"/>
              <a:pathLst>
                <a:path w="510" h="2022" extrusionOk="0">
                  <a:moveTo>
                    <a:pt x="0" y="0"/>
                  </a:moveTo>
                  <a:lnTo>
                    <a:pt x="509" y="2021"/>
                  </a:ln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3839100" y="1690875"/>
              <a:ext cx="416275" cy="440750"/>
            </a:xfrm>
            <a:custGeom>
              <a:avLst/>
              <a:gdLst/>
              <a:ahLst/>
              <a:cxnLst/>
              <a:rect l="l" t="t" r="r" b="b"/>
              <a:pathLst>
                <a:path w="16651" h="17630" extrusionOk="0">
                  <a:moveTo>
                    <a:pt x="5670" y="0"/>
                  </a:moveTo>
                  <a:cubicBezTo>
                    <a:pt x="5196" y="0"/>
                    <a:pt x="4715" y="110"/>
                    <a:pt x="4251" y="220"/>
                  </a:cubicBezTo>
                  <a:cubicBezTo>
                    <a:pt x="3673" y="357"/>
                    <a:pt x="3079" y="499"/>
                    <a:pt x="2597" y="850"/>
                  </a:cubicBezTo>
                  <a:cubicBezTo>
                    <a:pt x="2117" y="1198"/>
                    <a:pt x="1775" y="1807"/>
                    <a:pt x="1921" y="2382"/>
                  </a:cubicBezTo>
                  <a:cubicBezTo>
                    <a:pt x="1836" y="2346"/>
                    <a:pt x="1747" y="2330"/>
                    <a:pt x="1658" y="2330"/>
                  </a:cubicBezTo>
                  <a:cubicBezTo>
                    <a:pt x="1286" y="2330"/>
                    <a:pt x="913" y="2618"/>
                    <a:pt x="762" y="2975"/>
                  </a:cubicBezTo>
                  <a:cubicBezTo>
                    <a:pt x="572" y="3419"/>
                    <a:pt x="637" y="3925"/>
                    <a:pt x="724" y="4399"/>
                  </a:cubicBezTo>
                  <a:cubicBezTo>
                    <a:pt x="812" y="4872"/>
                    <a:pt x="924" y="5358"/>
                    <a:pt x="829" y="5831"/>
                  </a:cubicBezTo>
                  <a:cubicBezTo>
                    <a:pt x="678" y="6568"/>
                    <a:pt x="36" y="7164"/>
                    <a:pt x="19" y="7915"/>
                  </a:cubicBezTo>
                  <a:cubicBezTo>
                    <a:pt x="1" y="8766"/>
                    <a:pt x="770" y="9395"/>
                    <a:pt x="1448" y="9910"/>
                  </a:cubicBezTo>
                  <a:cubicBezTo>
                    <a:pt x="4061" y="11898"/>
                    <a:pt x="6392" y="14229"/>
                    <a:pt x="8378" y="16842"/>
                  </a:cubicBezTo>
                  <a:lnTo>
                    <a:pt x="9556" y="17578"/>
                  </a:lnTo>
                  <a:cubicBezTo>
                    <a:pt x="10073" y="17612"/>
                    <a:pt x="10591" y="17629"/>
                    <a:pt x="11108" y="17629"/>
                  </a:cubicBezTo>
                  <a:cubicBezTo>
                    <a:pt x="12973" y="17629"/>
                    <a:pt x="14833" y="17409"/>
                    <a:pt x="16650" y="16971"/>
                  </a:cubicBezTo>
                  <a:cubicBezTo>
                    <a:pt x="14955" y="15043"/>
                    <a:pt x="14133" y="12375"/>
                    <a:pt x="14448" y="9827"/>
                  </a:cubicBezTo>
                  <a:cubicBezTo>
                    <a:pt x="14571" y="8845"/>
                    <a:pt x="14842" y="7798"/>
                    <a:pt x="14417" y="6905"/>
                  </a:cubicBezTo>
                  <a:cubicBezTo>
                    <a:pt x="14171" y="6390"/>
                    <a:pt x="13720" y="6005"/>
                    <a:pt x="13284" y="5633"/>
                  </a:cubicBezTo>
                  <a:lnTo>
                    <a:pt x="7873" y="1052"/>
                  </a:lnTo>
                  <a:cubicBezTo>
                    <a:pt x="7404" y="654"/>
                    <a:pt x="6914" y="245"/>
                    <a:pt x="6321" y="82"/>
                  </a:cubicBezTo>
                  <a:cubicBezTo>
                    <a:pt x="6107" y="24"/>
                    <a:pt x="5889" y="0"/>
                    <a:pt x="5670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4024650" y="2009050"/>
              <a:ext cx="576675" cy="597000"/>
            </a:xfrm>
            <a:custGeom>
              <a:avLst/>
              <a:gdLst/>
              <a:ahLst/>
              <a:cxnLst/>
              <a:rect l="l" t="t" r="r" b="b"/>
              <a:pathLst>
                <a:path w="23067" h="23880" extrusionOk="0">
                  <a:moveTo>
                    <a:pt x="7066" y="1"/>
                  </a:moveTo>
                  <a:cubicBezTo>
                    <a:pt x="4745" y="524"/>
                    <a:pt x="2380" y="829"/>
                    <a:pt x="0" y="908"/>
                  </a:cubicBezTo>
                  <a:cubicBezTo>
                    <a:pt x="1400" y="6411"/>
                    <a:pt x="2826" y="11987"/>
                    <a:pt x="5633" y="16921"/>
                  </a:cubicBezTo>
                  <a:cubicBezTo>
                    <a:pt x="6653" y="18715"/>
                    <a:pt x="7869" y="20429"/>
                    <a:pt x="9462" y="21737"/>
                  </a:cubicBezTo>
                  <a:cubicBezTo>
                    <a:pt x="11015" y="23011"/>
                    <a:pt x="12967" y="23880"/>
                    <a:pt x="14974" y="23880"/>
                  </a:cubicBezTo>
                  <a:cubicBezTo>
                    <a:pt x="15025" y="23880"/>
                    <a:pt x="15076" y="23879"/>
                    <a:pt x="15128" y="23878"/>
                  </a:cubicBezTo>
                  <a:cubicBezTo>
                    <a:pt x="17046" y="23836"/>
                    <a:pt x="18896" y="22996"/>
                    <a:pt x="20345" y="21741"/>
                  </a:cubicBezTo>
                  <a:cubicBezTo>
                    <a:pt x="21897" y="20400"/>
                    <a:pt x="23067" y="18375"/>
                    <a:pt x="22702" y="16358"/>
                  </a:cubicBezTo>
                  <a:cubicBezTo>
                    <a:pt x="22274" y="14000"/>
                    <a:pt x="20022" y="12509"/>
                    <a:pt x="18066" y="11126"/>
                  </a:cubicBezTo>
                  <a:cubicBezTo>
                    <a:pt x="13774" y="8092"/>
                    <a:pt x="10050" y="4326"/>
                    <a:pt x="7066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8"/>
            <p:cNvSpPr/>
            <p:nvPr/>
          </p:nvSpPr>
          <p:spPr>
            <a:xfrm>
              <a:off x="4091375" y="2009050"/>
              <a:ext cx="509950" cy="597000"/>
            </a:xfrm>
            <a:custGeom>
              <a:avLst/>
              <a:gdLst/>
              <a:ahLst/>
              <a:cxnLst/>
              <a:rect l="l" t="t" r="r" b="b"/>
              <a:pathLst>
                <a:path w="20398" h="23880" extrusionOk="0">
                  <a:moveTo>
                    <a:pt x="4397" y="1"/>
                  </a:moveTo>
                  <a:cubicBezTo>
                    <a:pt x="2947" y="324"/>
                    <a:pt x="1479" y="562"/>
                    <a:pt x="1" y="712"/>
                  </a:cubicBezTo>
                  <a:cubicBezTo>
                    <a:pt x="3581" y="8701"/>
                    <a:pt x="14782" y="12365"/>
                    <a:pt x="11950" y="21803"/>
                  </a:cubicBezTo>
                  <a:cubicBezTo>
                    <a:pt x="11718" y="22494"/>
                    <a:pt x="11335" y="23134"/>
                    <a:pt x="10840" y="23726"/>
                  </a:cubicBezTo>
                  <a:cubicBezTo>
                    <a:pt x="11328" y="23827"/>
                    <a:pt x="11824" y="23880"/>
                    <a:pt x="12322" y="23880"/>
                  </a:cubicBezTo>
                  <a:cubicBezTo>
                    <a:pt x="12368" y="23880"/>
                    <a:pt x="12413" y="23879"/>
                    <a:pt x="12459" y="23878"/>
                  </a:cubicBezTo>
                  <a:cubicBezTo>
                    <a:pt x="14375" y="23836"/>
                    <a:pt x="16227" y="22996"/>
                    <a:pt x="17676" y="21741"/>
                  </a:cubicBezTo>
                  <a:cubicBezTo>
                    <a:pt x="19226" y="20400"/>
                    <a:pt x="20398" y="18375"/>
                    <a:pt x="20033" y="16358"/>
                  </a:cubicBezTo>
                  <a:cubicBezTo>
                    <a:pt x="19605" y="14000"/>
                    <a:pt x="17353" y="12509"/>
                    <a:pt x="15397" y="11126"/>
                  </a:cubicBezTo>
                  <a:cubicBezTo>
                    <a:pt x="11105" y="8092"/>
                    <a:pt x="7381" y="4326"/>
                    <a:pt x="4397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8"/>
            <p:cNvSpPr/>
            <p:nvPr/>
          </p:nvSpPr>
          <p:spPr>
            <a:xfrm>
              <a:off x="3920600" y="1680350"/>
              <a:ext cx="587050" cy="301425"/>
            </a:xfrm>
            <a:custGeom>
              <a:avLst/>
              <a:gdLst/>
              <a:ahLst/>
              <a:cxnLst/>
              <a:rect l="l" t="t" r="r" b="b"/>
              <a:pathLst>
                <a:path w="23482" h="12057" extrusionOk="0">
                  <a:moveTo>
                    <a:pt x="1935" y="1"/>
                  </a:moveTo>
                  <a:cubicBezTo>
                    <a:pt x="868" y="1"/>
                    <a:pt x="0" y="866"/>
                    <a:pt x="2" y="1934"/>
                  </a:cubicBezTo>
                  <a:lnTo>
                    <a:pt x="2" y="10121"/>
                  </a:lnTo>
                  <a:cubicBezTo>
                    <a:pt x="2" y="11189"/>
                    <a:pt x="868" y="12056"/>
                    <a:pt x="1935" y="12056"/>
                  </a:cubicBezTo>
                  <a:lnTo>
                    <a:pt x="21548" y="12056"/>
                  </a:lnTo>
                  <a:cubicBezTo>
                    <a:pt x="22616" y="12056"/>
                    <a:pt x="23481" y="11189"/>
                    <a:pt x="23481" y="10121"/>
                  </a:cubicBezTo>
                  <a:lnTo>
                    <a:pt x="23481" y="1934"/>
                  </a:lnTo>
                  <a:cubicBezTo>
                    <a:pt x="23481" y="866"/>
                    <a:pt x="22616" y="1"/>
                    <a:pt x="21548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3875125" y="1695500"/>
              <a:ext cx="114400" cy="61375"/>
            </a:xfrm>
            <a:custGeom>
              <a:avLst/>
              <a:gdLst/>
              <a:ahLst/>
              <a:cxnLst/>
              <a:rect l="l" t="t" r="r" b="b"/>
              <a:pathLst>
                <a:path w="4576" h="2455" extrusionOk="0">
                  <a:moveTo>
                    <a:pt x="3380" y="1"/>
                  </a:moveTo>
                  <a:cubicBezTo>
                    <a:pt x="3159" y="1"/>
                    <a:pt x="2935" y="33"/>
                    <a:pt x="2716" y="66"/>
                  </a:cubicBezTo>
                  <a:lnTo>
                    <a:pt x="2781" y="74"/>
                  </a:lnTo>
                  <a:lnTo>
                    <a:pt x="2781" y="74"/>
                  </a:lnTo>
                  <a:cubicBezTo>
                    <a:pt x="1906" y="125"/>
                    <a:pt x="1048" y="507"/>
                    <a:pt x="453" y="1153"/>
                  </a:cubicBezTo>
                  <a:cubicBezTo>
                    <a:pt x="209" y="1419"/>
                    <a:pt x="1" y="1811"/>
                    <a:pt x="180" y="2126"/>
                  </a:cubicBezTo>
                  <a:cubicBezTo>
                    <a:pt x="332" y="2392"/>
                    <a:pt x="679" y="2455"/>
                    <a:pt x="991" y="2455"/>
                  </a:cubicBezTo>
                  <a:cubicBezTo>
                    <a:pt x="1012" y="2455"/>
                    <a:pt x="1033" y="2454"/>
                    <a:pt x="1054" y="2454"/>
                  </a:cubicBezTo>
                  <a:cubicBezTo>
                    <a:pt x="2032" y="2427"/>
                    <a:pt x="2989" y="2166"/>
                    <a:pt x="3846" y="1693"/>
                  </a:cubicBezTo>
                  <a:cubicBezTo>
                    <a:pt x="4151" y="1524"/>
                    <a:pt x="4468" y="1288"/>
                    <a:pt x="4518" y="944"/>
                  </a:cubicBezTo>
                  <a:cubicBezTo>
                    <a:pt x="4576" y="556"/>
                    <a:pt x="4251" y="195"/>
                    <a:pt x="3879" y="72"/>
                  </a:cubicBezTo>
                  <a:cubicBezTo>
                    <a:pt x="3717" y="20"/>
                    <a:pt x="3550" y="1"/>
                    <a:pt x="3380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3851150" y="1742325"/>
              <a:ext cx="177425" cy="82275"/>
            </a:xfrm>
            <a:custGeom>
              <a:avLst/>
              <a:gdLst/>
              <a:ahLst/>
              <a:cxnLst/>
              <a:rect l="l" t="t" r="r" b="b"/>
              <a:pathLst>
                <a:path w="7097" h="3291" extrusionOk="0">
                  <a:moveTo>
                    <a:pt x="3042" y="0"/>
                  </a:moveTo>
                  <a:cubicBezTo>
                    <a:pt x="2164" y="0"/>
                    <a:pt x="1288" y="382"/>
                    <a:pt x="703" y="1040"/>
                  </a:cubicBezTo>
                  <a:cubicBezTo>
                    <a:pt x="261" y="1536"/>
                    <a:pt x="0" y="2324"/>
                    <a:pt x="405" y="2852"/>
                  </a:cubicBezTo>
                  <a:cubicBezTo>
                    <a:pt x="662" y="3185"/>
                    <a:pt x="1080" y="3290"/>
                    <a:pt x="1516" y="3290"/>
                  </a:cubicBezTo>
                  <a:cubicBezTo>
                    <a:pt x="1745" y="3290"/>
                    <a:pt x="1980" y="3261"/>
                    <a:pt x="2198" y="3221"/>
                  </a:cubicBezTo>
                  <a:cubicBezTo>
                    <a:pt x="3658" y="2952"/>
                    <a:pt x="5068" y="2456"/>
                    <a:pt x="6375" y="1749"/>
                  </a:cubicBezTo>
                  <a:cubicBezTo>
                    <a:pt x="6565" y="1644"/>
                    <a:pt x="6759" y="1532"/>
                    <a:pt x="6895" y="1363"/>
                  </a:cubicBezTo>
                  <a:cubicBezTo>
                    <a:pt x="7030" y="1194"/>
                    <a:pt x="7097" y="952"/>
                    <a:pt x="7005" y="754"/>
                  </a:cubicBezTo>
                  <a:cubicBezTo>
                    <a:pt x="6880" y="481"/>
                    <a:pt x="6530" y="410"/>
                    <a:pt x="6229" y="381"/>
                  </a:cubicBezTo>
                  <a:cubicBezTo>
                    <a:pt x="5736" y="334"/>
                    <a:pt x="5241" y="311"/>
                    <a:pt x="4747" y="311"/>
                  </a:cubicBezTo>
                  <a:cubicBezTo>
                    <a:pt x="4022" y="311"/>
                    <a:pt x="3297" y="361"/>
                    <a:pt x="2578" y="460"/>
                  </a:cubicBezTo>
                  <a:lnTo>
                    <a:pt x="3433" y="26"/>
                  </a:lnTo>
                  <a:cubicBezTo>
                    <a:pt x="3303" y="9"/>
                    <a:pt x="3173" y="0"/>
                    <a:pt x="3042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3866675" y="1818600"/>
              <a:ext cx="112700" cy="77175"/>
            </a:xfrm>
            <a:custGeom>
              <a:avLst/>
              <a:gdLst/>
              <a:ahLst/>
              <a:cxnLst/>
              <a:rect l="l" t="t" r="r" b="b"/>
              <a:pathLst>
                <a:path w="4508" h="3087" extrusionOk="0">
                  <a:moveTo>
                    <a:pt x="1027" y="1"/>
                  </a:moveTo>
                  <a:cubicBezTo>
                    <a:pt x="468" y="378"/>
                    <a:pt x="284" y="1102"/>
                    <a:pt x="143" y="1761"/>
                  </a:cubicBezTo>
                  <a:cubicBezTo>
                    <a:pt x="63" y="2138"/>
                    <a:pt x="1" y="2585"/>
                    <a:pt x="268" y="2864"/>
                  </a:cubicBezTo>
                  <a:cubicBezTo>
                    <a:pt x="432" y="3035"/>
                    <a:pt x="673" y="3086"/>
                    <a:pt x="917" y="3086"/>
                  </a:cubicBezTo>
                  <a:cubicBezTo>
                    <a:pt x="1013" y="3086"/>
                    <a:pt x="1110" y="3078"/>
                    <a:pt x="1202" y="3066"/>
                  </a:cubicBezTo>
                  <a:cubicBezTo>
                    <a:pt x="2257" y="2929"/>
                    <a:pt x="3246" y="2470"/>
                    <a:pt x="4032" y="1753"/>
                  </a:cubicBezTo>
                  <a:cubicBezTo>
                    <a:pt x="4251" y="1550"/>
                    <a:pt x="4466" y="1304"/>
                    <a:pt x="4482" y="1006"/>
                  </a:cubicBezTo>
                  <a:cubicBezTo>
                    <a:pt x="4507" y="535"/>
                    <a:pt x="4021" y="180"/>
                    <a:pt x="3554" y="101"/>
                  </a:cubicBezTo>
                  <a:cubicBezTo>
                    <a:pt x="3391" y="73"/>
                    <a:pt x="3225" y="67"/>
                    <a:pt x="3059" y="67"/>
                  </a:cubicBezTo>
                  <a:cubicBezTo>
                    <a:pt x="2911" y="67"/>
                    <a:pt x="2762" y="72"/>
                    <a:pt x="2614" y="72"/>
                  </a:cubicBezTo>
                  <a:cubicBezTo>
                    <a:pt x="2454" y="72"/>
                    <a:pt x="2294" y="66"/>
                    <a:pt x="2136" y="41"/>
                  </a:cubicBezTo>
                  <a:lnTo>
                    <a:pt x="1027" y="1"/>
                  </a:ln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3890350" y="1880100"/>
              <a:ext cx="72950" cy="61275"/>
            </a:xfrm>
            <a:custGeom>
              <a:avLst/>
              <a:gdLst/>
              <a:ahLst/>
              <a:cxnLst/>
              <a:rect l="l" t="t" r="r" b="b"/>
              <a:pathLst>
                <a:path w="2918" h="2451" extrusionOk="0">
                  <a:moveTo>
                    <a:pt x="1915" y="0"/>
                  </a:moveTo>
                  <a:cubicBezTo>
                    <a:pt x="1075" y="0"/>
                    <a:pt x="258" y="622"/>
                    <a:pt x="63" y="1445"/>
                  </a:cubicBezTo>
                  <a:cubicBezTo>
                    <a:pt x="5" y="1687"/>
                    <a:pt x="1" y="1958"/>
                    <a:pt x="142" y="2162"/>
                  </a:cubicBezTo>
                  <a:cubicBezTo>
                    <a:pt x="293" y="2373"/>
                    <a:pt x="555" y="2450"/>
                    <a:pt x="822" y="2450"/>
                  </a:cubicBezTo>
                  <a:cubicBezTo>
                    <a:pt x="922" y="2450"/>
                    <a:pt x="1023" y="2439"/>
                    <a:pt x="1118" y="2421"/>
                  </a:cubicBezTo>
                  <a:cubicBezTo>
                    <a:pt x="1681" y="2308"/>
                    <a:pt x="2190" y="2004"/>
                    <a:pt x="2555" y="1559"/>
                  </a:cubicBezTo>
                  <a:cubicBezTo>
                    <a:pt x="2703" y="1378"/>
                    <a:pt x="2828" y="1172"/>
                    <a:pt x="2872" y="942"/>
                  </a:cubicBezTo>
                  <a:cubicBezTo>
                    <a:pt x="2918" y="715"/>
                    <a:pt x="2872" y="460"/>
                    <a:pt x="2720" y="285"/>
                  </a:cubicBezTo>
                  <a:cubicBezTo>
                    <a:pt x="2566" y="110"/>
                    <a:pt x="2328" y="35"/>
                    <a:pt x="2096" y="10"/>
                  </a:cubicBezTo>
                  <a:cubicBezTo>
                    <a:pt x="2036" y="3"/>
                    <a:pt x="1976" y="0"/>
                    <a:pt x="1915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8"/>
            <p:cNvSpPr/>
            <p:nvPr/>
          </p:nvSpPr>
          <p:spPr>
            <a:xfrm>
              <a:off x="5220400" y="1418400"/>
              <a:ext cx="642350" cy="1232200"/>
            </a:xfrm>
            <a:custGeom>
              <a:avLst/>
              <a:gdLst/>
              <a:ahLst/>
              <a:cxnLst/>
              <a:rect l="l" t="t" r="r" b="b"/>
              <a:pathLst>
                <a:path w="25694" h="49288" extrusionOk="0">
                  <a:moveTo>
                    <a:pt x="18215" y="0"/>
                  </a:moveTo>
                  <a:cubicBezTo>
                    <a:pt x="17563" y="0"/>
                    <a:pt x="16902" y="194"/>
                    <a:pt x="16247" y="627"/>
                  </a:cubicBezTo>
                  <a:cubicBezTo>
                    <a:pt x="16247" y="627"/>
                    <a:pt x="10039" y="3797"/>
                    <a:pt x="7968" y="23965"/>
                  </a:cubicBezTo>
                  <a:cubicBezTo>
                    <a:pt x="7191" y="31541"/>
                    <a:pt x="5053" y="39350"/>
                    <a:pt x="0" y="45048"/>
                  </a:cubicBezTo>
                  <a:cubicBezTo>
                    <a:pt x="1873" y="46424"/>
                    <a:pt x="3812" y="47759"/>
                    <a:pt x="5992" y="48564"/>
                  </a:cubicBezTo>
                  <a:cubicBezTo>
                    <a:pt x="7219" y="49016"/>
                    <a:pt x="8539" y="49287"/>
                    <a:pt x="9845" y="49287"/>
                  </a:cubicBezTo>
                  <a:cubicBezTo>
                    <a:pt x="10858" y="49287"/>
                    <a:pt x="11861" y="49124"/>
                    <a:pt x="12806" y="48755"/>
                  </a:cubicBezTo>
                  <a:cubicBezTo>
                    <a:pt x="16139" y="47454"/>
                    <a:pt x="18043" y="43980"/>
                    <a:pt x="19388" y="40662"/>
                  </a:cubicBezTo>
                  <a:cubicBezTo>
                    <a:pt x="23087" y="31549"/>
                    <a:pt x="23408" y="30358"/>
                    <a:pt x="25087" y="20668"/>
                  </a:cubicBezTo>
                  <a:cubicBezTo>
                    <a:pt x="25694" y="17158"/>
                    <a:pt x="25425" y="15066"/>
                    <a:pt x="25154" y="9872"/>
                  </a:cubicBezTo>
                  <a:cubicBezTo>
                    <a:pt x="24934" y="5638"/>
                    <a:pt x="21724" y="0"/>
                    <a:pt x="18215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4149775" y="1710700"/>
              <a:ext cx="1508775" cy="955450"/>
            </a:xfrm>
            <a:custGeom>
              <a:avLst/>
              <a:gdLst/>
              <a:ahLst/>
              <a:cxnLst/>
              <a:rect l="l" t="t" r="r" b="b"/>
              <a:pathLst>
                <a:path w="60351" h="38218" extrusionOk="0">
                  <a:moveTo>
                    <a:pt x="14068" y="0"/>
                  </a:moveTo>
                  <a:lnTo>
                    <a:pt x="14068" y="0"/>
                  </a:lnTo>
                  <a:cubicBezTo>
                    <a:pt x="14248" y="1598"/>
                    <a:pt x="13830" y="2678"/>
                    <a:pt x="13866" y="4117"/>
                  </a:cubicBezTo>
                  <a:cubicBezTo>
                    <a:pt x="10679" y="3946"/>
                    <a:pt x="10123" y="2820"/>
                    <a:pt x="7455" y="2277"/>
                  </a:cubicBezTo>
                  <a:cubicBezTo>
                    <a:pt x="6976" y="2083"/>
                    <a:pt x="6409" y="2001"/>
                    <a:pt x="5804" y="2001"/>
                  </a:cubicBezTo>
                  <a:cubicBezTo>
                    <a:pt x="3943" y="2001"/>
                    <a:pt x="1726" y="2777"/>
                    <a:pt x="599" y="3429"/>
                  </a:cubicBezTo>
                  <a:cubicBezTo>
                    <a:pt x="455" y="3512"/>
                    <a:pt x="307" y="3606"/>
                    <a:pt x="221" y="3748"/>
                  </a:cubicBezTo>
                  <a:cubicBezTo>
                    <a:pt x="0" y="4121"/>
                    <a:pt x="340" y="4619"/>
                    <a:pt x="757" y="4734"/>
                  </a:cubicBezTo>
                  <a:cubicBezTo>
                    <a:pt x="870" y="4766"/>
                    <a:pt x="984" y="4779"/>
                    <a:pt x="1100" y="4779"/>
                  </a:cubicBezTo>
                  <a:cubicBezTo>
                    <a:pt x="1411" y="4779"/>
                    <a:pt x="1728" y="4684"/>
                    <a:pt x="2034" y="4605"/>
                  </a:cubicBezTo>
                  <a:cubicBezTo>
                    <a:pt x="2825" y="4401"/>
                    <a:pt x="3639" y="4299"/>
                    <a:pt x="4455" y="4299"/>
                  </a:cubicBezTo>
                  <a:cubicBezTo>
                    <a:pt x="4739" y="4299"/>
                    <a:pt x="5024" y="4311"/>
                    <a:pt x="5308" y="4336"/>
                  </a:cubicBezTo>
                  <a:cubicBezTo>
                    <a:pt x="5679" y="4657"/>
                    <a:pt x="6073" y="4963"/>
                    <a:pt x="6275" y="5061"/>
                  </a:cubicBezTo>
                  <a:cubicBezTo>
                    <a:pt x="5695" y="5048"/>
                    <a:pt x="4701" y="4679"/>
                    <a:pt x="3987" y="4679"/>
                  </a:cubicBezTo>
                  <a:cubicBezTo>
                    <a:pt x="3817" y="4679"/>
                    <a:pt x="3664" y="4700"/>
                    <a:pt x="3535" y="4751"/>
                  </a:cubicBezTo>
                  <a:cubicBezTo>
                    <a:pt x="2480" y="4774"/>
                    <a:pt x="1435" y="5214"/>
                    <a:pt x="730" y="6002"/>
                  </a:cubicBezTo>
                  <a:cubicBezTo>
                    <a:pt x="595" y="6154"/>
                    <a:pt x="465" y="6344"/>
                    <a:pt x="497" y="6544"/>
                  </a:cubicBezTo>
                  <a:cubicBezTo>
                    <a:pt x="545" y="6849"/>
                    <a:pt x="916" y="6970"/>
                    <a:pt x="1222" y="6986"/>
                  </a:cubicBezTo>
                  <a:cubicBezTo>
                    <a:pt x="1284" y="6989"/>
                    <a:pt x="1345" y="6991"/>
                    <a:pt x="1406" y="6991"/>
                  </a:cubicBezTo>
                  <a:cubicBezTo>
                    <a:pt x="1999" y="6991"/>
                    <a:pt x="2591" y="6857"/>
                    <a:pt x="3185" y="6838"/>
                  </a:cubicBezTo>
                  <a:cubicBezTo>
                    <a:pt x="3230" y="6837"/>
                    <a:pt x="3276" y="6836"/>
                    <a:pt x="3322" y="6836"/>
                  </a:cubicBezTo>
                  <a:cubicBezTo>
                    <a:pt x="3916" y="6836"/>
                    <a:pt x="4503" y="6949"/>
                    <a:pt x="5055" y="7170"/>
                  </a:cubicBezTo>
                  <a:cubicBezTo>
                    <a:pt x="4390" y="7286"/>
                    <a:pt x="3950" y="8104"/>
                    <a:pt x="4173" y="8748"/>
                  </a:cubicBezTo>
                  <a:cubicBezTo>
                    <a:pt x="4393" y="9389"/>
                    <a:pt x="5044" y="9803"/>
                    <a:pt x="5735" y="9972"/>
                  </a:cubicBezTo>
                  <a:lnTo>
                    <a:pt x="5735" y="9972"/>
                  </a:lnTo>
                  <a:cubicBezTo>
                    <a:pt x="5715" y="9971"/>
                    <a:pt x="5695" y="9970"/>
                    <a:pt x="5675" y="9970"/>
                  </a:cubicBezTo>
                  <a:cubicBezTo>
                    <a:pt x="5205" y="9970"/>
                    <a:pt x="4737" y="10305"/>
                    <a:pt x="4571" y="10742"/>
                  </a:cubicBezTo>
                  <a:cubicBezTo>
                    <a:pt x="4371" y="11276"/>
                    <a:pt x="4549" y="11885"/>
                    <a:pt x="4895" y="12346"/>
                  </a:cubicBezTo>
                  <a:cubicBezTo>
                    <a:pt x="5241" y="12806"/>
                    <a:pt x="5735" y="13144"/>
                    <a:pt x="6227" y="13459"/>
                  </a:cubicBezTo>
                  <a:cubicBezTo>
                    <a:pt x="7528" y="14289"/>
                    <a:pt x="8896" y="15036"/>
                    <a:pt x="10075" y="16020"/>
                  </a:cubicBezTo>
                  <a:cubicBezTo>
                    <a:pt x="10828" y="16650"/>
                    <a:pt x="11524" y="17388"/>
                    <a:pt x="12450" y="17753"/>
                  </a:cubicBezTo>
                  <a:cubicBezTo>
                    <a:pt x="13163" y="18034"/>
                    <a:pt x="13951" y="18068"/>
                    <a:pt x="14721" y="18097"/>
                  </a:cubicBezTo>
                  <a:lnTo>
                    <a:pt x="17023" y="18189"/>
                  </a:lnTo>
                  <a:cubicBezTo>
                    <a:pt x="20372" y="20700"/>
                    <a:pt x="23423" y="23627"/>
                    <a:pt x="26516" y="26466"/>
                  </a:cubicBezTo>
                  <a:cubicBezTo>
                    <a:pt x="30707" y="30313"/>
                    <a:pt x="35120" y="34079"/>
                    <a:pt x="40352" y="36317"/>
                  </a:cubicBezTo>
                  <a:cubicBezTo>
                    <a:pt x="43146" y="37511"/>
                    <a:pt x="46227" y="38217"/>
                    <a:pt x="49260" y="38217"/>
                  </a:cubicBezTo>
                  <a:cubicBezTo>
                    <a:pt x="51907" y="38217"/>
                    <a:pt x="54517" y="37679"/>
                    <a:pt x="56870" y="36457"/>
                  </a:cubicBezTo>
                  <a:cubicBezTo>
                    <a:pt x="58547" y="35585"/>
                    <a:pt x="60190" y="34142"/>
                    <a:pt x="60265" y="32255"/>
                  </a:cubicBezTo>
                  <a:cubicBezTo>
                    <a:pt x="60351" y="30146"/>
                    <a:pt x="58493" y="28518"/>
                    <a:pt x="56739" y="27344"/>
                  </a:cubicBezTo>
                  <a:cubicBezTo>
                    <a:pt x="46714" y="20629"/>
                    <a:pt x="34736" y="17572"/>
                    <a:pt x="23782" y="12523"/>
                  </a:cubicBezTo>
                  <a:cubicBezTo>
                    <a:pt x="21957" y="9829"/>
                    <a:pt x="20412" y="6961"/>
                    <a:pt x="19221" y="3960"/>
                  </a:cubicBezTo>
                  <a:cubicBezTo>
                    <a:pt x="18994" y="3391"/>
                    <a:pt x="18773" y="2805"/>
                    <a:pt x="18368" y="2336"/>
                  </a:cubicBezTo>
                  <a:cubicBezTo>
                    <a:pt x="17246" y="1037"/>
                    <a:pt x="15436" y="1064"/>
                    <a:pt x="14068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8"/>
            <p:cNvSpPr/>
            <p:nvPr/>
          </p:nvSpPr>
          <p:spPr>
            <a:xfrm>
              <a:off x="4575975" y="2165875"/>
              <a:ext cx="1067825" cy="500275"/>
            </a:xfrm>
            <a:custGeom>
              <a:avLst/>
              <a:gdLst/>
              <a:ahLst/>
              <a:cxnLst/>
              <a:rect l="l" t="t" r="r" b="b"/>
              <a:pathLst>
                <a:path w="42713" h="20011" extrusionOk="0">
                  <a:moveTo>
                    <a:pt x="0" y="1"/>
                  </a:moveTo>
                  <a:cubicBezTo>
                    <a:pt x="3341" y="2507"/>
                    <a:pt x="6383" y="5429"/>
                    <a:pt x="9468" y="8259"/>
                  </a:cubicBezTo>
                  <a:cubicBezTo>
                    <a:pt x="13661" y="12106"/>
                    <a:pt x="18074" y="15872"/>
                    <a:pt x="23306" y="18110"/>
                  </a:cubicBezTo>
                  <a:cubicBezTo>
                    <a:pt x="26100" y="19304"/>
                    <a:pt x="29180" y="20010"/>
                    <a:pt x="32213" y="20010"/>
                  </a:cubicBezTo>
                  <a:cubicBezTo>
                    <a:pt x="34860" y="20010"/>
                    <a:pt x="37471" y="19472"/>
                    <a:pt x="39824" y="18250"/>
                  </a:cubicBezTo>
                  <a:cubicBezTo>
                    <a:pt x="40971" y="17653"/>
                    <a:pt x="42089" y="16784"/>
                    <a:pt x="42712" y="15693"/>
                  </a:cubicBezTo>
                  <a:lnTo>
                    <a:pt x="42712" y="15693"/>
                  </a:lnTo>
                  <a:cubicBezTo>
                    <a:pt x="42262" y="15709"/>
                    <a:pt x="41810" y="15716"/>
                    <a:pt x="41358" y="15716"/>
                  </a:cubicBezTo>
                  <a:cubicBezTo>
                    <a:pt x="26975" y="15716"/>
                    <a:pt x="11518" y="7966"/>
                    <a:pt x="0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8"/>
            <p:cNvSpPr/>
            <p:nvPr/>
          </p:nvSpPr>
          <p:spPr>
            <a:xfrm>
              <a:off x="1785600" y="2608125"/>
              <a:ext cx="3306250" cy="125975"/>
            </a:xfrm>
            <a:custGeom>
              <a:avLst/>
              <a:gdLst/>
              <a:ahLst/>
              <a:cxnLst/>
              <a:rect l="l" t="t" r="r" b="b"/>
              <a:pathLst>
                <a:path w="132250" h="5039" extrusionOk="0">
                  <a:moveTo>
                    <a:pt x="0" y="1"/>
                  </a:moveTo>
                  <a:lnTo>
                    <a:pt x="0" y="5039"/>
                  </a:lnTo>
                  <a:lnTo>
                    <a:pt x="132250" y="5039"/>
                  </a:lnTo>
                  <a:lnTo>
                    <a:pt x="132250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8"/>
            <p:cNvSpPr/>
            <p:nvPr/>
          </p:nvSpPr>
          <p:spPr>
            <a:xfrm>
              <a:off x="1785600" y="2608125"/>
              <a:ext cx="454375" cy="125975"/>
            </a:xfrm>
            <a:custGeom>
              <a:avLst/>
              <a:gdLst/>
              <a:ahLst/>
              <a:cxnLst/>
              <a:rect l="l" t="t" r="r" b="b"/>
              <a:pathLst>
                <a:path w="18175" h="5039" extrusionOk="0">
                  <a:moveTo>
                    <a:pt x="0" y="1"/>
                  </a:moveTo>
                  <a:lnTo>
                    <a:pt x="0" y="5039"/>
                  </a:lnTo>
                  <a:lnTo>
                    <a:pt x="18174" y="5039"/>
                  </a:lnTo>
                  <a:lnTo>
                    <a:pt x="18174" y="1"/>
                  </a:ln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2538000" y="2655375"/>
              <a:ext cx="441900" cy="2820425"/>
            </a:xfrm>
            <a:custGeom>
              <a:avLst/>
              <a:gdLst/>
              <a:ahLst/>
              <a:cxnLst/>
              <a:rect l="l" t="t" r="r" b="b"/>
              <a:pathLst>
                <a:path w="17676" h="112817" extrusionOk="0">
                  <a:moveTo>
                    <a:pt x="12141" y="0"/>
                  </a:moveTo>
                  <a:lnTo>
                    <a:pt x="0" y="112816"/>
                  </a:lnTo>
                  <a:lnTo>
                    <a:pt x="2023" y="112816"/>
                  </a:lnTo>
                  <a:lnTo>
                    <a:pt x="17676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4285575" y="2655375"/>
              <a:ext cx="441925" cy="2820425"/>
            </a:xfrm>
            <a:custGeom>
              <a:avLst/>
              <a:gdLst/>
              <a:ahLst/>
              <a:cxnLst/>
              <a:rect l="l" t="t" r="r" b="b"/>
              <a:pathLst>
                <a:path w="17677" h="112817" extrusionOk="0">
                  <a:moveTo>
                    <a:pt x="1" y="0"/>
                  </a:moveTo>
                  <a:lnTo>
                    <a:pt x="15653" y="112816"/>
                  </a:lnTo>
                  <a:lnTo>
                    <a:pt x="17676" y="112816"/>
                  </a:lnTo>
                  <a:lnTo>
                    <a:pt x="5535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511;p38">
            <a:extLst>
              <a:ext uri="{FF2B5EF4-FFF2-40B4-BE49-F238E27FC236}">
                <a16:creationId xmlns:a16="http://schemas.microsoft.com/office/drawing/2014/main" id="{B3813D5F-532B-9035-ED11-D5A1CF0017C9}"/>
              </a:ext>
            </a:extLst>
          </p:cNvPr>
          <p:cNvSpPr txBox="1">
            <a:spLocks/>
          </p:cNvSpPr>
          <p:nvPr/>
        </p:nvSpPr>
        <p:spPr>
          <a:xfrm>
            <a:off x="1592506" y="2917357"/>
            <a:ext cx="3509100" cy="606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"/>
              <a:buNone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/>
            <a:r>
              <a:rPr lang="en-US" sz="1200" b="1" dirty="0"/>
              <a:t>Toolset Recommendation · Creator Scouting · Campaign Recap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0"/>
          <p:cNvSpPr/>
          <p:nvPr/>
        </p:nvSpPr>
        <p:spPr>
          <a:xfrm rot="-5149859" flipH="1">
            <a:off x="5763790" y="2506861"/>
            <a:ext cx="631371" cy="2369978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0"/>
          <p:cNvSpPr/>
          <p:nvPr/>
        </p:nvSpPr>
        <p:spPr>
          <a:xfrm rot="-5149859" flipH="1">
            <a:off x="5763790" y="892236"/>
            <a:ext cx="631371" cy="2369978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0"/>
          <p:cNvSpPr/>
          <p:nvPr/>
        </p:nvSpPr>
        <p:spPr>
          <a:xfrm rot="-5149859" flipH="1">
            <a:off x="2747159" y="2506861"/>
            <a:ext cx="631371" cy="2369978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0"/>
          <p:cNvSpPr/>
          <p:nvPr/>
        </p:nvSpPr>
        <p:spPr>
          <a:xfrm rot="-5149859" flipH="1">
            <a:off x="2747159" y="892236"/>
            <a:ext cx="631371" cy="2369978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689" name="Google Shape;689;p40"/>
          <p:cNvSpPr/>
          <p:nvPr/>
        </p:nvSpPr>
        <p:spPr>
          <a:xfrm rot="-5398613" flipH="1">
            <a:off x="4200300" y="-1281775"/>
            <a:ext cx="743400" cy="4197000"/>
          </a:xfrm>
          <a:prstGeom prst="parallelogram">
            <a:avLst>
              <a:gd name="adj" fmla="val 1848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</a:t>
            </a:r>
            <a:r>
              <a:rPr lang="en" b="1" dirty="0">
                <a:solidFill>
                  <a:schemeClr val="accent2"/>
                </a:solidFill>
              </a:rPr>
              <a:t>contents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691" name="Google Shape;691;p40"/>
          <p:cNvSpPr txBox="1">
            <a:spLocks noGrp="1"/>
          </p:cNvSpPr>
          <p:nvPr>
            <p:ph type="title" idx="2"/>
          </p:nvPr>
        </p:nvSpPr>
        <p:spPr>
          <a:xfrm>
            <a:off x="1855645" y="1897175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Toolstack Overview</a:t>
            </a:r>
            <a:endParaRPr sz="2800" dirty="0"/>
          </a:p>
        </p:txBody>
      </p:sp>
      <p:sp>
        <p:nvSpPr>
          <p:cNvPr id="693" name="Google Shape;693;p40"/>
          <p:cNvSpPr txBox="1">
            <a:spLocks noGrp="1"/>
          </p:cNvSpPr>
          <p:nvPr>
            <p:ph type="title" idx="3"/>
          </p:nvPr>
        </p:nvSpPr>
        <p:spPr>
          <a:xfrm>
            <a:off x="4872275" y="1897175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Creator Scouting</a:t>
            </a:r>
            <a:endParaRPr sz="2800" dirty="0"/>
          </a:p>
        </p:txBody>
      </p:sp>
      <p:sp>
        <p:nvSpPr>
          <p:cNvPr id="695" name="Google Shape;695;p40"/>
          <p:cNvSpPr txBox="1">
            <a:spLocks noGrp="1"/>
          </p:cNvSpPr>
          <p:nvPr>
            <p:ph type="title" idx="5"/>
          </p:nvPr>
        </p:nvSpPr>
        <p:spPr>
          <a:xfrm>
            <a:off x="1855645" y="3509002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Campaign Performance</a:t>
            </a:r>
            <a:endParaRPr sz="2800" dirty="0"/>
          </a:p>
        </p:txBody>
      </p:sp>
      <p:sp>
        <p:nvSpPr>
          <p:cNvPr id="697" name="Google Shape;697;p40"/>
          <p:cNvSpPr txBox="1">
            <a:spLocks noGrp="1"/>
          </p:cNvSpPr>
          <p:nvPr>
            <p:ph type="title" idx="7"/>
          </p:nvPr>
        </p:nvSpPr>
        <p:spPr>
          <a:xfrm>
            <a:off x="4872275" y="3509002"/>
            <a:ext cx="24144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Insights &amp; Strategy</a:t>
            </a:r>
            <a:endParaRPr sz="2800" dirty="0"/>
          </a:p>
        </p:txBody>
      </p:sp>
      <p:sp>
        <p:nvSpPr>
          <p:cNvPr id="699" name="Google Shape;699;p40"/>
          <p:cNvSpPr txBox="1">
            <a:spLocks noGrp="1"/>
          </p:cNvSpPr>
          <p:nvPr>
            <p:ph type="title" idx="9"/>
          </p:nvPr>
        </p:nvSpPr>
        <p:spPr>
          <a:xfrm>
            <a:off x="2687995" y="1412250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700" name="Google Shape;700;p40"/>
          <p:cNvSpPr txBox="1">
            <a:spLocks noGrp="1"/>
          </p:cNvSpPr>
          <p:nvPr>
            <p:ph type="title" idx="13"/>
          </p:nvPr>
        </p:nvSpPr>
        <p:spPr>
          <a:xfrm>
            <a:off x="5704625" y="1412250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701" name="Google Shape;701;p40"/>
          <p:cNvSpPr txBox="1">
            <a:spLocks noGrp="1"/>
          </p:cNvSpPr>
          <p:nvPr>
            <p:ph type="title" idx="14"/>
          </p:nvPr>
        </p:nvSpPr>
        <p:spPr>
          <a:xfrm>
            <a:off x="2687995" y="3022325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702" name="Google Shape;702;p40"/>
          <p:cNvSpPr txBox="1">
            <a:spLocks noGrp="1"/>
          </p:cNvSpPr>
          <p:nvPr>
            <p:ph type="title" idx="15"/>
          </p:nvPr>
        </p:nvSpPr>
        <p:spPr>
          <a:xfrm>
            <a:off x="5704625" y="3022325"/>
            <a:ext cx="749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  <p:sp>
        <p:nvSpPr>
          <p:cNvPr id="703" name="Google Shape;703;p40"/>
          <p:cNvSpPr/>
          <p:nvPr/>
        </p:nvSpPr>
        <p:spPr>
          <a:xfrm rot="-2700000">
            <a:off x="7065403" y="2675382"/>
            <a:ext cx="1895343" cy="1194011"/>
          </a:xfrm>
          <a:custGeom>
            <a:avLst/>
            <a:gdLst/>
            <a:ahLst/>
            <a:cxnLst/>
            <a:rect l="l" t="t" r="r" b="b"/>
            <a:pathLst>
              <a:path w="177570" h="111864" extrusionOk="0">
                <a:moveTo>
                  <a:pt x="59132" y="1"/>
                </a:moveTo>
                <a:lnTo>
                  <a:pt x="63649" y="47798"/>
                </a:lnTo>
                <a:lnTo>
                  <a:pt x="15184" y="9015"/>
                </a:lnTo>
                <a:lnTo>
                  <a:pt x="15184" y="9015"/>
                </a:lnTo>
                <a:cubicBezTo>
                  <a:pt x="21697" y="31852"/>
                  <a:pt x="28206" y="54685"/>
                  <a:pt x="34719" y="77522"/>
                </a:cubicBezTo>
                <a:lnTo>
                  <a:pt x="0" y="68389"/>
                </a:lnTo>
                <a:lnTo>
                  <a:pt x="0" y="68389"/>
                </a:lnTo>
                <a:cubicBezTo>
                  <a:pt x="7897" y="83148"/>
                  <a:pt x="16569" y="97640"/>
                  <a:pt x="26014" y="111864"/>
                </a:cubicBezTo>
                <a:lnTo>
                  <a:pt x="151555" y="111864"/>
                </a:lnTo>
                <a:cubicBezTo>
                  <a:pt x="160981" y="97651"/>
                  <a:pt x="169649" y="83159"/>
                  <a:pt x="177569" y="68389"/>
                </a:cubicBezTo>
                <a:lnTo>
                  <a:pt x="177569" y="68389"/>
                </a:lnTo>
                <a:lnTo>
                  <a:pt x="142850" y="77522"/>
                </a:lnTo>
                <a:cubicBezTo>
                  <a:pt x="149360" y="54685"/>
                  <a:pt x="155872" y="31852"/>
                  <a:pt x="162385" y="9015"/>
                </a:cubicBezTo>
                <a:lnTo>
                  <a:pt x="162385" y="9015"/>
                </a:lnTo>
                <a:lnTo>
                  <a:pt x="113920" y="47798"/>
                </a:lnTo>
                <a:lnTo>
                  <a:pt x="113920" y="47798"/>
                </a:lnTo>
                <a:lnTo>
                  <a:pt x="118438" y="1"/>
                </a:lnTo>
                <a:lnTo>
                  <a:pt x="87538" y="27774"/>
                </a:lnTo>
                <a:lnTo>
                  <a:pt x="5913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40"/>
          <p:cNvGrpSpPr/>
          <p:nvPr/>
        </p:nvGrpSpPr>
        <p:grpSpPr>
          <a:xfrm rot="-2700000">
            <a:off x="7241072" y="3090715"/>
            <a:ext cx="2071121" cy="1090999"/>
            <a:chOff x="1666950" y="3123375"/>
            <a:chExt cx="4467675" cy="2353425"/>
          </a:xfrm>
        </p:grpSpPr>
        <p:sp>
          <p:nvSpPr>
            <p:cNvPr id="705" name="Google Shape;705;p40"/>
            <p:cNvSpPr/>
            <p:nvPr/>
          </p:nvSpPr>
          <p:spPr>
            <a:xfrm>
              <a:off x="1666950" y="3211850"/>
              <a:ext cx="4467675" cy="2264950"/>
            </a:xfrm>
            <a:custGeom>
              <a:avLst/>
              <a:gdLst/>
              <a:ahLst/>
              <a:cxnLst/>
              <a:rect l="l" t="t" r="r" b="b"/>
              <a:pathLst>
                <a:path w="178707" h="90598" extrusionOk="0">
                  <a:moveTo>
                    <a:pt x="65296" y="1"/>
                  </a:moveTo>
                  <a:cubicBezTo>
                    <a:pt x="54126" y="2242"/>
                    <a:pt x="42657" y="139"/>
                    <a:pt x="33567" y="7850"/>
                  </a:cubicBezTo>
                  <a:cubicBezTo>
                    <a:pt x="15594" y="23122"/>
                    <a:pt x="3402" y="46898"/>
                    <a:pt x="609" y="72180"/>
                  </a:cubicBezTo>
                  <a:cubicBezTo>
                    <a:pt x="58" y="77110"/>
                    <a:pt x="0" y="82603"/>
                    <a:pt x="2758" y="86441"/>
                  </a:cubicBezTo>
                  <a:cubicBezTo>
                    <a:pt x="4845" y="89324"/>
                    <a:pt x="8141" y="90595"/>
                    <a:pt x="11482" y="90595"/>
                  </a:cubicBezTo>
                  <a:cubicBezTo>
                    <a:pt x="12962" y="90595"/>
                    <a:pt x="14450" y="90346"/>
                    <a:pt x="15847" y="89877"/>
                  </a:cubicBezTo>
                  <a:cubicBezTo>
                    <a:pt x="20398" y="88349"/>
                    <a:pt x="24248" y="84959"/>
                    <a:pt x="28097" y="81821"/>
                  </a:cubicBezTo>
                  <a:cubicBezTo>
                    <a:pt x="34245" y="76788"/>
                    <a:pt x="40738" y="72203"/>
                    <a:pt x="47518" y="68077"/>
                  </a:cubicBezTo>
                  <a:cubicBezTo>
                    <a:pt x="60372" y="60275"/>
                    <a:pt x="74860" y="56373"/>
                    <a:pt x="89348" y="56373"/>
                  </a:cubicBezTo>
                  <a:cubicBezTo>
                    <a:pt x="103836" y="56373"/>
                    <a:pt x="118324" y="60275"/>
                    <a:pt x="131177" y="68077"/>
                  </a:cubicBezTo>
                  <a:cubicBezTo>
                    <a:pt x="137957" y="72203"/>
                    <a:pt x="144450" y="76800"/>
                    <a:pt x="150598" y="81821"/>
                  </a:cubicBezTo>
                  <a:cubicBezTo>
                    <a:pt x="154448" y="84959"/>
                    <a:pt x="158297" y="88349"/>
                    <a:pt x="162848" y="89877"/>
                  </a:cubicBezTo>
                  <a:cubicBezTo>
                    <a:pt x="164248" y="90347"/>
                    <a:pt x="165740" y="90598"/>
                    <a:pt x="167224" y="90598"/>
                  </a:cubicBezTo>
                  <a:cubicBezTo>
                    <a:pt x="170562" y="90598"/>
                    <a:pt x="173852" y="89329"/>
                    <a:pt x="175937" y="86441"/>
                  </a:cubicBezTo>
                  <a:cubicBezTo>
                    <a:pt x="178706" y="82603"/>
                    <a:pt x="178637" y="77110"/>
                    <a:pt x="178086" y="72191"/>
                  </a:cubicBezTo>
                  <a:cubicBezTo>
                    <a:pt x="175293" y="46898"/>
                    <a:pt x="163112" y="23122"/>
                    <a:pt x="145128" y="7850"/>
                  </a:cubicBezTo>
                  <a:cubicBezTo>
                    <a:pt x="136038" y="139"/>
                    <a:pt x="124569" y="2253"/>
                    <a:pt x="113400" y="1"/>
                  </a:cubicBezTo>
                  <a:lnTo>
                    <a:pt x="113319" y="1"/>
                  </a:lnTo>
                  <a:cubicBezTo>
                    <a:pt x="113353" y="63"/>
                    <a:pt x="113192" y="91"/>
                    <a:pt x="112868" y="91"/>
                  </a:cubicBezTo>
                  <a:cubicBezTo>
                    <a:pt x="112527" y="91"/>
                    <a:pt x="112007" y="60"/>
                    <a:pt x="111343" y="1"/>
                  </a:cubicBezTo>
                  <a:lnTo>
                    <a:pt x="67353" y="1"/>
                  </a:lnTo>
                  <a:cubicBezTo>
                    <a:pt x="66694" y="60"/>
                    <a:pt x="66177" y="91"/>
                    <a:pt x="65838" y="91"/>
                  </a:cubicBezTo>
                  <a:cubicBezTo>
                    <a:pt x="65515" y="91"/>
                    <a:pt x="65354" y="63"/>
                    <a:pt x="65388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0"/>
            <p:cNvSpPr/>
            <p:nvPr/>
          </p:nvSpPr>
          <p:spPr>
            <a:xfrm>
              <a:off x="2145575" y="3333650"/>
              <a:ext cx="1096025" cy="1009300"/>
            </a:xfrm>
            <a:custGeom>
              <a:avLst/>
              <a:gdLst/>
              <a:ahLst/>
              <a:cxnLst/>
              <a:rect l="l" t="t" r="r" b="b"/>
              <a:pathLst>
                <a:path w="43841" h="40372" extrusionOk="0">
                  <a:moveTo>
                    <a:pt x="30066" y="2287"/>
                  </a:moveTo>
                  <a:cubicBezTo>
                    <a:pt x="31692" y="2287"/>
                    <a:pt x="33304" y="2642"/>
                    <a:pt x="34797" y="3311"/>
                  </a:cubicBezTo>
                  <a:cubicBezTo>
                    <a:pt x="38831" y="5184"/>
                    <a:pt x="41543" y="9769"/>
                    <a:pt x="41531" y="14734"/>
                  </a:cubicBezTo>
                  <a:cubicBezTo>
                    <a:pt x="41520" y="19146"/>
                    <a:pt x="39428" y="23835"/>
                    <a:pt x="35808" y="27593"/>
                  </a:cubicBezTo>
                  <a:cubicBezTo>
                    <a:pt x="32809" y="30684"/>
                    <a:pt x="28879" y="33224"/>
                    <a:pt x="23409" y="35591"/>
                  </a:cubicBezTo>
                  <a:cubicBezTo>
                    <a:pt x="20697" y="36775"/>
                    <a:pt x="17479" y="37981"/>
                    <a:pt x="14135" y="38073"/>
                  </a:cubicBezTo>
                  <a:lnTo>
                    <a:pt x="13790" y="38073"/>
                  </a:lnTo>
                  <a:cubicBezTo>
                    <a:pt x="10538" y="38073"/>
                    <a:pt x="7677" y="36924"/>
                    <a:pt x="5907" y="34924"/>
                  </a:cubicBezTo>
                  <a:cubicBezTo>
                    <a:pt x="2471" y="31017"/>
                    <a:pt x="3643" y="24743"/>
                    <a:pt x="5907" y="20181"/>
                  </a:cubicBezTo>
                  <a:cubicBezTo>
                    <a:pt x="9010" y="13918"/>
                    <a:pt x="13917" y="8724"/>
                    <a:pt x="19996" y="5253"/>
                  </a:cubicBezTo>
                  <a:cubicBezTo>
                    <a:pt x="22363" y="3909"/>
                    <a:pt x="26017" y="2300"/>
                    <a:pt x="29913" y="2300"/>
                  </a:cubicBezTo>
                  <a:lnTo>
                    <a:pt x="29913" y="2288"/>
                  </a:lnTo>
                  <a:cubicBezTo>
                    <a:pt x="29964" y="2288"/>
                    <a:pt x="30015" y="2287"/>
                    <a:pt x="30066" y="2287"/>
                  </a:cubicBezTo>
                  <a:close/>
                  <a:moveTo>
                    <a:pt x="30079" y="1"/>
                  </a:moveTo>
                  <a:cubicBezTo>
                    <a:pt x="30028" y="1"/>
                    <a:pt x="29976" y="1"/>
                    <a:pt x="29925" y="1"/>
                  </a:cubicBezTo>
                  <a:cubicBezTo>
                    <a:pt x="25523" y="1"/>
                    <a:pt x="21478" y="1771"/>
                    <a:pt x="18858" y="3254"/>
                  </a:cubicBezTo>
                  <a:cubicBezTo>
                    <a:pt x="12388" y="6942"/>
                    <a:pt x="7160" y="12481"/>
                    <a:pt x="3850" y="19158"/>
                  </a:cubicBezTo>
                  <a:cubicBezTo>
                    <a:pt x="1264" y="24398"/>
                    <a:pt x="0" y="31684"/>
                    <a:pt x="4195" y="36441"/>
                  </a:cubicBezTo>
                  <a:cubicBezTo>
                    <a:pt x="6390" y="38935"/>
                    <a:pt x="9883" y="40372"/>
                    <a:pt x="13790" y="40372"/>
                  </a:cubicBezTo>
                  <a:lnTo>
                    <a:pt x="14204" y="40360"/>
                  </a:lnTo>
                  <a:cubicBezTo>
                    <a:pt x="17939" y="40257"/>
                    <a:pt x="21421" y="38958"/>
                    <a:pt x="24328" y="37694"/>
                  </a:cubicBezTo>
                  <a:cubicBezTo>
                    <a:pt x="30074" y="35200"/>
                    <a:pt x="34245" y="32500"/>
                    <a:pt x="37452" y="29179"/>
                  </a:cubicBezTo>
                  <a:cubicBezTo>
                    <a:pt x="41497" y="25007"/>
                    <a:pt x="43818" y="19744"/>
                    <a:pt x="43829" y="14734"/>
                  </a:cubicBezTo>
                  <a:cubicBezTo>
                    <a:pt x="43841" y="8896"/>
                    <a:pt x="40600" y="3472"/>
                    <a:pt x="35762" y="1231"/>
                  </a:cubicBezTo>
                  <a:cubicBezTo>
                    <a:pt x="33982" y="425"/>
                    <a:pt x="32038" y="1"/>
                    <a:pt x="30079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0"/>
            <p:cNvSpPr/>
            <p:nvPr/>
          </p:nvSpPr>
          <p:spPr>
            <a:xfrm>
              <a:off x="2360750" y="3485650"/>
              <a:ext cx="396475" cy="362300"/>
            </a:xfrm>
            <a:custGeom>
              <a:avLst/>
              <a:gdLst/>
              <a:ahLst/>
              <a:cxnLst/>
              <a:rect l="l" t="t" r="r" b="b"/>
              <a:pathLst>
                <a:path w="15859" h="14492" extrusionOk="0">
                  <a:moveTo>
                    <a:pt x="15859" y="0"/>
                  </a:moveTo>
                  <a:lnTo>
                    <a:pt x="15859" y="0"/>
                  </a:lnTo>
                  <a:cubicBezTo>
                    <a:pt x="14354" y="437"/>
                    <a:pt x="12917" y="1046"/>
                    <a:pt x="11561" y="1828"/>
                  </a:cubicBezTo>
                  <a:cubicBezTo>
                    <a:pt x="6723" y="4574"/>
                    <a:pt x="2816" y="8711"/>
                    <a:pt x="345" y="13699"/>
                  </a:cubicBezTo>
                  <a:cubicBezTo>
                    <a:pt x="219" y="13951"/>
                    <a:pt x="115" y="14227"/>
                    <a:pt x="1" y="14491"/>
                  </a:cubicBezTo>
                  <a:cubicBezTo>
                    <a:pt x="3299" y="13894"/>
                    <a:pt x="6608" y="13377"/>
                    <a:pt x="9895" y="12906"/>
                  </a:cubicBezTo>
                  <a:cubicBezTo>
                    <a:pt x="11699" y="8527"/>
                    <a:pt x="13653" y="4160"/>
                    <a:pt x="15859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0"/>
            <p:cNvSpPr/>
            <p:nvPr/>
          </p:nvSpPr>
          <p:spPr>
            <a:xfrm>
              <a:off x="2669600" y="3471875"/>
              <a:ext cx="428075" cy="327800"/>
            </a:xfrm>
            <a:custGeom>
              <a:avLst/>
              <a:gdLst/>
              <a:ahLst/>
              <a:cxnLst/>
              <a:rect l="l" t="t" r="r" b="b"/>
              <a:pathLst>
                <a:path w="17123" h="13112" extrusionOk="0">
                  <a:moveTo>
                    <a:pt x="7319" y="0"/>
                  </a:moveTo>
                  <a:cubicBezTo>
                    <a:pt x="6968" y="0"/>
                    <a:pt x="6616" y="16"/>
                    <a:pt x="6263" y="46"/>
                  </a:cubicBezTo>
                  <a:cubicBezTo>
                    <a:pt x="3942" y="4217"/>
                    <a:pt x="1873" y="8642"/>
                    <a:pt x="0" y="13112"/>
                  </a:cubicBezTo>
                  <a:cubicBezTo>
                    <a:pt x="3643" y="12618"/>
                    <a:pt x="7263" y="12181"/>
                    <a:pt x="10791" y="11790"/>
                  </a:cubicBezTo>
                  <a:cubicBezTo>
                    <a:pt x="12882" y="11549"/>
                    <a:pt x="14974" y="11342"/>
                    <a:pt x="17065" y="11147"/>
                  </a:cubicBezTo>
                  <a:cubicBezTo>
                    <a:pt x="17088" y="10917"/>
                    <a:pt x="17111" y="10687"/>
                    <a:pt x="17111" y="10446"/>
                  </a:cubicBezTo>
                  <a:cubicBezTo>
                    <a:pt x="17123" y="6516"/>
                    <a:pt x="14985" y="2505"/>
                    <a:pt x="11411" y="850"/>
                  </a:cubicBezTo>
                  <a:cubicBezTo>
                    <a:pt x="10114" y="252"/>
                    <a:pt x="8728" y="0"/>
                    <a:pt x="7319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0"/>
            <p:cNvSpPr/>
            <p:nvPr/>
          </p:nvSpPr>
          <p:spPr>
            <a:xfrm>
              <a:off x="2317650" y="3877225"/>
              <a:ext cx="262625" cy="314600"/>
            </a:xfrm>
            <a:custGeom>
              <a:avLst/>
              <a:gdLst/>
              <a:ahLst/>
              <a:cxnLst/>
              <a:rect l="l" t="t" r="r" b="b"/>
              <a:pathLst>
                <a:path w="10505" h="12584" extrusionOk="0">
                  <a:moveTo>
                    <a:pt x="10504" y="1"/>
                  </a:moveTo>
                  <a:lnTo>
                    <a:pt x="10504" y="1"/>
                  </a:lnTo>
                  <a:cubicBezTo>
                    <a:pt x="7241" y="575"/>
                    <a:pt x="3988" y="1161"/>
                    <a:pt x="725" y="1793"/>
                  </a:cubicBezTo>
                  <a:cubicBezTo>
                    <a:pt x="1" y="4862"/>
                    <a:pt x="173" y="8079"/>
                    <a:pt x="2207" y="10378"/>
                  </a:cubicBezTo>
                  <a:cubicBezTo>
                    <a:pt x="3138" y="11446"/>
                    <a:pt x="4379" y="12147"/>
                    <a:pt x="5724" y="12584"/>
                  </a:cubicBezTo>
                  <a:cubicBezTo>
                    <a:pt x="6103" y="11538"/>
                    <a:pt x="6471" y="10504"/>
                    <a:pt x="6861" y="9470"/>
                  </a:cubicBezTo>
                  <a:cubicBezTo>
                    <a:pt x="8033" y="6390"/>
                    <a:pt x="9229" y="3207"/>
                    <a:pt x="10504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2516175" y="3806550"/>
              <a:ext cx="572300" cy="398225"/>
            </a:xfrm>
            <a:custGeom>
              <a:avLst/>
              <a:gdLst/>
              <a:ahLst/>
              <a:cxnLst/>
              <a:rect l="l" t="t" r="r" b="b"/>
              <a:pathLst>
                <a:path w="22892" h="15929" extrusionOk="0">
                  <a:moveTo>
                    <a:pt x="22892" y="1"/>
                  </a:moveTo>
                  <a:cubicBezTo>
                    <a:pt x="21616" y="127"/>
                    <a:pt x="20341" y="242"/>
                    <a:pt x="19065" y="391"/>
                  </a:cubicBezTo>
                  <a:cubicBezTo>
                    <a:pt x="14354" y="920"/>
                    <a:pt x="9688" y="1621"/>
                    <a:pt x="5045" y="2402"/>
                  </a:cubicBezTo>
                  <a:cubicBezTo>
                    <a:pt x="3356" y="6608"/>
                    <a:pt x="1793" y="10814"/>
                    <a:pt x="357" y="14825"/>
                  </a:cubicBezTo>
                  <a:cubicBezTo>
                    <a:pt x="230" y="15158"/>
                    <a:pt x="127" y="15503"/>
                    <a:pt x="1" y="15848"/>
                  </a:cubicBezTo>
                  <a:cubicBezTo>
                    <a:pt x="426" y="15894"/>
                    <a:pt x="862" y="15928"/>
                    <a:pt x="1288" y="15928"/>
                  </a:cubicBezTo>
                  <a:cubicBezTo>
                    <a:pt x="3873" y="15859"/>
                    <a:pt x="6378" y="14974"/>
                    <a:pt x="8757" y="13951"/>
                  </a:cubicBezTo>
                  <a:cubicBezTo>
                    <a:pt x="12365" y="12389"/>
                    <a:pt x="15859" y="10412"/>
                    <a:pt x="18594" y="7585"/>
                  </a:cubicBezTo>
                  <a:cubicBezTo>
                    <a:pt x="20628" y="5471"/>
                    <a:pt x="22214" y="2839"/>
                    <a:pt x="22892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0"/>
            <p:cNvSpPr/>
            <p:nvPr/>
          </p:nvSpPr>
          <p:spPr>
            <a:xfrm>
              <a:off x="3147350" y="3939850"/>
              <a:ext cx="447625" cy="281875"/>
            </a:xfrm>
            <a:custGeom>
              <a:avLst/>
              <a:gdLst/>
              <a:ahLst/>
              <a:cxnLst/>
              <a:rect l="l" t="t" r="r" b="b"/>
              <a:pathLst>
                <a:path w="17905" h="11275" extrusionOk="0">
                  <a:moveTo>
                    <a:pt x="17905" y="1"/>
                  </a:moveTo>
                  <a:lnTo>
                    <a:pt x="17905" y="1"/>
                  </a:lnTo>
                  <a:cubicBezTo>
                    <a:pt x="13067" y="1713"/>
                    <a:pt x="8424" y="3965"/>
                    <a:pt x="4092" y="6712"/>
                  </a:cubicBezTo>
                  <a:cubicBezTo>
                    <a:pt x="2322" y="7838"/>
                    <a:pt x="472" y="9229"/>
                    <a:pt x="1" y="11274"/>
                  </a:cubicBezTo>
                  <a:cubicBezTo>
                    <a:pt x="5919" y="10332"/>
                    <a:pt x="11802" y="9171"/>
                    <a:pt x="17640" y="7804"/>
                  </a:cubicBezTo>
                  <a:cubicBezTo>
                    <a:pt x="17721" y="5206"/>
                    <a:pt x="17813" y="2598"/>
                    <a:pt x="17905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0"/>
            <p:cNvSpPr/>
            <p:nvPr/>
          </p:nvSpPr>
          <p:spPr>
            <a:xfrm>
              <a:off x="4542425" y="3333650"/>
              <a:ext cx="1095750" cy="1009300"/>
            </a:xfrm>
            <a:custGeom>
              <a:avLst/>
              <a:gdLst/>
              <a:ahLst/>
              <a:cxnLst/>
              <a:rect l="l" t="t" r="r" b="b"/>
              <a:pathLst>
                <a:path w="43830" h="40372" extrusionOk="0">
                  <a:moveTo>
                    <a:pt x="13917" y="2288"/>
                  </a:moveTo>
                  <a:cubicBezTo>
                    <a:pt x="17813" y="2288"/>
                    <a:pt x="21467" y="3897"/>
                    <a:pt x="23834" y="5242"/>
                  </a:cubicBezTo>
                  <a:cubicBezTo>
                    <a:pt x="29902" y="8712"/>
                    <a:pt x="34809" y="13906"/>
                    <a:pt x="37923" y="20169"/>
                  </a:cubicBezTo>
                  <a:cubicBezTo>
                    <a:pt x="40176" y="24743"/>
                    <a:pt x="41359" y="31017"/>
                    <a:pt x="37912" y="34924"/>
                  </a:cubicBezTo>
                  <a:cubicBezTo>
                    <a:pt x="36153" y="36924"/>
                    <a:pt x="33281" y="38073"/>
                    <a:pt x="30040" y="38073"/>
                  </a:cubicBezTo>
                  <a:lnTo>
                    <a:pt x="29695" y="38073"/>
                  </a:lnTo>
                  <a:cubicBezTo>
                    <a:pt x="26351" y="37981"/>
                    <a:pt x="23122" y="36775"/>
                    <a:pt x="20421" y="35602"/>
                  </a:cubicBezTo>
                  <a:cubicBezTo>
                    <a:pt x="14951" y="33235"/>
                    <a:pt x="11010" y="30684"/>
                    <a:pt x="8022" y="27593"/>
                  </a:cubicBezTo>
                  <a:cubicBezTo>
                    <a:pt x="4402" y="23847"/>
                    <a:pt x="2311" y="19158"/>
                    <a:pt x="2299" y="14734"/>
                  </a:cubicBezTo>
                  <a:cubicBezTo>
                    <a:pt x="2288" y="9781"/>
                    <a:pt x="5000" y="5184"/>
                    <a:pt x="9033" y="3322"/>
                  </a:cubicBezTo>
                  <a:cubicBezTo>
                    <a:pt x="10515" y="2654"/>
                    <a:pt x="12127" y="2299"/>
                    <a:pt x="13763" y="2299"/>
                  </a:cubicBezTo>
                  <a:cubicBezTo>
                    <a:pt x="13815" y="2299"/>
                    <a:pt x="13866" y="2299"/>
                    <a:pt x="13917" y="2300"/>
                  </a:cubicBezTo>
                  <a:lnTo>
                    <a:pt x="13917" y="2288"/>
                  </a:lnTo>
                  <a:close/>
                  <a:moveTo>
                    <a:pt x="13758" y="0"/>
                  </a:moveTo>
                  <a:cubicBezTo>
                    <a:pt x="11801" y="0"/>
                    <a:pt x="9859" y="414"/>
                    <a:pt x="8079" y="1231"/>
                  </a:cubicBezTo>
                  <a:cubicBezTo>
                    <a:pt x="3242" y="3472"/>
                    <a:pt x="1" y="8896"/>
                    <a:pt x="12" y="14734"/>
                  </a:cubicBezTo>
                  <a:cubicBezTo>
                    <a:pt x="24" y="19744"/>
                    <a:pt x="2345" y="25007"/>
                    <a:pt x="6379" y="29179"/>
                  </a:cubicBezTo>
                  <a:cubicBezTo>
                    <a:pt x="9596" y="32488"/>
                    <a:pt x="13756" y="35200"/>
                    <a:pt x="19514" y="37705"/>
                  </a:cubicBezTo>
                  <a:cubicBezTo>
                    <a:pt x="22421" y="38970"/>
                    <a:pt x="25903" y="40268"/>
                    <a:pt x="29638" y="40372"/>
                  </a:cubicBezTo>
                  <a:lnTo>
                    <a:pt x="30051" y="40372"/>
                  </a:lnTo>
                  <a:cubicBezTo>
                    <a:pt x="33947" y="40372"/>
                    <a:pt x="37441" y="38935"/>
                    <a:pt x="39635" y="36430"/>
                  </a:cubicBezTo>
                  <a:cubicBezTo>
                    <a:pt x="43830" y="31684"/>
                    <a:pt x="42566" y="24387"/>
                    <a:pt x="39980" y="19146"/>
                  </a:cubicBezTo>
                  <a:cubicBezTo>
                    <a:pt x="36671" y="12481"/>
                    <a:pt x="31442" y="6954"/>
                    <a:pt x="24972" y="3254"/>
                  </a:cubicBezTo>
                  <a:cubicBezTo>
                    <a:pt x="22352" y="1771"/>
                    <a:pt x="18319" y="1"/>
                    <a:pt x="13917" y="1"/>
                  </a:cubicBezTo>
                  <a:cubicBezTo>
                    <a:pt x="13864" y="1"/>
                    <a:pt x="13811" y="0"/>
                    <a:pt x="13758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0"/>
            <p:cNvSpPr/>
            <p:nvPr/>
          </p:nvSpPr>
          <p:spPr>
            <a:xfrm>
              <a:off x="5026800" y="3485650"/>
              <a:ext cx="396200" cy="362300"/>
            </a:xfrm>
            <a:custGeom>
              <a:avLst/>
              <a:gdLst/>
              <a:ahLst/>
              <a:cxnLst/>
              <a:rect l="l" t="t" r="r" b="b"/>
              <a:pathLst>
                <a:path w="15848" h="14492" extrusionOk="0">
                  <a:moveTo>
                    <a:pt x="1" y="0"/>
                  </a:moveTo>
                  <a:lnTo>
                    <a:pt x="1" y="0"/>
                  </a:lnTo>
                  <a:cubicBezTo>
                    <a:pt x="2196" y="4160"/>
                    <a:pt x="4161" y="8527"/>
                    <a:pt x="5942" y="12906"/>
                  </a:cubicBezTo>
                  <a:cubicBezTo>
                    <a:pt x="9240" y="13377"/>
                    <a:pt x="12538" y="13894"/>
                    <a:pt x="15848" y="14491"/>
                  </a:cubicBezTo>
                  <a:cubicBezTo>
                    <a:pt x="15733" y="14227"/>
                    <a:pt x="15629" y="13951"/>
                    <a:pt x="15503" y="13699"/>
                  </a:cubicBezTo>
                  <a:cubicBezTo>
                    <a:pt x="13021" y="8711"/>
                    <a:pt x="9125" y="4574"/>
                    <a:pt x="4299" y="1828"/>
                  </a:cubicBezTo>
                  <a:cubicBezTo>
                    <a:pt x="2943" y="1046"/>
                    <a:pt x="1495" y="437"/>
                    <a:pt x="1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0"/>
            <p:cNvSpPr/>
            <p:nvPr/>
          </p:nvSpPr>
          <p:spPr>
            <a:xfrm>
              <a:off x="4686075" y="3471875"/>
              <a:ext cx="428375" cy="327800"/>
            </a:xfrm>
            <a:custGeom>
              <a:avLst/>
              <a:gdLst/>
              <a:ahLst/>
              <a:cxnLst/>
              <a:rect l="l" t="t" r="r" b="b"/>
              <a:pathLst>
                <a:path w="17135" h="13112" extrusionOk="0">
                  <a:moveTo>
                    <a:pt x="9804" y="0"/>
                  </a:moveTo>
                  <a:cubicBezTo>
                    <a:pt x="8395" y="0"/>
                    <a:pt x="7009" y="252"/>
                    <a:pt x="5712" y="850"/>
                  </a:cubicBezTo>
                  <a:cubicBezTo>
                    <a:pt x="2150" y="2505"/>
                    <a:pt x="1" y="6516"/>
                    <a:pt x="12" y="10446"/>
                  </a:cubicBezTo>
                  <a:cubicBezTo>
                    <a:pt x="12" y="10687"/>
                    <a:pt x="47" y="10917"/>
                    <a:pt x="58" y="11147"/>
                  </a:cubicBezTo>
                  <a:cubicBezTo>
                    <a:pt x="2150" y="11342"/>
                    <a:pt x="4241" y="11549"/>
                    <a:pt x="6333" y="11790"/>
                  </a:cubicBezTo>
                  <a:cubicBezTo>
                    <a:pt x="9872" y="12181"/>
                    <a:pt x="13480" y="12618"/>
                    <a:pt x="17135" y="13112"/>
                  </a:cubicBezTo>
                  <a:cubicBezTo>
                    <a:pt x="15262" y="8642"/>
                    <a:pt x="13193" y="4217"/>
                    <a:pt x="10860" y="46"/>
                  </a:cubicBezTo>
                  <a:cubicBezTo>
                    <a:pt x="10507" y="16"/>
                    <a:pt x="10155" y="0"/>
                    <a:pt x="9804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0"/>
            <p:cNvSpPr/>
            <p:nvPr/>
          </p:nvSpPr>
          <p:spPr>
            <a:xfrm>
              <a:off x="5203500" y="3877225"/>
              <a:ext cx="262875" cy="314600"/>
            </a:xfrm>
            <a:custGeom>
              <a:avLst/>
              <a:gdLst/>
              <a:ahLst/>
              <a:cxnLst/>
              <a:rect l="l" t="t" r="r" b="b"/>
              <a:pathLst>
                <a:path w="10515" h="12584" extrusionOk="0">
                  <a:moveTo>
                    <a:pt x="0" y="1"/>
                  </a:moveTo>
                  <a:lnTo>
                    <a:pt x="0" y="1"/>
                  </a:lnTo>
                  <a:cubicBezTo>
                    <a:pt x="1276" y="3207"/>
                    <a:pt x="2482" y="6390"/>
                    <a:pt x="3643" y="9470"/>
                  </a:cubicBezTo>
                  <a:cubicBezTo>
                    <a:pt x="4045" y="10504"/>
                    <a:pt x="4413" y="11538"/>
                    <a:pt x="4781" y="12584"/>
                  </a:cubicBezTo>
                  <a:cubicBezTo>
                    <a:pt x="6137" y="12147"/>
                    <a:pt x="7366" y="11446"/>
                    <a:pt x="8309" y="10378"/>
                  </a:cubicBezTo>
                  <a:cubicBezTo>
                    <a:pt x="10331" y="8079"/>
                    <a:pt x="10515" y="4862"/>
                    <a:pt x="9779" y="1793"/>
                  </a:cubicBezTo>
                  <a:cubicBezTo>
                    <a:pt x="6527" y="1161"/>
                    <a:pt x="3264" y="575"/>
                    <a:pt x="0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0"/>
            <p:cNvSpPr/>
            <p:nvPr/>
          </p:nvSpPr>
          <p:spPr>
            <a:xfrm>
              <a:off x="4695275" y="3806550"/>
              <a:ext cx="572300" cy="398225"/>
            </a:xfrm>
            <a:custGeom>
              <a:avLst/>
              <a:gdLst/>
              <a:ahLst/>
              <a:cxnLst/>
              <a:rect l="l" t="t" r="r" b="b"/>
              <a:pathLst>
                <a:path w="22892" h="15929" extrusionOk="0">
                  <a:moveTo>
                    <a:pt x="0" y="1"/>
                  </a:moveTo>
                  <a:lnTo>
                    <a:pt x="0" y="1"/>
                  </a:lnTo>
                  <a:cubicBezTo>
                    <a:pt x="678" y="2839"/>
                    <a:pt x="2264" y="5471"/>
                    <a:pt x="4310" y="7585"/>
                  </a:cubicBezTo>
                  <a:cubicBezTo>
                    <a:pt x="7033" y="10412"/>
                    <a:pt x="10538" y="12389"/>
                    <a:pt x="14135" y="13951"/>
                  </a:cubicBezTo>
                  <a:cubicBezTo>
                    <a:pt x="16514" y="14974"/>
                    <a:pt x="19019" y="15859"/>
                    <a:pt x="21605" y="15928"/>
                  </a:cubicBezTo>
                  <a:cubicBezTo>
                    <a:pt x="22041" y="15928"/>
                    <a:pt x="22467" y="15894"/>
                    <a:pt x="22892" y="15848"/>
                  </a:cubicBezTo>
                  <a:cubicBezTo>
                    <a:pt x="22765" y="15503"/>
                    <a:pt x="22662" y="15158"/>
                    <a:pt x="22547" y="14825"/>
                  </a:cubicBezTo>
                  <a:cubicBezTo>
                    <a:pt x="21099" y="10814"/>
                    <a:pt x="19548" y="6608"/>
                    <a:pt x="17847" y="2402"/>
                  </a:cubicBezTo>
                  <a:cubicBezTo>
                    <a:pt x="13204" y="1621"/>
                    <a:pt x="8539" y="920"/>
                    <a:pt x="3839" y="391"/>
                  </a:cubicBezTo>
                  <a:cubicBezTo>
                    <a:pt x="2563" y="242"/>
                    <a:pt x="1276" y="127"/>
                    <a:pt x="0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0"/>
            <p:cNvSpPr/>
            <p:nvPr/>
          </p:nvSpPr>
          <p:spPr>
            <a:xfrm>
              <a:off x="4188775" y="3939850"/>
              <a:ext cx="447625" cy="281875"/>
            </a:xfrm>
            <a:custGeom>
              <a:avLst/>
              <a:gdLst/>
              <a:ahLst/>
              <a:cxnLst/>
              <a:rect l="l" t="t" r="r" b="b"/>
              <a:pathLst>
                <a:path w="17905" h="11275" extrusionOk="0">
                  <a:moveTo>
                    <a:pt x="1" y="1"/>
                  </a:moveTo>
                  <a:lnTo>
                    <a:pt x="1" y="1"/>
                  </a:lnTo>
                  <a:cubicBezTo>
                    <a:pt x="93" y="2598"/>
                    <a:pt x="185" y="5206"/>
                    <a:pt x="265" y="7804"/>
                  </a:cubicBezTo>
                  <a:cubicBezTo>
                    <a:pt x="6103" y="9171"/>
                    <a:pt x="11986" y="10332"/>
                    <a:pt x="17905" y="11274"/>
                  </a:cubicBezTo>
                  <a:cubicBezTo>
                    <a:pt x="17445" y="9229"/>
                    <a:pt x="15583" y="7838"/>
                    <a:pt x="13814" y="6712"/>
                  </a:cubicBezTo>
                  <a:cubicBezTo>
                    <a:pt x="9481" y="3965"/>
                    <a:pt x="4850" y="1713"/>
                    <a:pt x="1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0"/>
            <p:cNvSpPr/>
            <p:nvPr/>
          </p:nvSpPr>
          <p:spPr>
            <a:xfrm>
              <a:off x="3124950" y="3123375"/>
              <a:ext cx="1668600" cy="442175"/>
            </a:xfrm>
            <a:custGeom>
              <a:avLst/>
              <a:gdLst/>
              <a:ahLst/>
              <a:cxnLst/>
              <a:rect l="l" t="t" r="r" b="b"/>
              <a:pathLst>
                <a:path w="66744" h="17687" extrusionOk="0">
                  <a:moveTo>
                    <a:pt x="10837" y="1"/>
                  </a:moveTo>
                  <a:lnTo>
                    <a:pt x="2804" y="3574"/>
                  </a:lnTo>
                  <a:cubicBezTo>
                    <a:pt x="1758" y="4034"/>
                    <a:pt x="609" y="4609"/>
                    <a:pt x="345" y="5539"/>
                  </a:cubicBezTo>
                  <a:cubicBezTo>
                    <a:pt x="0" y="6838"/>
                    <a:pt x="1506" y="7918"/>
                    <a:pt x="2850" y="8677"/>
                  </a:cubicBezTo>
                  <a:cubicBezTo>
                    <a:pt x="8757" y="12044"/>
                    <a:pt x="14951" y="15445"/>
                    <a:pt x="21570" y="17686"/>
                  </a:cubicBezTo>
                  <a:lnTo>
                    <a:pt x="45174" y="17686"/>
                  </a:lnTo>
                  <a:cubicBezTo>
                    <a:pt x="51793" y="15445"/>
                    <a:pt x="57998" y="12044"/>
                    <a:pt x="63894" y="8677"/>
                  </a:cubicBezTo>
                  <a:cubicBezTo>
                    <a:pt x="65238" y="7918"/>
                    <a:pt x="66744" y="6838"/>
                    <a:pt x="66399" y="5539"/>
                  </a:cubicBezTo>
                  <a:cubicBezTo>
                    <a:pt x="66146" y="4609"/>
                    <a:pt x="64997" y="4034"/>
                    <a:pt x="63951" y="3574"/>
                  </a:cubicBezTo>
                  <a:lnTo>
                    <a:pt x="55918" y="1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9" name="Google Shape;719;p40"/>
          <p:cNvSpPr/>
          <p:nvPr/>
        </p:nvSpPr>
        <p:spPr>
          <a:xfrm rot="-1725051">
            <a:off x="122468" y="2465397"/>
            <a:ext cx="1407063" cy="1479562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40"/>
          <p:cNvGrpSpPr/>
          <p:nvPr/>
        </p:nvGrpSpPr>
        <p:grpSpPr>
          <a:xfrm rot="2979001">
            <a:off x="-376953" y="2347037"/>
            <a:ext cx="1247860" cy="2509296"/>
            <a:chOff x="2488075" y="238075"/>
            <a:chExt cx="2601200" cy="5230700"/>
          </a:xfrm>
        </p:grpSpPr>
        <p:sp>
          <p:nvSpPr>
            <p:cNvPr id="721" name="Google Shape;721;p40"/>
            <p:cNvSpPr/>
            <p:nvPr/>
          </p:nvSpPr>
          <p:spPr>
            <a:xfrm>
              <a:off x="3183100" y="4832225"/>
              <a:ext cx="1787050" cy="636550"/>
            </a:xfrm>
            <a:custGeom>
              <a:avLst/>
              <a:gdLst/>
              <a:ahLst/>
              <a:cxnLst/>
              <a:rect l="l" t="t" r="r" b="b"/>
              <a:pathLst>
                <a:path w="71482" h="25462" extrusionOk="0">
                  <a:moveTo>
                    <a:pt x="50631" y="0"/>
                  </a:moveTo>
                  <a:cubicBezTo>
                    <a:pt x="46300" y="0"/>
                    <a:pt x="41923" y="516"/>
                    <a:pt x="37660" y="1225"/>
                  </a:cubicBezTo>
                  <a:cubicBezTo>
                    <a:pt x="25758" y="3198"/>
                    <a:pt x="13837" y="6717"/>
                    <a:pt x="4138" y="13884"/>
                  </a:cubicBezTo>
                  <a:cubicBezTo>
                    <a:pt x="2114" y="15379"/>
                    <a:pt x="1" y="17532"/>
                    <a:pt x="429" y="20014"/>
                  </a:cubicBezTo>
                  <a:cubicBezTo>
                    <a:pt x="928" y="22935"/>
                    <a:pt x="4457" y="24091"/>
                    <a:pt x="7407" y="24510"/>
                  </a:cubicBezTo>
                  <a:cubicBezTo>
                    <a:pt x="11892" y="25154"/>
                    <a:pt x="16410" y="25462"/>
                    <a:pt x="20930" y="25462"/>
                  </a:cubicBezTo>
                  <a:cubicBezTo>
                    <a:pt x="35575" y="25462"/>
                    <a:pt x="50239" y="22232"/>
                    <a:pt x="63866" y="16755"/>
                  </a:cubicBezTo>
                  <a:cubicBezTo>
                    <a:pt x="65670" y="16027"/>
                    <a:pt x="67485" y="15250"/>
                    <a:pt x="68950" y="13964"/>
                  </a:cubicBezTo>
                  <a:cubicBezTo>
                    <a:pt x="70415" y="12688"/>
                    <a:pt x="71482" y="10814"/>
                    <a:pt x="71342" y="8880"/>
                  </a:cubicBezTo>
                  <a:cubicBezTo>
                    <a:pt x="71113" y="5830"/>
                    <a:pt x="68152" y="3766"/>
                    <a:pt x="65322" y="2610"/>
                  </a:cubicBezTo>
                  <a:cubicBezTo>
                    <a:pt x="60660" y="700"/>
                    <a:pt x="55677" y="0"/>
                    <a:pt x="50631" y="0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0"/>
            <p:cNvSpPr/>
            <p:nvPr/>
          </p:nvSpPr>
          <p:spPr>
            <a:xfrm>
              <a:off x="2488075" y="1142975"/>
              <a:ext cx="2582250" cy="4189975"/>
            </a:xfrm>
            <a:custGeom>
              <a:avLst/>
              <a:gdLst/>
              <a:ahLst/>
              <a:cxnLst/>
              <a:rect l="l" t="t" r="r" b="b"/>
              <a:pathLst>
                <a:path w="103290" h="167599" extrusionOk="0">
                  <a:moveTo>
                    <a:pt x="52190" y="0"/>
                  </a:moveTo>
                  <a:cubicBezTo>
                    <a:pt x="36200" y="0"/>
                    <a:pt x="20261" y="5579"/>
                    <a:pt x="7656" y="15401"/>
                  </a:cubicBezTo>
                  <a:cubicBezTo>
                    <a:pt x="1995" y="19827"/>
                    <a:pt x="1" y="27492"/>
                    <a:pt x="2792" y="34111"/>
                  </a:cubicBezTo>
                  <a:cubicBezTo>
                    <a:pt x="16668" y="67056"/>
                    <a:pt x="23047" y="103150"/>
                    <a:pt x="21203" y="138866"/>
                  </a:cubicBezTo>
                  <a:cubicBezTo>
                    <a:pt x="20814" y="146402"/>
                    <a:pt x="20316" y="154755"/>
                    <a:pt x="25091" y="160607"/>
                  </a:cubicBezTo>
                  <a:cubicBezTo>
                    <a:pt x="29797" y="166382"/>
                    <a:pt x="37968" y="167598"/>
                    <a:pt x="45516" y="167598"/>
                  </a:cubicBezTo>
                  <a:cubicBezTo>
                    <a:pt x="45994" y="167598"/>
                    <a:pt x="46469" y="167593"/>
                    <a:pt x="46941" y="167584"/>
                  </a:cubicBezTo>
                  <a:cubicBezTo>
                    <a:pt x="59131" y="167355"/>
                    <a:pt x="71243" y="165571"/>
                    <a:pt x="82975" y="162271"/>
                  </a:cubicBezTo>
                  <a:cubicBezTo>
                    <a:pt x="88846" y="160627"/>
                    <a:pt x="95036" y="158294"/>
                    <a:pt x="98406" y="153210"/>
                  </a:cubicBezTo>
                  <a:cubicBezTo>
                    <a:pt x="101137" y="149104"/>
                    <a:pt x="101526" y="143930"/>
                    <a:pt x="101725" y="139006"/>
                  </a:cubicBezTo>
                  <a:cubicBezTo>
                    <a:pt x="103290" y="99024"/>
                    <a:pt x="97020" y="59121"/>
                    <a:pt x="83284" y="21551"/>
                  </a:cubicBezTo>
                  <a:cubicBezTo>
                    <a:pt x="81101" y="15610"/>
                    <a:pt x="78539" y="9460"/>
                    <a:pt x="73595" y="5513"/>
                  </a:cubicBezTo>
                  <a:cubicBezTo>
                    <a:pt x="69010" y="1864"/>
                    <a:pt x="62979" y="608"/>
                    <a:pt x="57138" y="180"/>
                  </a:cubicBezTo>
                  <a:cubicBezTo>
                    <a:pt x="55490" y="59"/>
                    <a:pt x="53840" y="0"/>
                    <a:pt x="52190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0"/>
            <p:cNvSpPr/>
            <p:nvPr/>
          </p:nvSpPr>
          <p:spPr>
            <a:xfrm>
              <a:off x="2913475" y="1616950"/>
              <a:ext cx="2121475" cy="3268825"/>
            </a:xfrm>
            <a:custGeom>
              <a:avLst/>
              <a:gdLst/>
              <a:ahLst/>
              <a:cxnLst/>
              <a:rect l="l" t="t" r="r" b="b"/>
              <a:pathLst>
                <a:path w="84859" h="130753" extrusionOk="0">
                  <a:moveTo>
                    <a:pt x="65281" y="1"/>
                  </a:moveTo>
                  <a:cubicBezTo>
                    <a:pt x="54655" y="28579"/>
                    <a:pt x="28659" y="48127"/>
                    <a:pt x="0" y="61903"/>
                  </a:cubicBezTo>
                  <a:cubicBezTo>
                    <a:pt x="3768" y="80992"/>
                    <a:pt x="5174" y="100469"/>
                    <a:pt x="4197" y="119897"/>
                  </a:cubicBezTo>
                  <a:cubicBezTo>
                    <a:pt x="4008" y="123446"/>
                    <a:pt x="3808" y="127184"/>
                    <a:pt x="4147" y="130753"/>
                  </a:cubicBezTo>
                  <a:cubicBezTo>
                    <a:pt x="34400" y="128460"/>
                    <a:pt x="64135" y="119399"/>
                    <a:pt x="84858" y="101187"/>
                  </a:cubicBezTo>
                  <a:cubicBezTo>
                    <a:pt x="84111" y="67605"/>
                    <a:pt x="77831" y="34142"/>
                    <a:pt x="66268" y="2592"/>
                  </a:cubicBezTo>
                  <a:cubicBezTo>
                    <a:pt x="65949" y="1725"/>
                    <a:pt x="65620" y="868"/>
                    <a:pt x="65281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0"/>
            <p:cNvSpPr/>
            <p:nvPr/>
          </p:nvSpPr>
          <p:spPr>
            <a:xfrm>
              <a:off x="3364275" y="2564725"/>
              <a:ext cx="1462850" cy="2145625"/>
            </a:xfrm>
            <a:custGeom>
              <a:avLst/>
              <a:gdLst/>
              <a:ahLst/>
              <a:cxnLst/>
              <a:rect l="l" t="t" r="r" b="b"/>
              <a:pathLst>
                <a:path w="58514" h="85825" extrusionOk="0">
                  <a:moveTo>
                    <a:pt x="45110" y="1"/>
                  </a:moveTo>
                  <a:cubicBezTo>
                    <a:pt x="44245" y="1"/>
                    <a:pt x="43584" y="827"/>
                    <a:pt x="43103" y="1573"/>
                  </a:cubicBezTo>
                  <a:cubicBezTo>
                    <a:pt x="36544" y="11621"/>
                    <a:pt x="31091" y="22357"/>
                    <a:pt x="26835" y="33581"/>
                  </a:cubicBezTo>
                  <a:lnTo>
                    <a:pt x="25768" y="18499"/>
                  </a:lnTo>
                  <a:cubicBezTo>
                    <a:pt x="23196" y="21091"/>
                    <a:pt x="22140" y="24789"/>
                    <a:pt x="21183" y="28308"/>
                  </a:cubicBezTo>
                  <a:cubicBezTo>
                    <a:pt x="19199" y="35605"/>
                    <a:pt x="17215" y="42891"/>
                    <a:pt x="15232" y="50178"/>
                  </a:cubicBezTo>
                  <a:cubicBezTo>
                    <a:pt x="12331" y="44058"/>
                    <a:pt x="9959" y="37708"/>
                    <a:pt x="8135" y="31199"/>
                  </a:cubicBezTo>
                  <a:cubicBezTo>
                    <a:pt x="6460" y="49550"/>
                    <a:pt x="4775" y="68011"/>
                    <a:pt x="1" y="85824"/>
                  </a:cubicBezTo>
                  <a:cubicBezTo>
                    <a:pt x="15820" y="81099"/>
                    <a:pt x="31081" y="74690"/>
                    <a:pt x="46302" y="68280"/>
                  </a:cubicBezTo>
                  <a:cubicBezTo>
                    <a:pt x="48744" y="67253"/>
                    <a:pt x="51276" y="66167"/>
                    <a:pt x="53031" y="64193"/>
                  </a:cubicBezTo>
                  <a:cubicBezTo>
                    <a:pt x="54715" y="62319"/>
                    <a:pt x="55513" y="59837"/>
                    <a:pt x="56270" y="57435"/>
                  </a:cubicBezTo>
                  <a:cubicBezTo>
                    <a:pt x="57397" y="53916"/>
                    <a:pt x="58513" y="50248"/>
                    <a:pt x="58015" y="46589"/>
                  </a:cubicBezTo>
                  <a:lnTo>
                    <a:pt x="58015" y="46589"/>
                  </a:lnTo>
                  <a:cubicBezTo>
                    <a:pt x="52084" y="51035"/>
                    <a:pt x="47419" y="56976"/>
                    <a:pt x="44488" y="63794"/>
                  </a:cubicBezTo>
                  <a:cubicBezTo>
                    <a:pt x="46940" y="43599"/>
                    <a:pt x="47748" y="23244"/>
                    <a:pt x="46890" y="2929"/>
                  </a:cubicBezTo>
                  <a:cubicBezTo>
                    <a:pt x="46841" y="1713"/>
                    <a:pt x="46472" y="138"/>
                    <a:pt x="45256" y="8"/>
                  </a:cubicBezTo>
                  <a:cubicBezTo>
                    <a:pt x="45206" y="3"/>
                    <a:pt x="45158" y="1"/>
                    <a:pt x="45110" y="1"/>
                  </a:cubicBez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40"/>
            <p:cNvSpPr/>
            <p:nvPr/>
          </p:nvSpPr>
          <p:spPr>
            <a:xfrm>
              <a:off x="2913475" y="1616950"/>
              <a:ext cx="1697575" cy="1688375"/>
            </a:xfrm>
            <a:custGeom>
              <a:avLst/>
              <a:gdLst/>
              <a:ahLst/>
              <a:cxnLst/>
              <a:rect l="l" t="t" r="r" b="b"/>
              <a:pathLst>
                <a:path w="67903" h="67535" extrusionOk="0">
                  <a:moveTo>
                    <a:pt x="65281" y="1"/>
                  </a:moveTo>
                  <a:cubicBezTo>
                    <a:pt x="54655" y="28579"/>
                    <a:pt x="28659" y="48127"/>
                    <a:pt x="0" y="61903"/>
                  </a:cubicBezTo>
                  <a:cubicBezTo>
                    <a:pt x="379" y="63767"/>
                    <a:pt x="698" y="65651"/>
                    <a:pt x="1017" y="67535"/>
                  </a:cubicBezTo>
                  <a:cubicBezTo>
                    <a:pt x="29217" y="54467"/>
                    <a:pt x="54625" y="34919"/>
                    <a:pt x="67903" y="7198"/>
                  </a:cubicBezTo>
                  <a:cubicBezTo>
                    <a:pt x="67365" y="5653"/>
                    <a:pt x="66826" y="4117"/>
                    <a:pt x="66268" y="2592"/>
                  </a:cubicBezTo>
                  <a:cubicBezTo>
                    <a:pt x="65949" y="1725"/>
                    <a:pt x="65620" y="868"/>
                    <a:pt x="65281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0"/>
            <p:cNvSpPr/>
            <p:nvPr/>
          </p:nvSpPr>
          <p:spPr>
            <a:xfrm>
              <a:off x="3010900" y="3849825"/>
              <a:ext cx="2024050" cy="1035950"/>
            </a:xfrm>
            <a:custGeom>
              <a:avLst/>
              <a:gdLst/>
              <a:ahLst/>
              <a:cxnLst/>
              <a:rect l="l" t="t" r="r" b="b"/>
              <a:pathLst>
                <a:path w="80962" h="41438" extrusionOk="0">
                  <a:moveTo>
                    <a:pt x="80463" y="0"/>
                  </a:moveTo>
                  <a:cubicBezTo>
                    <a:pt x="60188" y="21442"/>
                    <a:pt x="30104" y="30443"/>
                    <a:pt x="160" y="33503"/>
                  </a:cubicBezTo>
                  <a:cubicBezTo>
                    <a:pt x="51" y="36154"/>
                    <a:pt x="1" y="38836"/>
                    <a:pt x="240" y="41438"/>
                  </a:cubicBezTo>
                  <a:cubicBezTo>
                    <a:pt x="30503" y="39145"/>
                    <a:pt x="60238" y="30084"/>
                    <a:pt x="80961" y="11872"/>
                  </a:cubicBezTo>
                  <a:cubicBezTo>
                    <a:pt x="80872" y="7915"/>
                    <a:pt x="80702" y="3957"/>
                    <a:pt x="80463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40"/>
            <p:cNvSpPr/>
            <p:nvPr/>
          </p:nvSpPr>
          <p:spPr>
            <a:xfrm>
              <a:off x="2585025" y="1087775"/>
              <a:ext cx="1787050" cy="636475"/>
            </a:xfrm>
            <a:custGeom>
              <a:avLst/>
              <a:gdLst/>
              <a:ahLst/>
              <a:cxnLst/>
              <a:rect l="l" t="t" r="r" b="b"/>
              <a:pathLst>
                <a:path w="71482" h="25459" extrusionOk="0">
                  <a:moveTo>
                    <a:pt x="50607" y="0"/>
                  </a:moveTo>
                  <a:cubicBezTo>
                    <a:pt x="46281" y="0"/>
                    <a:pt x="41907" y="513"/>
                    <a:pt x="37650" y="1221"/>
                  </a:cubicBezTo>
                  <a:cubicBezTo>
                    <a:pt x="25758" y="3195"/>
                    <a:pt x="13826" y="6714"/>
                    <a:pt x="4137" y="13891"/>
                  </a:cubicBezTo>
                  <a:cubicBezTo>
                    <a:pt x="2114" y="15386"/>
                    <a:pt x="1" y="17529"/>
                    <a:pt x="419" y="20011"/>
                  </a:cubicBezTo>
                  <a:cubicBezTo>
                    <a:pt x="918" y="22942"/>
                    <a:pt x="4456" y="24088"/>
                    <a:pt x="7397" y="24507"/>
                  </a:cubicBezTo>
                  <a:cubicBezTo>
                    <a:pt x="11885" y="25151"/>
                    <a:pt x="16405" y="25459"/>
                    <a:pt x="20926" y="25459"/>
                  </a:cubicBezTo>
                  <a:cubicBezTo>
                    <a:pt x="35573" y="25459"/>
                    <a:pt x="50229" y="22231"/>
                    <a:pt x="63856" y="16762"/>
                  </a:cubicBezTo>
                  <a:cubicBezTo>
                    <a:pt x="65660" y="16034"/>
                    <a:pt x="67484" y="15247"/>
                    <a:pt x="68950" y="13971"/>
                  </a:cubicBezTo>
                  <a:cubicBezTo>
                    <a:pt x="70415" y="12685"/>
                    <a:pt x="71481" y="10811"/>
                    <a:pt x="71332" y="8877"/>
                  </a:cubicBezTo>
                  <a:cubicBezTo>
                    <a:pt x="71113" y="5827"/>
                    <a:pt x="68142" y="3773"/>
                    <a:pt x="65311" y="2607"/>
                  </a:cubicBezTo>
                  <a:cubicBezTo>
                    <a:pt x="60650" y="700"/>
                    <a:pt x="55661" y="0"/>
                    <a:pt x="50607" y="0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40"/>
            <p:cNvSpPr/>
            <p:nvPr/>
          </p:nvSpPr>
          <p:spPr>
            <a:xfrm>
              <a:off x="2774925" y="1110975"/>
              <a:ext cx="1470550" cy="523800"/>
            </a:xfrm>
            <a:custGeom>
              <a:avLst/>
              <a:gdLst/>
              <a:ahLst/>
              <a:cxnLst/>
              <a:rect l="l" t="t" r="r" b="b"/>
              <a:pathLst>
                <a:path w="58822" h="20952" extrusionOk="0">
                  <a:moveTo>
                    <a:pt x="41665" y="1"/>
                  </a:moveTo>
                  <a:cubicBezTo>
                    <a:pt x="38098" y="1"/>
                    <a:pt x="34491" y="426"/>
                    <a:pt x="30981" y="1011"/>
                  </a:cubicBezTo>
                  <a:cubicBezTo>
                    <a:pt x="21192" y="2636"/>
                    <a:pt x="11384" y="5527"/>
                    <a:pt x="3409" y="11428"/>
                  </a:cubicBezTo>
                  <a:cubicBezTo>
                    <a:pt x="1735" y="12664"/>
                    <a:pt x="0" y="14428"/>
                    <a:pt x="349" y="16472"/>
                  </a:cubicBezTo>
                  <a:cubicBezTo>
                    <a:pt x="758" y="18884"/>
                    <a:pt x="3668" y="19831"/>
                    <a:pt x="6091" y="20170"/>
                  </a:cubicBezTo>
                  <a:cubicBezTo>
                    <a:pt x="9783" y="20699"/>
                    <a:pt x="13502" y="20952"/>
                    <a:pt x="17222" y="20952"/>
                  </a:cubicBezTo>
                  <a:cubicBezTo>
                    <a:pt x="29273" y="20952"/>
                    <a:pt x="41340" y="18299"/>
                    <a:pt x="52552" y="13790"/>
                  </a:cubicBezTo>
                  <a:cubicBezTo>
                    <a:pt x="54037" y="13192"/>
                    <a:pt x="55542" y="12544"/>
                    <a:pt x="56738" y="11498"/>
                  </a:cubicBezTo>
                  <a:cubicBezTo>
                    <a:pt x="57944" y="10451"/>
                    <a:pt x="58822" y="8906"/>
                    <a:pt x="58702" y="7311"/>
                  </a:cubicBezTo>
                  <a:cubicBezTo>
                    <a:pt x="58523" y="4799"/>
                    <a:pt x="56080" y="3104"/>
                    <a:pt x="53748" y="2148"/>
                  </a:cubicBezTo>
                  <a:cubicBezTo>
                    <a:pt x="49915" y="577"/>
                    <a:pt x="45816" y="1"/>
                    <a:pt x="41665" y="1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40"/>
            <p:cNvSpPr/>
            <p:nvPr/>
          </p:nvSpPr>
          <p:spPr>
            <a:xfrm>
              <a:off x="2750250" y="1086150"/>
              <a:ext cx="1520150" cy="573700"/>
            </a:xfrm>
            <a:custGeom>
              <a:avLst/>
              <a:gdLst/>
              <a:ahLst/>
              <a:cxnLst/>
              <a:rect l="l" t="t" r="r" b="b"/>
              <a:pathLst>
                <a:path w="60806" h="22948" extrusionOk="0">
                  <a:moveTo>
                    <a:pt x="42644" y="1994"/>
                  </a:moveTo>
                  <a:cubicBezTo>
                    <a:pt x="47119" y="1994"/>
                    <a:pt x="50957" y="2662"/>
                    <a:pt x="54356" y="4058"/>
                  </a:cubicBezTo>
                  <a:cubicBezTo>
                    <a:pt x="55602" y="4566"/>
                    <a:pt x="58523" y="6011"/>
                    <a:pt x="58692" y="8384"/>
                  </a:cubicBezTo>
                  <a:cubicBezTo>
                    <a:pt x="58782" y="9520"/>
                    <a:pt x="58174" y="10776"/>
                    <a:pt x="57067" y="11743"/>
                  </a:cubicBezTo>
                  <a:cubicBezTo>
                    <a:pt x="55991" y="12690"/>
                    <a:pt x="54605" y="13288"/>
                    <a:pt x="53170" y="13866"/>
                  </a:cubicBezTo>
                  <a:cubicBezTo>
                    <a:pt x="41457" y="18571"/>
                    <a:pt x="29685" y="20954"/>
                    <a:pt x="18192" y="20954"/>
                  </a:cubicBezTo>
                  <a:cubicBezTo>
                    <a:pt x="18124" y="20954"/>
                    <a:pt x="18056" y="20954"/>
                    <a:pt x="17988" y="20954"/>
                  </a:cubicBezTo>
                  <a:cubicBezTo>
                    <a:pt x="14378" y="20954"/>
                    <a:pt x="10778" y="20695"/>
                    <a:pt x="7207" y="20186"/>
                  </a:cubicBezTo>
                  <a:cubicBezTo>
                    <a:pt x="5523" y="19947"/>
                    <a:pt x="2642" y="19249"/>
                    <a:pt x="2313" y="17305"/>
                  </a:cubicBezTo>
                  <a:cubicBezTo>
                    <a:pt x="2104" y="16059"/>
                    <a:pt x="3001" y="14694"/>
                    <a:pt x="4974" y="13228"/>
                  </a:cubicBezTo>
                  <a:cubicBezTo>
                    <a:pt x="11693" y="8254"/>
                    <a:pt x="20584" y="4905"/>
                    <a:pt x="32127" y="2991"/>
                  </a:cubicBezTo>
                  <a:cubicBezTo>
                    <a:pt x="36204" y="2303"/>
                    <a:pt x="39554" y="1994"/>
                    <a:pt x="42644" y="1994"/>
                  </a:cubicBezTo>
                  <a:close/>
                  <a:moveTo>
                    <a:pt x="42644" y="1"/>
                  </a:moveTo>
                  <a:cubicBezTo>
                    <a:pt x="39444" y="1"/>
                    <a:pt x="35995" y="320"/>
                    <a:pt x="31808" y="1017"/>
                  </a:cubicBezTo>
                  <a:cubicBezTo>
                    <a:pt x="19936" y="2991"/>
                    <a:pt x="10766" y="6460"/>
                    <a:pt x="3788" y="11623"/>
                  </a:cubicBezTo>
                  <a:cubicBezTo>
                    <a:pt x="1167" y="13567"/>
                    <a:pt x="0" y="15591"/>
                    <a:pt x="349" y="17624"/>
                  </a:cubicBezTo>
                  <a:cubicBezTo>
                    <a:pt x="758" y="20036"/>
                    <a:pt x="3031" y="21592"/>
                    <a:pt x="6928" y="22150"/>
                  </a:cubicBezTo>
                  <a:cubicBezTo>
                    <a:pt x="10656" y="22678"/>
                    <a:pt x="14424" y="22947"/>
                    <a:pt x="18192" y="22947"/>
                  </a:cubicBezTo>
                  <a:cubicBezTo>
                    <a:pt x="29944" y="22947"/>
                    <a:pt x="41966" y="20505"/>
                    <a:pt x="53908" y="15710"/>
                  </a:cubicBezTo>
                  <a:cubicBezTo>
                    <a:pt x="55453" y="15082"/>
                    <a:pt x="57067" y="14385"/>
                    <a:pt x="58383" y="13238"/>
                  </a:cubicBezTo>
                  <a:cubicBezTo>
                    <a:pt x="59948" y="11863"/>
                    <a:pt x="60805" y="9989"/>
                    <a:pt x="60686" y="8224"/>
                  </a:cubicBezTo>
                  <a:cubicBezTo>
                    <a:pt x="60437" y="4885"/>
                    <a:pt x="57087" y="3031"/>
                    <a:pt x="55114" y="2213"/>
                  </a:cubicBezTo>
                  <a:cubicBezTo>
                    <a:pt x="51465" y="728"/>
                    <a:pt x="47388" y="1"/>
                    <a:pt x="42644" y="1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40"/>
            <p:cNvSpPr/>
            <p:nvPr/>
          </p:nvSpPr>
          <p:spPr>
            <a:xfrm>
              <a:off x="3462725" y="1200550"/>
              <a:ext cx="496925" cy="283450"/>
            </a:xfrm>
            <a:custGeom>
              <a:avLst/>
              <a:gdLst/>
              <a:ahLst/>
              <a:cxnLst/>
              <a:rect l="l" t="t" r="r" b="b"/>
              <a:pathLst>
                <a:path w="19877" h="11338" extrusionOk="0">
                  <a:moveTo>
                    <a:pt x="10189" y="0"/>
                  </a:moveTo>
                  <a:cubicBezTo>
                    <a:pt x="10025" y="0"/>
                    <a:pt x="9862" y="4"/>
                    <a:pt x="9699" y="10"/>
                  </a:cubicBezTo>
                  <a:cubicBezTo>
                    <a:pt x="6320" y="130"/>
                    <a:pt x="3100" y="1385"/>
                    <a:pt x="0" y="2751"/>
                  </a:cubicBezTo>
                  <a:lnTo>
                    <a:pt x="7018" y="11334"/>
                  </a:lnTo>
                  <a:cubicBezTo>
                    <a:pt x="7174" y="11336"/>
                    <a:pt x="7330" y="11338"/>
                    <a:pt x="7487" y="11338"/>
                  </a:cubicBezTo>
                  <a:cubicBezTo>
                    <a:pt x="10330" y="11338"/>
                    <a:pt x="13168" y="10909"/>
                    <a:pt x="15889" y="10068"/>
                  </a:cubicBezTo>
                  <a:cubicBezTo>
                    <a:pt x="17374" y="9609"/>
                    <a:pt x="18989" y="8852"/>
                    <a:pt x="19478" y="7376"/>
                  </a:cubicBezTo>
                  <a:cubicBezTo>
                    <a:pt x="19876" y="6180"/>
                    <a:pt x="19388" y="4854"/>
                    <a:pt x="18650" y="3828"/>
                  </a:cubicBezTo>
                  <a:cubicBezTo>
                    <a:pt x="16762" y="1219"/>
                    <a:pt x="13412" y="0"/>
                    <a:pt x="10189" y="0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40"/>
            <p:cNvSpPr/>
            <p:nvPr/>
          </p:nvSpPr>
          <p:spPr>
            <a:xfrm>
              <a:off x="2622150" y="1117650"/>
              <a:ext cx="1028725" cy="406950"/>
            </a:xfrm>
            <a:custGeom>
              <a:avLst/>
              <a:gdLst/>
              <a:ahLst/>
              <a:cxnLst/>
              <a:rect l="l" t="t" r="r" b="b"/>
              <a:pathLst>
                <a:path w="41149" h="16278" extrusionOk="0">
                  <a:moveTo>
                    <a:pt x="12776" y="2064"/>
                  </a:moveTo>
                  <a:cubicBezTo>
                    <a:pt x="17395" y="2064"/>
                    <a:pt x="22008" y="3209"/>
                    <a:pt x="25639" y="5987"/>
                  </a:cubicBezTo>
                  <a:cubicBezTo>
                    <a:pt x="26486" y="6645"/>
                    <a:pt x="27283" y="7403"/>
                    <a:pt x="27772" y="8360"/>
                  </a:cubicBezTo>
                  <a:cubicBezTo>
                    <a:pt x="28250" y="9317"/>
                    <a:pt x="28370" y="10513"/>
                    <a:pt x="27861" y="11460"/>
                  </a:cubicBezTo>
                  <a:cubicBezTo>
                    <a:pt x="27049" y="12995"/>
                    <a:pt x="25075" y="13303"/>
                    <a:pt x="23288" y="13303"/>
                  </a:cubicBezTo>
                  <a:cubicBezTo>
                    <a:pt x="23102" y="13303"/>
                    <a:pt x="22918" y="13300"/>
                    <a:pt x="22738" y="13294"/>
                  </a:cubicBezTo>
                  <a:cubicBezTo>
                    <a:pt x="19807" y="13194"/>
                    <a:pt x="16897" y="12965"/>
                    <a:pt x="13986" y="12616"/>
                  </a:cubicBezTo>
                  <a:cubicBezTo>
                    <a:pt x="11035" y="12257"/>
                    <a:pt x="7955" y="11699"/>
                    <a:pt x="5683" y="9785"/>
                  </a:cubicBezTo>
                  <a:cubicBezTo>
                    <a:pt x="4257" y="8579"/>
                    <a:pt x="3230" y="6536"/>
                    <a:pt x="4018" y="4841"/>
                  </a:cubicBezTo>
                  <a:cubicBezTo>
                    <a:pt x="4765" y="3216"/>
                    <a:pt x="6759" y="2638"/>
                    <a:pt x="8513" y="2379"/>
                  </a:cubicBezTo>
                  <a:cubicBezTo>
                    <a:pt x="9916" y="2174"/>
                    <a:pt x="11346" y="2064"/>
                    <a:pt x="12776" y="2064"/>
                  </a:cubicBezTo>
                  <a:close/>
                  <a:moveTo>
                    <a:pt x="13378" y="0"/>
                  </a:moveTo>
                  <a:cubicBezTo>
                    <a:pt x="12144" y="0"/>
                    <a:pt x="10909" y="55"/>
                    <a:pt x="9680" y="166"/>
                  </a:cubicBezTo>
                  <a:cubicBezTo>
                    <a:pt x="5902" y="515"/>
                    <a:pt x="1486" y="2000"/>
                    <a:pt x="589" y="5688"/>
                  </a:cubicBezTo>
                  <a:cubicBezTo>
                    <a:pt x="1" y="8081"/>
                    <a:pt x="1257" y="10652"/>
                    <a:pt x="3151" y="12227"/>
                  </a:cubicBezTo>
                  <a:cubicBezTo>
                    <a:pt x="5055" y="13802"/>
                    <a:pt x="7487" y="14550"/>
                    <a:pt x="9899" y="15078"/>
                  </a:cubicBezTo>
                  <a:cubicBezTo>
                    <a:pt x="13875" y="15942"/>
                    <a:pt x="17907" y="16277"/>
                    <a:pt x="21962" y="16277"/>
                  </a:cubicBezTo>
                  <a:cubicBezTo>
                    <a:pt x="28348" y="16277"/>
                    <a:pt x="34790" y="15445"/>
                    <a:pt x="41149" y="14530"/>
                  </a:cubicBezTo>
                  <a:cubicBezTo>
                    <a:pt x="37710" y="10932"/>
                    <a:pt x="34291" y="7323"/>
                    <a:pt x="30822" y="3755"/>
                  </a:cubicBezTo>
                  <a:cubicBezTo>
                    <a:pt x="25359" y="1292"/>
                    <a:pt x="19368" y="0"/>
                    <a:pt x="13378" y="0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40"/>
            <p:cNvSpPr/>
            <p:nvPr/>
          </p:nvSpPr>
          <p:spPr>
            <a:xfrm>
              <a:off x="2610200" y="1105350"/>
              <a:ext cx="1066350" cy="431875"/>
            </a:xfrm>
            <a:custGeom>
              <a:avLst/>
              <a:gdLst/>
              <a:ahLst/>
              <a:cxnLst/>
              <a:rect l="l" t="t" r="r" b="b"/>
              <a:pathLst>
                <a:path w="42654" h="17275" extrusionOk="0">
                  <a:moveTo>
                    <a:pt x="13258" y="3070"/>
                  </a:moveTo>
                  <a:cubicBezTo>
                    <a:pt x="18212" y="3070"/>
                    <a:pt x="22548" y="4386"/>
                    <a:pt x="25808" y="6898"/>
                  </a:cubicBezTo>
                  <a:cubicBezTo>
                    <a:pt x="26426" y="7367"/>
                    <a:pt x="27313" y="8114"/>
                    <a:pt x="27801" y="9091"/>
                  </a:cubicBezTo>
                  <a:cubicBezTo>
                    <a:pt x="28250" y="9988"/>
                    <a:pt x="28290" y="10995"/>
                    <a:pt x="27901" y="11723"/>
                  </a:cubicBezTo>
                  <a:cubicBezTo>
                    <a:pt x="27333" y="12789"/>
                    <a:pt x="25987" y="13298"/>
                    <a:pt x="23784" y="13298"/>
                  </a:cubicBezTo>
                  <a:cubicBezTo>
                    <a:pt x="23595" y="13298"/>
                    <a:pt x="23415" y="13288"/>
                    <a:pt x="23236" y="13288"/>
                  </a:cubicBezTo>
                  <a:cubicBezTo>
                    <a:pt x="20325" y="13198"/>
                    <a:pt x="17395" y="12969"/>
                    <a:pt x="14524" y="12620"/>
                  </a:cubicBezTo>
                  <a:cubicBezTo>
                    <a:pt x="11793" y="12291"/>
                    <a:pt x="8702" y="11782"/>
                    <a:pt x="6480" y="9908"/>
                  </a:cubicBezTo>
                  <a:cubicBezTo>
                    <a:pt x="5253" y="8872"/>
                    <a:pt x="4247" y="7058"/>
                    <a:pt x="4944" y="5542"/>
                  </a:cubicBezTo>
                  <a:cubicBezTo>
                    <a:pt x="5463" y="4416"/>
                    <a:pt x="6818" y="3698"/>
                    <a:pt x="9071" y="3369"/>
                  </a:cubicBezTo>
                  <a:cubicBezTo>
                    <a:pt x="10457" y="3170"/>
                    <a:pt x="11852" y="3070"/>
                    <a:pt x="13258" y="3070"/>
                  </a:cubicBezTo>
                  <a:close/>
                  <a:moveTo>
                    <a:pt x="13258" y="2073"/>
                  </a:moveTo>
                  <a:cubicBezTo>
                    <a:pt x="11802" y="2073"/>
                    <a:pt x="10357" y="2173"/>
                    <a:pt x="8922" y="2382"/>
                  </a:cubicBezTo>
                  <a:cubicBezTo>
                    <a:pt x="6310" y="2761"/>
                    <a:pt x="4715" y="3658"/>
                    <a:pt x="4037" y="5124"/>
                  </a:cubicBezTo>
                  <a:cubicBezTo>
                    <a:pt x="3130" y="7107"/>
                    <a:pt x="4336" y="9390"/>
                    <a:pt x="5842" y="10666"/>
                  </a:cubicBezTo>
                  <a:cubicBezTo>
                    <a:pt x="8274" y="12719"/>
                    <a:pt x="11533" y="13258"/>
                    <a:pt x="14404" y="13607"/>
                  </a:cubicBezTo>
                  <a:cubicBezTo>
                    <a:pt x="17305" y="13955"/>
                    <a:pt x="20265" y="14185"/>
                    <a:pt x="23196" y="14284"/>
                  </a:cubicBezTo>
                  <a:cubicBezTo>
                    <a:pt x="23395" y="14294"/>
                    <a:pt x="23585" y="14294"/>
                    <a:pt x="23784" y="14294"/>
                  </a:cubicBezTo>
                  <a:cubicBezTo>
                    <a:pt x="26386" y="14294"/>
                    <a:pt x="28021" y="13607"/>
                    <a:pt x="28778" y="12191"/>
                  </a:cubicBezTo>
                  <a:cubicBezTo>
                    <a:pt x="29326" y="11164"/>
                    <a:pt x="29296" y="9839"/>
                    <a:pt x="28688" y="8642"/>
                  </a:cubicBezTo>
                  <a:cubicBezTo>
                    <a:pt x="28110" y="7486"/>
                    <a:pt x="27113" y="6639"/>
                    <a:pt x="26416" y="6101"/>
                  </a:cubicBezTo>
                  <a:cubicBezTo>
                    <a:pt x="22987" y="3469"/>
                    <a:pt x="18431" y="2073"/>
                    <a:pt x="13258" y="2073"/>
                  </a:cubicBezTo>
                  <a:close/>
                  <a:moveTo>
                    <a:pt x="13886" y="987"/>
                  </a:moveTo>
                  <a:cubicBezTo>
                    <a:pt x="19787" y="1007"/>
                    <a:pt x="25628" y="2253"/>
                    <a:pt x="31021" y="4655"/>
                  </a:cubicBezTo>
                  <a:cubicBezTo>
                    <a:pt x="33533" y="7247"/>
                    <a:pt x="36025" y="9859"/>
                    <a:pt x="38517" y="12480"/>
                  </a:cubicBezTo>
                  <a:lnTo>
                    <a:pt x="40610" y="14663"/>
                  </a:lnTo>
                  <a:cubicBezTo>
                    <a:pt x="34759" y="15501"/>
                    <a:pt x="28579" y="16278"/>
                    <a:pt x="22458" y="16278"/>
                  </a:cubicBezTo>
                  <a:cubicBezTo>
                    <a:pt x="18092" y="16278"/>
                    <a:pt x="14175" y="15889"/>
                    <a:pt x="10497" y="15082"/>
                  </a:cubicBezTo>
                  <a:cubicBezTo>
                    <a:pt x="8324" y="14613"/>
                    <a:pt x="5862" y="13916"/>
                    <a:pt x="3948" y="12341"/>
                  </a:cubicBezTo>
                  <a:cubicBezTo>
                    <a:pt x="2343" y="11005"/>
                    <a:pt x="977" y="8632"/>
                    <a:pt x="1545" y="6310"/>
                  </a:cubicBezTo>
                  <a:cubicBezTo>
                    <a:pt x="2552" y="2173"/>
                    <a:pt x="8433" y="1326"/>
                    <a:pt x="10208" y="1156"/>
                  </a:cubicBezTo>
                  <a:cubicBezTo>
                    <a:pt x="11424" y="1047"/>
                    <a:pt x="12660" y="987"/>
                    <a:pt x="13886" y="987"/>
                  </a:cubicBezTo>
                  <a:close/>
                  <a:moveTo>
                    <a:pt x="13840" y="1"/>
                  </a:moveTo>
                  <a:cubicBezTo>
                    <a:pt x="12593" y="1"/>
                    <a:pt x="11350" y="57"/>
                    <a:pt x="10118" y="170"/>
                  </a:cubicBezTo>
                  <a:cubicBezTo>
                    <a:pt x="7626" y="399"/>
                    <a:pt x="1715" y="1426"/>
                    <a:pt x="588" y="6071"/>
                  </a:cubicBezTo>
                  <a:cubicBezTo>
                    <a:pt x="0" y="8473"/>
                    <a:pt x="1077" y="11234"/>
                    <a:pt x="3320" y="13098"/>
                  </a:cubicBezTo>
                  <a:cubicBezTo>
                    <a:pt x="5403" y="14833"/>
                    <a:pt x="8134" y="15590"/>
                    <a:pt x="10287" y="16059"/>
                  </a:cubicBezTo>
                  <a:cubicBezTo>
                    <a:pt x="14035" y="16876"/>
                    <a:pt x="18013" y="17275"/>
                    <a:pt x="22458" y="17275"/>
                  </a:cubicBezTo>
                  <a:cubicBezTo>
                    <a:pt x="28977" y="17275"/>
                    <a:pt x="35536" y="16398"/>
                    <a:pt x="41697" y="15510"/>
                  </a:cubicBezTo>
                  <a:lnTo>
                    <a:pt x="42654" y="15381"/>
                  </a:lnTo>
                  <a:lnTo>
                    <a:pt x="39235" y="11792"/>
                  </a:lnTo>
                  <a:cubicBezTo>
                    <a:pt x="36723" y="9151"/>
                    <a:pt x="34201" y="6519"/>
                    <a:pt x="31659" y="3898"/>
                  </a:cubicBezTo>
                  <a:lnTo>
                    <a:pt x="31509" y="3788"/>
                  </a:lnTo>
                  <a:cubicBezTo>
                    <a:pt x="25969" y="1303"/>
                    <a:pt x="19855" y="1"/>
                    <a:pt x="13840" y="1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40"/>
            <p:cNvSpPr/>
            <p:nvPr/>
          </p:nvSpPr>
          <p:spPr>
            <a:xfrm>
              <a:off x="2978025" y="1977125"/>
              <a:ext cx="525575" cy="628800"/>
            </a:xfrm>
            <a:custGeom>
              <a:avLst/>
              <a:gdLst/>
              <a:ahLst/>
              <a:cxnLst/>
              <a:rect l="l" t="t" r="r" b="b"/>
              <a:pathLst>
                <a:path w="21023" h="25152" extrusionOk="0">
                  <a:moveTo>
                    <a:pt x="13207" y="1"/>
                  </a:moveTo>
                  <a:cubicBezTo>
                    <a:pt x="11950" y="1"/>
                    <a:pt x="10685" y="258"/>
                    <a:pt x="9550" y="765"/>
                  </a:cubicBezTo>
                  <a:cubicBezTo>
                    <a:pt x="6170" y="2280"/>
                    <a:pt x="3838" y="5520"/>
                    <a:pt x="2363" y="8919"/>
                  </a:cubicBezTo>
                  <a:cubicBezTo>
                    <a:pt x="1057" y="11929"/>
                    <a:pt x="289" y="15139"/>
                    <a:pt x="100" y="18409"/>
                  </a:cubicBezTo>
                  <a:cubicBezTo>
                    <a:pt x="0" y="20193"/>
                    <a:pt x="120" y="22127"/>
                    <a:pt x="1266" y="23492"/>
                  </a:cubicBezTo>
                  <a:cubicBezTo>
                    <a:pt x="2212" y="24619"/>
                    <a:pt x="3716" y="25152"/>
                    <a:pt x="5196" y="25152"/>
                  </a:cubicBezTo>
                  <a:cubicBezTo>
                    <a:pt x="5275" y="25152"/>
                    <a:pt x="5354" y="25150"/>
                    <a:pt x="5433" y="25147"/>
                  </a:cubicBezTo>
                  <a:cubicBezTo>
                    <a:pt x="6988" y="25087"/>
                    <a:pt x="8463" y="24489"/>
                    <a:pt x="9829" y="23762"/>
                  </a:cubicBezTo>
                  <a:cubicBezTo>
                    <a:pt x="14753" y="21090"/>
                    <a:pt x="18421" y="16575"/>
                    <a:pt x="20036" y="11202"/>
                  </a:cubicBezTo>
                  <a:cubicBezTo>
                    <a:pt x="20833" y="8520"/>
                    <a:pt x="21023" y="5430"/>
                    <a:pt x="19498" y="3088"/>
                  </a:cubicBezTo>
                  <a:cubicBezTo>
                    <a:pt x="18159" y="1013"/>
                    <a:pt x="15700" y="1"/>
                    <a:pt x="13207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40"/>
            <p:cNvSpPr/>
            <p:nvPr/>
          </p:nvSpPr>
          <p:spPr>
            <a:xfrm>
              <a:off x="3170400" y="3160525"/>
              <a:ext cx="1793025" cy="1301350"/>
            </a:xfrm>
            <a:custGeom>
              <a:avLst/>
              <a:gdLst/>
              <a:ahLst/>
              <a:cxnLst/>
              <a:rect l="l" t="t" r="r" b="b"/>
              <a:pathLst>
                <a:path w="71721" h="52054" extrusionOk="0">
                  <a:moveTo>
                    <a:pt x="67434" y="0"/>
                  </a:moveTo>
                  <a:cubicBezTo>
                    <a:pt x="48176" y="17165"/>
                    <a:pt x="25140" y="29645"/>
                    <a:pt x="1266" y="39404"/>
                  </a:cubicBezTo>
                  <a:cubicBezTo>
                    <a:pt x="838" y="43621"/>
                    <a:pt x="419" y="47837"/>
                    <a:pt x="0" y="52054"/>
                  </a:cubicBezTo>
                  <a:cubicBezTo>
                    <a:pt x="25469" y="43571"/>
                    <a:pt x="51685" y="34659"/>
                    <a:pt x="71721" y="16807"/>
                  </a:cubicBezTo>
                  <a:cubicBezTo>
                    <a:pt x="70285" y="11204"/>
                    <a:pt x="68860" y="5602"/>
                    <a:pt x="67434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40"/>
            <p:cNvSpPr/>
            <p:nvPr/>
          </p:nvSpPr>
          <p:spPr>
            <a:xfrm>
              <a:off x="2909975" y="2782225"/>
              <a:ext cx="148800" cy="1441925"/>
            </a:xfrm>
            <a:custGeom>
              <a:avLst/>
              <a:gdLst/>
              <a:ahLst/>
              <a:cxnLst/>
              <a:rect l="l" t="t" r="r" b="b"/>
              <a:pathLst>
                <a:path w="5952" h="57677" extrusionOk="0">
                  <a:moveTo>
                    <a:pt x="978" y="1"/>
                  </a:moveTo>
                  <a:lnTo>
                    <a:pt x="1" y="180"/>
                  </a:lnTo>
                  <a:cubicBezTo>
                    <a:pt x="3420" y="19139"/>
                    <a:pt x="4955" y="38398"/>
                    <a:pt x="4596" y="57656"/>
                  </a:cubicBezTo>
                  <a:lnTo>
                    <a:pt x="5593" y="57676"/>
                  </a:lnTo>
                  <a:cubicBezTo>
                    <a:pt x="5952" y="38348"/>
                    <a:pt x="4407" y="19030"/>
                    <a:pt x="978" y="1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40"/>
            <p:cNvSpPr/>
            <p:nvPr/>
          </p:nvSpPr>
          <p:spPr>
            <a:xfrm>
              <a:off x="4363075" y="1444000"/>
              <a:ext cx="95725" cy="119650"/>
            </a:xfrm>
            <a:custGeom>
              <a:avLst/>
              <a:gdLst/>
              <a:ahLst/>
              <a:cxnLst/>
              <a:rect l="l" t="t" r="r" b="b"/>
              <a:pathLst>
                <a:path w="3829" h="4786" extrusionOk="0">
                  <a:moveTo>
                    <a:pt x="3021" y="1"/>
                  </a:moveTo>
                  <a:lnTo>
                    <a:pt x="1" y="4207"/>
                  </a:lnTo>
                  <a:lnTo>
                    <a:pt x="808" y="4785"/>
                  </a:lnTo>
                  <a:lnTo>
                    <a:pt x="3828" y="579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40"/>
            <p:cNvSpPr/>
            <p:nvPr/>
          </p:nvSpPr>
          <p:spPr>
            <a:xfrm>
              <a:off x="2549400" y="1591775"/>
              <a:ext cx="1758875" cy="338950"/>
            </a:xfrm>
            <a:custGeom>
              <a:avLst/>
              <a:gdLst/>
              <a:ahLst/>
              <a:cxnLst/>
              <a:rect l="l" t="t" r="r" b="b"/>
              <a:pathLst>
                <a:path w="70355" h="13558" extrusionOk="0">
                  <a:moveTo>
                    <a:pt x="69886" y="1"/>
                  </a:moveTo>
                  <a:cubicBezTo>
                    <a:pt x="54206" y="8282"/>
                    <a:pt x="36635" y="12560"/>
                    <a:pt x="18994" y="12560"/>
                  </a:cubicBezTo>
                  <a:cubicBezTo>
                    <a:pt x="12704" y="12560"/>
                    <a:pt x="6405" y="12016"/>
                    <a:pt x="180" y="10916"/>
                  </a:cubicBezTo>
                  <a:lnTo>
                    <a:pt x="0" y="11893"/>
                  </a:lnTo>
                  <a:cubicBezTo>
                    <a:pt x="6270" y="12999"/>
                    <a:pt x="12620" y="13558"/>
                    <a:pt x="18989" y="13558"/>
                  </a:cubicBezTo>
                  <a:cubicBezTo>
                    <a:pt x="36792" y="13558"/>
                    <a:pt x="54535" y="9241"/>
                    <a:pt x="70355" y="878"/>
                  </a:cubicBezTo>
                  <a:lnTo>
                    <a:pt x="69886" y="1"/>
                  </a:ln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40"/>
            <p:cNvSpPr/>
            <p:nvPr/>
          </p:nvSpPr>
          <p:spPr>
            <a:xfrm>
              <a:off x="3150225" y="4932600"/>
              <a:ext cx="1630800" cy="262925"/>
            </a:xfrm>
            <a:custGeom>
              <a:avLst/>
              <a:gdLst/>
              <a:ahLst/>
              <a:cxnLst/>
              <a:rect l="l" t="t" r="r" b="b"/>
              <a:pathLst>
                <a:path w="65232" h="10517" extrusionOk="0">
                  <a:moveTo>
                    <a:pt x="64852" y="1"/>
                  </a:moveTo>
                  <a:cubicBezTo>
                    <a:pt x="49691" y="6306"/>
                    <a:pt x="33488" y="9520"/>
                    <a:pt x="17183" y="9520"/>
                  </a:cubicBezTo>
                  <a:cubicBezTo>
                    <a:pt x="11501" y="9520"/>
                    <a:pt x="5807" y="9130"/>
                    <a:pt x="140" y="8344"/>
                  </a:cubicBezTo>
                  <a:lnTo>
                    <a:pt x="0" y="9331"/>
                  </a:lnTo>
                  <a:cubicBezTo>
                    <a:pt x="5702" y="10118"/>
                    <a:pt x="11443" y="10517"/>
                    <a:pt x="17195" y="10517"/>
                  </a:cubicBezTo>
                  <a:cubicBezTo>
                    <a:pt x="33682" y="10517"/>
                    <a:pt x="50010" y="7247"/>
                    <a:pt x="65231" y="918"/>
                  </a:cubicBezTo>
                  <a:lnTo>
                    <a:pt x="64852" y="1"/>
                  </a:ln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40"/>
            <p:cNvSpPr/>
            <p:nvPr/>
          </p:nvSpPr>
          <p:spPr>
            <a:xfrm>
              <a:off x="3711175" y="447525"/>
              <a:ext cx="1378100" cy="920500"/>
            </a:xfrm>
            <a:custGeom>
              <a:avLst/>
              <a:gdLst/>
              <a:ahLst/>
              <a:cxnLst/>
              <a:rect l="l" t="t" r="r" b="b"/>
              <a:pathLst>
                <a:path w="55124" h="36820" extrusionOk="0">
                  <a:moveTo>
                    <a:pt x="46370" y="1"/>
                  </a:moveTo>
                  <a:cubicBezTo>
                    <a:pt x="43558" y="1"/>
                    <a:pt x="40708" y="528"/>
                    <a:pt x="37988" y="1273"/>
                  </a:cubicBezTo>
                  <a:cubicBezTo>
                    <a:pt x="33293" y="2569"/>
                    <a:pt x="28788" y="4513"/>
                    <a:pt x="24033" y="5559"/>
                  </a:cubicBezTo>
                  <a:cubicBezTo>
                    <a:pt x="23795" y="5613"/>
                    <a:pt x="23543" y="5659"/>
                    <a:pt x="23301" y="5659"/>
                  </a:cubicBezTo>
                  <a:cubicBezTo>
                    <a:pt x="23046" y="5659"/>
                    <a:pt x="22802" y="5608"/>
                    <a:pt x="22598" y="5460"/>
                  </a:cubicBezTo>
                  <a:cubicBezTo>
                    <a:pt x="21940" y="4991"/>
                    <a:pt x="22179" y="3965"/>
                    <a:pt x="21920" y="3197"/>
                  </a:cubicBezTo>
                  <a:cubicBezTo>
                    <a:pt x="21630" y="2366"/>
                    <a:pt x="20729" y="1938"/>
                    <a:pt x="19835" y="1938"/>
                  </a:cubicBezTo>
                  <a:cubicBezTo>
                    <a:pt x="19560" y="1938"/>
                    <a:pt x="19285" y="1978"/>
                    <a:pt x="19029" y="2061"/>
                  </a:cubicBezTo>
                  <a:cubicBezTo>
                    <a:pt x="17933" y="2419"/>
                    <a:pt x="17115" y="3307"/>
                    <a:pt x="16358" y="4164"/>
                  </a:cubicBezTo>
                  <a:cubicBezTo>
                    <a:pt x="12231" y="8809"/>
                    <a:pt x="8353" y="13703"/>
                    <a:pt x="5363" y="19146"/>
                  </a:cubicBezTo>
                  <a:cubicBezTo>
                    <a:pt x="2383" y="24589"/>
                    <a:pt x="309" y="30619"/>
                    <a:pt x="0" y="36819"/>
                  </a:cubicBezTo>
                  <a:cubicBezTo>
                    <a:pt x="5253" y="33580"/>
                    <a:pt x="11593" y="32633"/>
                    <a:pt x="17763" y="32314"/>
                  </a:cubicBezTo>
                  <a:cubicBezTo>
                    <a:pt x="23933" y="31995"/>
                    <a:pt x="30164" y="32224"/>
                    <a:pt x="36234" y="31068"/>
                  </a:cubicBezTo>
                  <a:cubicBezTo>
                    <a:pt x="37650" y="30799"/>
                    <a:pt x="39304" y="30191"/>
                    <a:pt x="39553" y="28775"/>
                  </a:cubicBezTo>
                  <a:cubicBezTo>
                    <a:pt x="39723" y="27798"/>
                    <a:pt x="39075" y="26821"/>
                    <a:pt x="38218" y="26313"/>
                  </a:cubicBezTo>
                  <a:cubicBezTo>
                    <a:pt x="37350" y="25805"/>
                    <a:pt x="36344" y="25665"/>
                    <a:pt x="35357" y="25526"/>
                  </a:cubicBezTo>
                  <a:lnTo>
                    <a:pt x="25528" y="24180"/>
                  </a:lnTo>
                  <a:cubicBezTo>
                    <a:pt x="25399" y="20930"/>
                    <a:pt x="28290" y="18418"/>
                    <a:pt x="31011" y="16624"/>
                  </a:cubicBezTo>
                  <a:cubicBezTo>
                    <a:pt x="37420" y="12378"/>
                    <a:pt x="44378" y="9028"/>
                    <a:pt x="51685" y="6656"/>
                  </a:cubicBezTo>
                  <a:cubicBezTo>
                    <a:pt x="53240" y="6148"/>
                    <a:pt x="55124" y="5280"/>
                    <a:pt x="55094" y="3656"/>
                  </a:cubicBezTo>
                  <a:cubicBezTo>
                    <a:pt x="55074" y="2290"/>
                    <a:pt x="53658" y="1403"/>
                    <a:pt x="52372" y="954"/>
                  </a:cubicBezTo>
                  <a:cubicBezTo>
                    <a:pt x="50435" y="279"/>
                    <a:pt x="48413" y="1"/>
                    <a:pt x="46370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40"/>
            <p:cNvSpPr/>
            <p:nvPr/>
          </p:nvSpPr>
          <p:spPr>
            <a:xfrm>
              <a:off x="3579850" y="469650"/>
              <a:ext cx="271900" cy="448575"/>
            </a:xfrm>
            <a:custGeom>
              <a:avLst/>
              <a:gdLst/>
              <a:ahLst/>
              <a:cxnLst/>
              <a:rect l="l" t="t" r="r" b="b"/>
              <a:pathLst>
                <a:path w="10876" h="17943" extrusionOk="0">
                  <a:moveTo>
                    <a:pt x="6799" y="0"/>
                  </a:moveTo>
                  <a:cubicBezTo>
                    <a:pt x="5979" y="0"/>
                    <a:pt x="5144" y="309"/>
                    <a:pt x="4476" y="797"/>
                  </a:cubicBezTo>
                  <a:cubicBezTo>
                    <a:pt x="3479" y="1534"/>
                    <a:pt x="2801" y="2621"/>
                    <a:pt x="2263" y="3737"/>
                  </a:cubicBezTo>
                  <a:cubicBezTo>
                    <a:pt x="159" y="8203"/>
                    <a:pt x="0" y="13347"/>
                    <a:pt x="1814" y="17942"/>
                  </a:cubicBezTo>
                  <a:cubicBezTo>
                    <a:pt x="3698" y="15600"/>
                    <a:pt x="6061" y="13666"/>
                    <a:pt x="7855" y="11253"/>
                  </a:cubicBezTo>
                  <a:cubicBezTo>
                    <a:pt x="9649" y="8851"/>
                    <a:pt x="10875" y="5721"/>
                    <a:pt x="10018" y="2840"/>
                  </a:cubicBezTo>
                  <a:cubicBezTo>
                    <a:pt x="9699" y="1754"/>
                    <a:pt x="9021" y="697"/>
                    <a:pt x="7974" y="239"/>
                  </a:cubicBezTo>
                  <a:cubicBezTo>
                    <a:pt x="7600" y="75"/>
                    <a:pt x="7201" y="0"/>
                    <a:pt x="679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40"/>
            <p:cNvSpPr/>
            <p:nvPr/>
          </p:nvSpPr>
          <p:spPr>
            <a:xfrm>
              <a:off x="4572150" y="238075"/>
              <a:ext cx="300575" cy="170775"/>
            </a:xfrm>
            <a:custGeom>
              <a:avLst/>
              <a:gdLst/>
              <a:ahLst/>
              <a:cxnLst/>
              <a:rect l="l" t="t" r="r" b="b"/>
              <a:pathLst>
                <a:path w="12023" h="6831" extrusionOk="0">
                  <a:moveTo>
                    <a:pt x="9501" y="0"/>
                  </a:moveTo>
                  <a:cubicBezTo>
                    <a:pt x="9457" y="0"/>
                    <a:pt x="9414" y="1"/>
                    <a:pt x="9371" y="2"/>
                  </a:cubicBezTo>
                  <a:cubicBezTo>
                    <a:pt x="5254" y="82"/>
                    <a:pt x="1337" y="2933"/>
                    <a:pt x="1" y="6830"/>
                  </a:cubicBezTo>
                  <a:cubicBezTo>
                    <a:pt x="3898" y="6651"/>
                    <a:pt x="8224" y="6272"/>
                    <a:pt x="10866" y="3411"/>
                  </a:cubicBezTo>
                  <a:cubicBezTo>
                    <a:pt x="11514" y="2713"/>
                    <a:pt x="12022" y="1677"/>
                    <a:pt x="11544" y="859"/>
                  </a:cubicBezTo>
                  <a:cubicBezTo>
                    <a:pt x="11157" y="179"/>
                    <a:pt x="10286" y="0"/>
                    <a:pt x="950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/>
          <p:nvPr/>
        </p:nvSpPr>
        <p:spPr>
          <a:xfrm flipH="1">
            <a:off x="5459178" y="1499850"/>
            <a:ext cx="3333922" cy="3366364"/>
          </a:xfrm>
          <a:custGeom>
            <a:avLst/>
            <a:gdLst/>
            <a:ahLst/>
            <a:cxnLst/>
            <a:rect l="l" t="t" r="r" b="b"/>
            <a:pathLst>
              <a:path w="197595" h="188724" extrusionOk="0">
                <a:moveTo>
                  <a:pt x="71503" y="0"/>
                </a:moveTo>
                <a:cubicBezTo>
                  <a:pt x="58319" y="0"/>
                  <a:pt x="44778" y="4863"/>
                  <a:pt x="34638" y="13044"/>
                </a:cubicBezTo>
                <a:cubicBezTo>
                  <a:pt x="18035" y="26436"/>
                  <a:pt x="9405" y="46860"/>
                  <a:pt x="5819" y="67220"/>
                </a:cubicBezTo>
                <a:cubicBezTo>
                  <a:pt x="0" y="100277"/>
                  <a:pt x="5935" y="134058"/>
                  <a:pt x="11862" y="167096"/>
                </a:cubicBezTo>
                <a:lnTo>
                  <a:pt x="12765" y="188723"/>
                </a:lnTo>
                <a:lnTo>
                  <a:pt x="193238" y="188325"/>
                </a:lnTo>
                <a:cubicBezTo>
                  <a:pt x="197594" y="180330"/>
                  <a:pt x="192652" y="169148"/>
                  <a:pt x="183575" y="166464"/>
                </a:cubicBezTo>
                <a:cubicBezTo>
                  <a:pt x="181700" y="165910"/>
                  <a:pt x="179644" y="165641"/>
                  <a:pt x="178121" y="164464"/>
                </a:cubicBezTo>
                <a:cubicBezTo>
                  <a:pt x="175896" y="162746"/>
                  <a:pt x="175540" y="159574"/>
                  <a:pt x="176313" y="156957"/>
                </a:cubicBezTo>
                <a:cubicBezTo>
                  <a:pt x="177087" y="154338"/>
                  <a:pt x="178759" y="152056"/>
                  <a:pt x="180038" y="149621"/>
                </a:cubicBezTo>
                <a:cubicBezTo>
                  <a:pt x="184402" y="141304"/>
                  <a:pt x="183885" y="130871"/>
                  <a:pt x="178720" y="122976"/>
                </a:cubicBezTo>
                <a:cubicBezTo>
                  <a:pt x="173552" y="115081"/>
                  <a:pt x="163910" y="109993"/>
                  <a:pt x="154094" y="109978"/>
                </a:cubicBezTo>
                <a:cubicBezTo>
                  <a:pt x="154081" y="109978"/>
                  <a:pt x="154069" y="109978"/>
                  <a:pt x="154056" y="109978"/>
                </a:cubicBezTo>
                <a:cubicBezTo>
                  <a:pt x="151328" y="109978"/>
                  <a:pt x="148480" y="110312"/>
                  <a:pt x="145732" y="110312"/>
                </a:cubicBezTo>
                <a:cubicBezTo>
                  <a:pt x="142946" y="110312"/>
                  <a:pt x="140264" y="109969"/>
                  <a:pt x="137918" y="108587"/>
                </a:cubicBezTo>
                <a:cubicBezTo>
                  <a:pt x="133322" y="105878"/>
                  <a:pt x="131914" y="100273"/>
                  <a:pt x="130905" y="95241"/>
                </a:cubicBezTo>
                <a:cubicBezTo>
                  <a:pt x="128696" y="84220"/>
                  <a:pt x="126488" y="73200"/>
                  <a:pt x="124282" y="62181"/>
                </a:cubicBezTo>
                <a:cubicBezTo>
                  <a:pt x="122180" y="51690"/>
                  <a:pt x="120050" y="41113"/>
                  <a:pt x="115757" y="31237"/>
                </a:cubicBezTo>
                <a:cubicBezTo>
                  <a:pt x="111463" y="21360"/>
                  <a:pt x="104794" y="12108"/>
                  <a:pt x="95303" y="6325"/>
                </a:cubicBezTo>
                <a:cubicBezTo>
                  <a:pt x="88163" y="1975"/>
                  <a:pt x="79906" y="0"/>
                  <a:pt x="71503" y="0"/>
                </a:cubicBez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43"/>
          <p:cNvSpPr/>
          <p:nvPr/>
        </p:nvSpPr>
        <p:spPr>
          <a:xfrm rot="-5090153" flipH="1">
            <a:off x="2036030" y="570923"/>
            <a:ext cx="1796492" cy="4297805"/>
          </a:xfrm>
          <a:prstGeom prst="parallelogram">
            <a:avLst>
              <a:gd name="adj" fmla="val 22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43"/>
          <p:cNvSpPr txBox="1">
            <a:spLocks noGrp="1"/>
          </p:cNvSpPr>
          <p:nvPr>
            <p:ph type="title"/>
          </p:nvPr>
        </p:nvSpPr>
        <p:spPr>
          <a:xfrm>
            <a:off x="1024100" y="2276400"/>
            <a:ext cx="3807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Toolstack overview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857" name="Google Shape;857;p43"/>
          <p:cNvSpPr txBox="1">
            <a:spLocks noGrp="1"/>
          </p:cNvSpPr>
          <p:nvPr>
            <p:ph type="title" idx="2"/>
          </p:nvPr>
        </p:nvSpPr>
        <p:spPr>
          <a:xfrm>
            <a:off x="1140200" y="1011848"/>
            <a:ext cx="20997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grpSp>
        <p:nvGrpSpPr>
          <p:cNvPr id="859" name="Google Shape;859;p43"/>
          <p:cNvGrpSpPr/>
          <p:nvPr/>
        </p:nvGrpSpPr>
        <p:grpSpPr>
          <a:xfrm>
            <a:off x="5430181" y="1242828"/>
            <a:ext cx="3916439" cy="3429884"/>
            <a:chOff x="3446500" y="2967350"/>
            <a:chExt cx="2864150" cy="2508325"/>
          </a:xfrm>
        </p:grpSpPr>
        <p:sp>
          <p:nvSpPr>
            <p:cNvPr id="860" name="Google Shape;860;p43"/>
            <p:cNvSpPr/>
            <p:nvPr/>
          </p:nvSpPr>
          <p:spPr>
            <a:xfrm>
              <a:off x="3850400" y="4694275"/>
              <a:ext cx="47250" cy="599525"/>
            </a:xfrm>
            <a:custGeom>
              <a:avLst/>
              <a:gdLst/>
              <a:ahLst/>
              <a:cxnLst/>
              <a:rect l="l" t="t" r="r" b="b"/>
              <a:pathLst>
                <a:path w="1890" h="23981" extrusionOk="0">
                  <a:moveTo>
                    <a:pt x="1" y="0"/>
                  </a:moveTo>
                  <a:lnTo>
                    <a:pt x="1" y="23981"/>
                  </a:lnTo>
                  <a:lnTo>
                    <a:pt x="1889" y="23981"/>
                  </a:lnTo>
                  <a:lnTo>
                    <a:pt x="1889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3"/>
            <p:cNvSpPr/>
            <p:nvPr/>
          </p:nvSpPr>
          <p:spPr>
            <a:xfrm>
              <a:off x="3606250" y="5217625"/>
              <a:ext cx="294525" cy="94025"/>
            </a:xfrm>
            <a:custGeom>
              <a:avLst/>
              <a:gdLst/>
              <a:ahLst/>
              <a:cxnLst/>
              <a:rect l="l" t="t" r="r" b="b"/>
              <a:pathLst>
                <a:path w="11781" h="3761" extrusionOk="0">
                  <a:moveTo>
                    <a:pt x="10960" y="0"/>
                  </a:moveTo>
                  <a:lnTo>
                    <a:pt x="115" y="2770"/>
                  </a:lnTo>
                  <a:lnTo>
                    <a:pt x="0" y="3760"/>
                  </a:lnTo>
                  <a:lnTo>
                    <a:pt x="0" y="3760"/>
                  </a:lnTo>
                  <a:lnTo>
                    <a:pt x="11781" y="2750"/>
                  </a:lnTo>
                  <a:lnTo>
                    <a:pt x="10960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3"/>
            <p:cNvSpPr/>
            <p:nvPr/>
          </p:nvSpPr>
          <p:spPr>
            <a:xfrm>
              <a:off x="3852225" y="5217625"/>
              <a:ext cx="294550" cy="94025"/>
            </a:xfrm>
            <a:custGeom>
              <a:avLst/>
              <a:gdLst/>
              <a:ahLst/>
              <a:cxnLst/>
              <a:rect l="l" t="t" r="r" b="b"/>
              <a:pathLst>
                <a:path w="11782" h="3761" extrusionOk="0">
                  <a:moveTo>
                    <a:pt x="822" y="0"/>
                  </a:moveTo>
                  <a:lnTo>
                    <a:pt x="1" y="2750"/>
                  </a:lnTo>
                  <a:lnTo>
                    <a:pt x="11781" y="3760"/>
                  </a:lnTo>
                  <a:lnTo>
                    <a:pt x="11781" y="3760"/>
                  </a:lnTo>
                  <a:lnTo>
                    <a:pt x="11667" y="2770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3"/>
            <p:cNvSpPr/>
            <p:nvPr/>
          </p:nvSpPr>
          <p:spPr>
            <a:xfrm>
              <a:off x="3605000" y="5287450"/>
              <a:ext cx="67050" cy="64475"/>
            </a:xfrm>
            <a:custGeom>
              <a:avLst/>
              <a:gdLst/>
              <a:ahLst/>
              <a:cxnLst/>
              <a:rect l="l" t="t" r="r" b="b"/>
              <a:pathLst>
                <a:path w="2682" h="2579" extrusionOk="0">
                  <a:moveTo>
                    <a:pt x="1392" y="1"/>
                  </a:moveTo>
                  <a:cubicBezTo>
                    <a:pt x="871" y="1"/>
                    <a:pt x="400" y="314"/>
                    <a:pt x="201" y="796"/>
                  </a:cubicBezTo>
                  <a:cubicBezTo>
                    <a:pt x="1" y="1277"/>
                    <a:pt x="112" y="1832"/>
                    <a:pt x="480" y="2200"/>
                  </a:cubicBezTo>
                  <a:cubicBezTo>
                    <a:pt x="727" y="2447"/>
                    <a:pt x="1057" y="2578"/>
                    <a:pt x="1392" y="2578"/>
                  </a:cubicBezTo>
                  <a:cubicBezTo>
                    <a:pt x="1558" y="2578"/>
                    <a:pt x="1726" y="2546"/>
                    <a:pt x="1885" y="2481"/>
                  </a:cubicBezTo>
                  <a:cubicBezTo>
                    <a:pt x="2366" y="2280"/>
                    <a:pt x="2681" y="1810"/>
                    <a:pt x="2681" y="1290"/>
                  </a:cubicBezTo>
                  <a:cubicBezTo>
                    <a:pt x="2681" y="578"/>
                    <a:pt x="2104" y="1"/>
                    <a:pt x="1392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3"/>
            <p:cNvSpPr/>
            <p:nvPr/>
          </p:nvSpPr>
          <p:spPr>
            <a:xfrm>
              <a:off x="4074100" y="5287450"/>
              <a:ext cx="67025" cy="64475"/>
            </a:xfrm>
            <a:custGeom>
              <a:avLst/>
              <a:gdLst/>
              <a:ahLst/>
              <a:cxnLst/>
              <a:rect l="l" t="t" r="r" b="b"/>
              <a:pathLst>
                <a:path w="2681" h="2579" extrusionOk="0">
                  <a:moveTo>
                    <a:pt x="1392" y="1"/>
                  </a:moveTo>
                  <a:cubicBezTo>
                    <a:pt x="869" y="1"/>
                    <a:pt x="399" y="314"/>
                    <a:pt x="199" y="796"/>
                  </a:cubicBezTo>
                  <a:cubicBezTo>
                    <a:pt x="0" y="1277"/>
                    <a:pt x="110" y="1832"/>
                    <a:pt x="479" y="2200"/>
                  </a:cubicBezTo>
                  <a:cubicBezTo>
                    <a:pt x="725" y="2447"/>
                    <a:pt x="1055" y="2578"/>
                    <a:pt x="1391" y="2578"/>
                  </a:cubicBezTo>
                  <a:cubicBezTo>
                    <a:pt x="1557" y="2578"/>
                    <a:pt x="1724" y="2546"/>
                    <a:pt x="1883" y="2481"/>
                  </a:cubicBezTo>
                  <a:cubicBezTo>
                    <a:pt x="2366" y="2280"/>
                    <a:pt x="2679" y="1810"/>
                    <a:pt x="2679" y="1290"/>
                  </a:cubicBezTo>
                  <a:cubicBezTo>
                    <a:pt x="2681" y="578"/>
                    <a:pt x="2103" y="1"/>
                    <a:pt x="1392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3"/>
            <p:cNvSpPr/>
            <p:nvPr/>
          </p:nvSpPr>
          <p:spPr>
            <a:xfrm>
              <a:off x="3798425" y="5262375"/>
              <a:ext cx="66975" cy="64450"/>
            </a:xfrm>
            <a:custGeom>
              <a:avLst/>
              <a:gdLst/>
              <a:ahLst/>
              <a:cxnLst/>
              <a:rect l="l" t="t" r="r" b="b"/>
              <a:pathLst>
                <a:path w="2679" h="2578" extrusionOk="0">
                  <a:moveTo>
                    <a:pt x="1390" y="0"/>
                  </a:moveTo>
                  <a:cubicBezTo>
                    <a:pt x="869" y="0"/>
                    <a:pt x="399" y="313"/>
                    <a:pt x="199" y="796"/>
                  </a:cubicBezTo>
                  <a:cubicBezTo>
                    <a:pt x="1" y="1277"/>
                    <a:pt x="110" y="1832"/>
                    <a:pt x="479" y="2200"/>
                  </a:cubicBezTo>
                  <a:cubicBezTo>
                    <a:pt x="725" y="2447"/>
                    <a:pt x="1055" y="2578"/>
                    <a:pt x="1390" y="2578"/>
                  </a:cubicBezTo>
                  <a:cubicBezTo>
                    <a:pt x="1556" y="2578"/>
                    <a:pt x="1724" y="2546"/>
                    <a:pt x="1883" y="2480"/>
                  </a:cubicBezTo>
                  <a:cubicBezTo>
                    <a:pt x="2364" y="2280"/>
                    <a:pt x="2679" y="1810"/>
                    <a:pt x="2679" y="1289"/>
                  </a:cubicBezTo>
                  <a:cubicBezTo>
                    <a:pt x="2679" y="577"/>
                    <a:pt x="2102" y="0"/>
                    <a:pt x="1390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3"/>
            <p:cNvSpPr/>
            <p:nvPr/>
          </p:nvSpPr>
          <p:spPr>
            <a:xfrm>
              <a:off x="3446500" y="3903600"/>
              <a:ext cx="572775" cy="315900"/>
            </a:xfrm>
            <a:custGeom>
              <a:avLst/>
              <a:gdLst/>
              <a:ahLst/>
              <a:cxnLst/>
              <a:rect l="l" t="t" r="r" b="b"/>
              <a:pathLst>
                <a:path w="22911" h="12636" extrusionOk="0">
                  <a:moveTo>
                    <a:pt x="12823" y="0"/>
                  </a:moveTo>
                  <a:cubicBezTo>
                    <a:pt x="11623" y="0"/>
                    <a:pt x="10415" y="126"/>
                    <a:pt x="9234" y="325"/>
                  </a:cubicBezTo>
                  <a:cubicBezTo>
                    <a:pt x="7337" y="646"/>
                    <a:pt x="5438" y="1159"/>
                    <a:pt x="3806" y="2181"/>
                  </a:cubicBezTo>
                  <a:cubicBezTo>
                    <a:pt x="2175" y="3201"/>
                    <a:pt x="827" y="4783"/>
                    <a:pt x="414" y="6662"/>
                  </a:cubicBezTo>
                  <a:cubicBezTo>
                    <a:pt x="1" y="8541"/>
                    <a:pt x="671" y="10701"/>
                    <a:pt x="2271" y="11768"/>
                  </a:cubicBezTo>
                  <a:cubicBezTo>
                    <a:pt x="3316" y="12464"/>
                    <a:pt x="4585" y="12636"/>
                    <a:pt x="5862" y="12636"/>
                  </a:cubicBezTo>
                  <a:cubicBezTo>
                    <a:pt x="6324" y="12636"/>
                    <a:pt x="6787" y="12613"/>
                    <a:pt x="7240" y="12585"/>
                  </a:cubicBezTo>
                  <a:cubicBezTo>
                    <a:pt x="11175" y="12341"/>
                    <a:pt x="15090" y="11849"/>
                    <a:pt x="18963" y="11112"/>
                  </a:cubicBezTo>
                  <a:cubicBezTo>
                    <a:pt x="20161" y="10884"/>
                    <a:pt x="21461" y="10568"/>
                    <a:pt x="22204" y="9599"/>
                  </a:cubicBezTo>
                  <a:cubicBezTo>
                    <a:pt x="22810" y="8809"/>
                    <a:pt x="22910" y="7729"/>
                    <a:pt x="22752" y="6744"/>
                  </a:cubicBezTo>
                  <a:cubicBezTo>
                    <a:pt x="22313" y="3998"/>
                    <a:pt x="20063" y="1778"/>
                    <a:pt x="17464" y="786"/>
                  </a:cubicBezTo>
                  <a:cubicBezTo>
                    <a:pt x="15985" y="221"/>
                    <a:pt x="14410" y="0"/>
                    <a:pt x="12823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3"/>
            <p:cNvSpPr/>
            <p:nvPr/>
          </p:nvSpPr>
          <p:spPr>
            <a:xfrm>
              <a:off x="3517925" y="3966125"/>
              <a:ext cx="69625" cy="209500"/>
            </a:xfrm>
            <a:custGeom>
              <a:avLst/>
              <a:gdLst/>
              <a:ahLst/>
              <a:cxnLst/>
              <a:rect l="l" t="t" r="r" b="b"/>
              <a:pathLst>
                <a:path w="2785" h="8380" extrusionOk="0">
                  <a:moveTo>
                    <a:pt x="2071" y="0"/>
                  </a:moveTo>
                  <a:cubicBezTo>
                    <a:pt x="2048" y="0"/>
                    <a:pt x="2023" y="9"/>
                    <a:pt x="2000" y="28"/>
                  </a:cubicBezTo>
                  <a:cubicBezTo>
                    <a:pt x="725" y="1055"/>
                    <a:pt x="1" y="2710"/>
                    <a:pt x="114" y="4345"/>
                  </a:cubicBezTo>
                  <a:cubicBezTo>
                    <a:pt x="226" y="5978"/>
                    <a:pt x="1168" y="7519"/>
                    <a:pt x="2572" y="8363"/>
                  </a:cubicBezTo>
                  <a:cubicBezTo>
                    <a:pt x="2590" y="8374"/>
                    <a:pt x="2610" y="8380"/>
                    <a:pt x="2630" y="8380"/>
                  </a:cubicBezTo>
                  <a:cubicBezTo>
                    <a:pt x="2743" y="8380"/>
                    <a:pt x="2785" y="8231"/>
                    <a:pt x="2686" y="8170"/>
                  </a:cubicBezTo>
                  <a:cubicBezTo>
                    <a:pt x="1344" y="7364"/>
                    <a:pt x="445" y="5891"/>
                    <a:pt x="339" y="4328"/>
                  </a:cubicBezTo>
                  <a:cubicBezTo>
                    <a:pt x="232" y="2766"/>
                    <a:pt x="922" y="1186"/>
                    <a:pt x="2142" y="202"/>
                  </a:cubicBezTo>
                  <a:cubicBezTo>
                    <a:pt x="2235" y="127"/>
                    <a:pt x="2163" y="0"/>
                    <a:pt x="2071" y="0"/>
                  </a:cubicBezTo>
                  <a:close/>
                </a:path>
              </a:pathLst>
            </a:custGeom>
            <a:solidFill>
              <a:srgbClr val="E5E3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3"/>
            <p:cNvSpPr/>
            <p:nvPr/>
          </p:nvSpPr>
          <p:spPr>
            <a:xfrm>
              <a:off x="3563125" y="4510275"/>
              <a:ext cx="600175" cy="219100"/>
            </a:xfrm>
            <a:custGeom>
              <a:avLst/>
              <a:gdLst/>
              <a:ahLst/>
              <a:cxnLst/>
              <a:rect l="l" t="t" r="r" b="b"/>
              <a:pathLst>
                <a:path w="24007" h="8764" extrusionOk="0">
                  <a:moveTo>
                    <a:pt x="13637" y="1"/>
                  </a:moveTo>
                  <a:lnTo>
                    <a:pt x="7102" y="572"/>
                  </a:lnTo>
                  <a:cubicBezTo>
                    <a:pt x="5017" y="956"/>
                    <a:pt x="3043" y="1801"/>
                    <a:pt x="1326" y="3047"/>
                  </a:cubicBezTo>
                  <a:cubicBezTo>
                    <a:pt x="780" y="3444"/>
                    <a:pt x="225" y="3944"/>
                    <a:pt x="143" y="4615"/>
                  </a:cubicBezTo>
                  <a:cubicBezTo>
                    <a:pt x="1" y="5782"/>
                    <a:pt x="1304" y="6552"/>
                    <a:pt x="2417" y="6934"/>
                  </a:cubicBezTo>
                  <a:cubicBezTo>
                    <a:pt x="5949" y="8151"/>
                    <a:pt x="9685" y="8763"/>
                    <a:pt x="13421" y="8763"/>
                  </a:cubicBezTo>
                  <a:cubicBezTo>
                    <a:pt x="16193" y="8763"/>
                    <a:pt x="18966" y="8426"/>
                    <a:pt x="21654" y="7748"/>
                  </a:cubicBezTo>
                  <a:cubicBezTo>
                    <a:pt x="22502" y="7535"/>
                    <a:pt x="23467" y="7171"/>
                    <a:pt x="23721" y="6332"/>
                  </a:cubicBezTo>
                  <a:cubicBezTo>
                    <a:pt x="24006" y="5390"/>
                    <a:pt x="23211" y="4485"/>
                    <a:pt x="22441" y="3873"/>
                  </a:cubicBezTo>
                  <a:cubicBezTo>
                    <a:pt x="19886" y="1849"/>
                    <a:pt x="16854" y="516"/>
                    <a:pt x="13637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3"/>
            <p:cNvSpPr/>
            <p:nvPr/>
          </p:nvSpPr>
          <p:spPr>
            <a:xfrm>
              <a:off x="3596175" y="4167825"/>
              <a:ext cx="150700" cy="465200"/>
            </a:xfrm>
            <a:custGeom>
              <a:avLst/>
              <a:gdLst/>
              <a:ahLst/>
              <a:cxnLst/>
              <a:rect l="l" t="t" r="r" b="b"/>
              <a:pathLst>
                <a:path w="6028" h="18608" extrusionOk="0">
                  <a:moveTo>
                    <a:pt x="891" y="0"/>
                  </a:moveTo>
                  <a:lnTo>
                    <a:pt x="891" y="0"/>
                  </a:lnTo>
                  <a:cubicBezTo>
                    <a:pt x="439" y="5030"/>
                    <a:pt x="1" y="10201"/>
                    <a:pt x="1441" y="15040"/>
                  </a:cubicBezTo>
                  <a:cubicBezTo>
                    <a:pt x="1754" y="16091"/>
                    <a:pt x="2182" y="17158"/>
                    <a:pt x="3003" y="17885"/>
                  </a:cubicBezTo>
                  <a:cubicBezTo>
                    <a:pt x="3508" y="18331"/>
                    <a:pt x="4196" y="18608"/>
                    <a:pt x="4860" y="18608"/>
                  </a:cubicBezTo>
                  <a:cubicBezTo>
                    <a:pt x="5276" y="18608"/>
                    <a:pt x="5683" y="18499"/>
                    <a:pt x="6028" y="18254"/>
                  </a:cubicBezTo>
                  <a:cubicBezTo>
                    <a:pt x="2739" y="12894"/>
                    <a:pt x="1889" y="6100"/>
                    <a:pt x="3755" y="93"/>
                  </a:cubicBezTo>
                  <a:lnTo>
                    <a:pt x="891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3"/>
            <p:cNvSpPr/>
            <p:nvPr/>
          </p:nvSpPr>
          <p:spPr>
            <a:xfrm>
              <a:off x="3587075" y="4622050"/>
              <a:ext cx="355500" cy="65275"/>
            </a:xfrm>
            <a:custGeom>
              <a:avLst/>
              <a:gdLst/>
              <a:ahLst/>
              <a:cxnLst/>
              <a:rect l="l" t="t" r="r" b="b"/>
              <a:pathLst>
                <a:path w="14220" h="2611" extrusionOk="0">
                  <a:moveTo>
                    <a:pt x="127" y="0"/>
                  </a:moveTo>
                  <a:cubicBezTo>
                    <a:pt x="83" y="0"/>
                    <a:pt x="40" y="27"/>
                    <a:pt x="22" y="71"/>
                  </a:cubicBezTo>
                  <a:cubicBezTo>
                    <a:pt x="0" y="127"/>
                    <a:pt x="26" y="193"/>
                    <a:pt x="84" y="218"/>
                  </a:cubicBezTo>
                  <a:cubicBezTo>
                    <a:pt x="3868" y="1795"/>
                    <a:pt x="7976" y="2611"/>
                    <a:pt x="12076" y="2611"/>
                  </a:cubicBezTo>
                  <a:cubicBezTo>
                    <a:pt x="12755" y="2611"/>
                    <a:pt x="13434" y="2589"/>
                    <a:pt x="14110" y="2543"/>
                  </a:cubicBezTo>
                  <a:cubicBezTo>
                    <a:pt x="14172" y="2538"/>
                    <a:pt x="14219" y="2485"/>
                    <a:pt x="14216" y="2423"/>
                  </a:cubicBezTo>
                  <a:cubicBezTo>
                    <a:pt x="14212" y="2367"/>
                    <a:pt x="14168" y="2316"/>
                    <a:pt x="14112" y="2316"/>
                  </a:cubicBezTo>
                  <a:cubicBezTo>
                    <a:pt x="14106" y="2316"/>
                    <a:pt x="14101" y="2317"/>
                    <a:pt x="14095" y="2318"/>
                  </a:cubicBezTo>
                  <a:cubicBezTo>
                    <a:pt x="13424" y="2362"/>
                    <a:pt x="12752" y="2384"/>
                    <a:pt x="12079" y="2384"/>
                  </a:cubicBezTo>
                  <a:cubicBezTo>
                    <a:pt x="8005" y="2384"/>
                    <a:pt x="3927" y="1575"/>
                    <a:pt x="170" y="9"/>
                  </a:cubicBezTo>
                  <a:cubicBezTo>
                    <a:pt x="156" y="3"/>
                    <a:pt x="142" y="0"/>
                    <a:pt x="127" y="0"/>
                  </a:cubicBezTo>
                  <a:close/>
                </a:path>
              </a:pathLst>
            </a:custGeom>
            <a:solidFill>
              <a:srgbClr val="E5E3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3"/>
            <p:cNvSpPr/>
            <p:nvPr/>
          </p:nvSpPr>
          <p:spPr>
            <a:xfrm>
              <a:off x="3884175" y="4028950"/>
              <a:ext cx="185075" cy="431825"/>
            </a:xfrm>
            <a:custGeom>
              <a:avLst/>
              <a:gdLst/>
              <a:ahLst/>
              <a:cxnLst/>
              <a:rect l="l" t="t" r="r" b="b"/>
              <a:pathLst>
                <a:path w="7403" h="17273" extrusionOk="0">
                  <a:moveTo>
                    <a:pt x="2516" y="0"/>
                  </a:moveTo>
                  <a:lnTo>
                    <a:pt x="2516" y="0"/>
                  </a:lnTo>
                  <a:cubicBezTo>
                    <a:pt x="2953" y="2471"/>
                    <a:pt x="1997" y="4947"/>
                    <a:pt x="1321" y="7365"/>
                  </a:cubicBezTo>
                  <a:cubicBezTo>
                    <a:pt x="422" y="10583"/>
                    <a:pt x="1" y="13995"/>
                    <a:pt x="636" y="17272"/>
                  </a:cubicBezTo>
                  <a:lnTo>
                    <a:pt x="7403" y="14579"/>
                  </a:lnTo>
                  <a:cubicBezTo>
                    <a:pt x="5809" y="11992"/>
                    <a:pt x="4172" y="9270"/>
                    <a:pt x="3979" y="6238"/>
                  </a:cubicBezTo>
                  <a:cubicBezTo>
                    <a:pt x="3908" y="5131"/>
                    <a:pt x="4036" y="4015"/>
                    <a:pt x="3923" y="2912"/>
                  </a:cubicBezTo>
                  <a:cubicBezTo>
                    <a:pt x="3808" y="1806"/>
                    <a:pt x="3406" y="663"/>
                    <a:pt x="2516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43"/>
            <p:cNvSpPr/>
            <p:nvPr/>
          </p:nvSpPr>
          <p:spPr>
            <a:xfrm>
              <a:off x="3750500" y="3779025"/>
              <a:ext cx="424075" cy="272550"/>
            </a:xfrm>
            <a:custGeom>
              <a:avLst/>
              <a:gdLst/>
              <a:ahLst/>
              <a:cxnLst/>
              <a:rect l="l" t="t" r="r" b="b"/>
              <a:pathLst>
                <a:path w="16963" h="10902" extrusionOk="0">
                  <a:moveTo>
                    <a:pt x="2575" y="0"/>
                  </a:moveTo>
                  <a:cubicBezTo>
                    <a:pt x="1959" y="0"/>
                    <a:pt x="1334" y="154"/>
                    <a:pt x="852" y="532"/>
                  </a:cubicBezTo>
                  <a:cubicBezTo>
                    <a:pt x="315" y="955"/>
                    <a:pt x="0" y="1692"/>
                    <a:pt x="197" y="2346"/>
                  </a:cubicBezTo>
                  <a:cubicBezTo>
                    <a:pt x="477" y="3282"/>
                    <a:pt x="1561" y="3659"/>
                    <a:pt x="2458" y="4048"/>
                  </a:cubicBezTo>
                  <a:cubicBezTo>
                    <a:pt x="4538" y="4952"/>
                    <a:pt x="6209" y="6563"/>
                    <a:pt x="7966" y="7996"/>
                  </a:cubicBezTo>
                  <a:cubicBezTo>
                    <a:pt x="9723" y="9429"/>
                    <a:pt x="11732" y="10755"/>
                    <a:pt x="13995" y="10891"/>
                  </a:cubicBezTo>
                  <a:cubicBezTo>
                    <a:pt x="14100" y="10898"/>
                    <a:pt x="14205" y="10901"/>
                    <a:pt x="14311" y="10901"/>
                  </a:cubicBezTo>
                  <a:cubicBezTo>
                    <a:pt x="14923" y="10901"/>
                    <a:pt x="15544" y="10783"/>
                    <a:pt x="16038" y="10432"/>
                  </a:cubicBezTo>
                  <a:cubicBezTo>
                    <a:pt x="16619" y="10021"/>
                    <a:pt x="16963" y="9220"/>
                    <a:pt x="16683" y="8566"/>
                  </a:cubicBezTo>
                  <a:cubicBezTo>
                    <a:pt x="16490" y="8118"/>
                    <a:pt x="16415" y="6669"/>
                    <a:pt x="16009" y="6401"/>
                  </a:cubicBezTo>
                  <a:cubicBezTo>
                    <a:pt x="13070" y="4465"/>
                    <a:pt x="9776" y="3686"/>
                    <a:pt x="6836" y="1751"/>
                  </a:cubicBezTo>
                  <a:cubicBezTo>
                    <a:pt x="5594" y="933"/>
                    <a:pt x="4274" y="88"/>
                    <a:pt x="2786" y="6"/>
                  </a:cubicBezTo>
                  <a:cubicBezTo>
                    <a:pt x="2716" y="2"/>
                    <a:pt x="2645" y="0"/>
                    <a:pt x="2575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3"/>
            <p:cNvSpPr/>
            <p:nvPr/>
          </p:nvSpPr>
          <p:spPr>
            <a:xfrm>
              <a:off x="4076325" y="3566825"/>
              <a:ext cx="196575" cy="468800"/>
            </a:xfrm>
            <a:custGeom>
              <a:avLst/>
              <a:gdLst/>
              <a:ahLst/>
              <a:cxnLst/>
              <a:rect l="l" t="t" r="r" b="b"/>
              <a:pathLst>
                <a:path w="7863" h="18752" extrusionOk="0">
                  <a:moveTo>
                    <a:pt x="6611" y="1"/>
                  </a:moveTo>
                  <a:cubicBezTo>
                    <a:pt x="6437" y="1"/>
                    <a:pt x="6272" y="136"/>
                    <a:pt x="6234" y="304"/>
                  </a:cubicBezTo>
                  <a:lnTo>
                    <a:pt x="6234" y="304"/>
                  </a:lnTo>
                  <a:cubicBezTo>
                    <a:pt x="6244" y="165"/>
                    <a:pt x="6095" y="48"/>
                    <a:pt x="5949" y="48"/>
                  </a:cubicBezTo>
                  <a:cubicBezTo>
                    <a:pt x="5921" y="48"/>
                    <a:pt x="5892" y="52"/>
                    <a:pt x="5866" y="62"/>
                  </a:cubicBezTo>
                  <a:cubicBezTo>
                    <a:pt x="5689" y="124"/>
                    <a:pt x="5598" y="328"/>
                    <a:pt x="5592" y="515"/>
                  </a:cubicBezTo>
                  <a:cubicBezTo>
                    <a:pt x="5589" y="703"/>
                    <a:pt x="5649" y="885"/>
                    <a:pt x="5685" y="1069"/>
                  </a:cubicBezTo>
                  <a:cubicBezTo>
                    <a:pt x="5807" y="1730"/>
                    <a:pt x="5607" y="2411"/>
                    <a:pt x="5144" y="2899"/>
                  </a:cubicBezTo>
                  <a:cubicBezTo>
                    <a:pt x="4804" y="2527"/>
                    <a:pt x="4646" y="2025"/>
                    <a:pt x="4711" y="1526"/>
                  </a:cubicBezTo>
                  <a:cubicBezTo>
                    <a:pt x="4729" y="1395"/>
                    <a:pt x="4749" y="1231"/>
                    <a:pt x="4638" y="1158"/>
                  </a:cubicBezTo>
                  <a:cubicBezTo>
                    <a:pt x="4611" y="1140"/>
                    <a:pt x="4581" y="1132"/>
                    <a:pt x="4549" y="1132"/>
                  </a:cubicBezTo>
                  <a:cubicBezTo>
                    <a:pt x="4456" y="1132"/>
                    <a:pt x="4353" y="1203"/>
                    <a:pt x="4289" y="1282"/>
                  </a:cubicBezTo>
                  <a:cubicBezTo>
                    <a:pt x="3988" y="1648"/>
                    <a:pt x="3965" y="2167"/>
                    <a:pt x="4030" y="2635"/>
                  </a:cubicBezTo>
                  <a:cubicBezTo>
                    <a:pt x="4097" y="3101"/>
                    <a:pt x="4240" y="3563"/>
                    <a:pt x="4225" y="4035"/>
                  </a:cubicBezTo>
                  <a:cubicBezTo>
                    <a:pt x="4203" y="4762"/>
                    <a:pt x="3813" y="5492"/>
                    <a:pt x="3910" y="6185"/>
                  </a:cubicBezTo>
                  <a:cubicBezTo>
                    <a:pt x="2878" y="8815"/>
                    <a:pt x="1579" y="11278"/>
                    <a:pt x="627" y="13957"/>
                  </a:cubicBezTo>
                  <a:cubicBezTo>
                    <a:pt x="316" y="14834"/>
                    <a:pt x="1" y="15747"/>
                    <a:pt x="83" y="16673"/>
                  </a:cubicBezTo>
                  <a:cubicBezTo>
                    <a:pt x="166" y="17600"/>
                    <a:pt x="767" y="18549"/>
                    <a:pt x="1683" y="18724"/>
                  </a:cubicBezTo>
                  <a:cubicBezTo>
                    <a:pt x="1783" y="18742"/>
                    <a:pt x="1882" y="18751"/>
                    <a:pt x="1982" y="18751"/>
                  </a:cubicBezTo>
                  <a:cubicBezTo>
                    <a:pt x="2709" y="18751"/>
                    <a:pt x="3409" y="18269"/>
                    <a:pt x="3819" y="17649"/>
                  </a:cubicBezTo>
                  <a:cubicBezTo>
                    <a:pt x="4285" y="16945"/>
                    <a:pt x="4456" y="16091"/>
                    <a:pt x="4618" y="15262"/>
                  </a:cubicBezTo>
                  <a:cubicBezTo>
                    <a:pt x="5179" y="12398"/>
                    <a:pt x="5738" y="9536"/>
                    <a:pt x="6299" y="6672"/>
                  </a:cubicBezTo>
                  <a:cubicBezTo>
                    <a:pt x="6388" y="6519"/>
                    <a:pt x="6492" y="6375"/>
                    <a:pt x="6605" y="6238"/>
                  </a:cubicBezTo>
                  <a:cubicBezTo>
                    <a:pt x="6880" y="5903"/>
                    <a:pt x="7193" y="5597"/>
                    <a:pt x="7413" y="5224"/>
                  </a:cubicBezTo>
                  <a:cubicBezTo>
                    <a:pt x="7807" y="4559"/>
                    <a:pt x="7863" y="3753"/>
                    <a:pt x="7863" y="2981"/>
                  </a:cubicBezTo>
                  <a:cubicBezTo>
                    <a:pt x="7861" y="2238"/>
                    <a:pt x="7817" y="1497"/>
                    <a:pt x="7730" y="759"/>
                  </a:cubicBezTo>
                  <a:lnTo>
                    <a:pt x="7488" y="765"/>
                  </a:lnTo>
                  <a:cubicBezTo>
                    <a:pt x="7495" y="507"/>
                    <a:pt x="7244" y="289"/>
                    <a:pt x="6993" y="289"/>
                  </a:cubicBezTo>
                  <a:cubicBezTo>
                    <a:pt x="6939" y="289"/>
                    <a:pt x="6885" y="299"/>
                    <a:pt x="6834" y="321"/>
                  </a:cubicBezTo>
                  <a:lnTo>
                    <a:pt x="6636" y="2"/>
                  </a:lnTo>
                  <a:cubicBezTo>
                    <a:pt x="6627" y="1"/>
                    <a:pt x="6619" y="1"/>
                    <a:pt x="6611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3"/>
            <p:cNvSpPr/>
            <p:nvPr/>
          </p:nvSpPr>
          <p:spPr>
            <a:xfrm>
              <a:off x="3692625" y="3597825"/>
              <a:ext cx="224550" cy="286425"/>
            </a:xfrm>
            <a:custGeom>
              <a:avLst/>
              <a:gdLst/>
              <a:ahLst/>
              <a:cxnLst/>
              <a:rect l="l" t="t" r="r" b="b"/>
              <a:pathLst>
                <a:path w="8982" h="11457" extrusionOk="0">
                  <a:moveTo>
                    <a:pt x="4797" y="0"/>
                  </a:moveTo>
                  <a:lnTo>
                    <a:pt x="1" y="9514"/>
                  </a:lnTo>
                  <a:cubicBezTo>
                    <a:pt x="2694" y="9853"/>
                    <a:pt x="5320" y="10510"/>
                    <a:pt x="7758" y="11457"/>
                  </a:cubicBezTo>
                  <a:cubicBezTo>
                    <a:pt x="7053" y="8252"/>
                    <a:pt x="7481" y="4904"/>
                    <a:pt x="8981" y="1868"/>
                  </a:cubicBezTo>
                  <a:cubicBezTo>
                    <a:pt x="7370" y="1628"/>
                    <a:pt x="5871" y="958"/>
                    <a:pt x="4797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/>
            <p:cNvSpPr/>
            <p:nvPr/>
          </p:nvSpPr>
          <p:spPr>
            <a:xfrm>
              <a:off x="3793050" y="3602325"/>
              <a:ext cx="124175" cy="182925"/>
            </a:xfrm>
            <a:custGeom>
              <a:avLst/>
              <a:gdLst/>
              <a:ahLst/>
              <a:cxnLst/>
              <a:rect l="l" t="t" r="r" b="b"/>
              <a:pathLst>
                <a:path w="4967" h="7317" extrusionOk="0">
                  <a:moveTo>
                    <a:pt x="1002" y="0"/>
                  </a:moveTo>
                  <a:lnTo>
                    <a:pt x="1002" y="0"/>
                  </a:lnTo>
                  <a:cubicBezTo>
                    <a:pt x="1" y="3159"/>
                    <a:pt x="642" y="6208"/>
                    <a:pt x="3449" y="7316"/>
                  </a:cubicBezTo>
                  <a:cubicBezTo>
                    <a:pt x="3579" y="5359"/>
                    <a:pt x="4092" y="3445"/>
                    <a:pt x="4966" y="1688"/>
                  </a:cubicBezTo>
                  <a:cubicBezTo>
                    <a:pt x="3460" y="1464"/>
                    <a:pt x="2056" y="862"/>
                    <a:pt x="1002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3"/>
            <p:cNvSpPr/>
            <p:nvPr/>
          </p:nvSpPr>
          <p:spPr>
            <a:xfrm>
              <a:off x="3752225" y="3454900"/>
              <a:ext cx="229225" cy="255650"/>
            </a:xfrm>
            <a:custGeom>
              <a:avLst/>
              <a:gdLst/>
              <a:ahLst/>
              <a:cxnLst/>
              <a:rect l="l" t="t" r="r" b="b"/>
              <a:pathLst>
                <a:path w="9169" h="10226" extrusionOk="0">
                  <a:moveTo>
                    <a:pt x="4624" y="1"/>
                  </a:moveTo>
                  <a:cubicBezTo>
                    <a:pt x="3484" y="1"/>
                    <a:pt x="2345" y="369"/>
                    <a:pt x="1656" y="1154"/>
                  </a:cubicBezTo>
                  <a:cubicBezTo>
                    <a:pt x="891" y="2024"/>
                    <a:pt x="0" y="3304"/>
                    <a:pt x="159" y="4452"/>
                  </a:cubicBezTo>
                  <a:cubicBezTo>
                    <a:pt x="399" y="6207"/>
                    <a:pt x="1371" y="7851"/>
                    <a:pt x="2794" y="8907"/>
                  </a:cubicBezTo>
                  <a:cubicBezTo>
                    <a:pt x="3944" y="9763"/>
                    <a:pt x="5377" y="10225"/>
                    <a:pt x="6809" y="10225"/>
                  </a:cubicBezTo>
                  <a:cubicBezTo>
                    <a:pt x="7148" y="10225"/>
                    <a:pt x="7486" y="10200"/>
                    <a:pt x="7821" y="10147"/>
                  </a:cubicBezTo>
                  <a:cubicBezTo>
                    <a:pt x="8123" y="9277"/>
                    <a:pt x="8398" y="8530"/>
                    <a:pt x="8598" y="7831"/>
                  </a:cubicBezTo>
                  <a:cubicBezTo>
                    <a:pt x="8622" y="7824"/>
                    <a:pt x="8646" y="7820"/>
                    <a:pt x="8669" y="7813"/>
                  </a:cubicBezTo>
                  <a:cubicBezTo>
                    <a:pt x="8910" y="7725"/>
                    <a:pt x="9125" y="7520"/>
                    <a:pt x="9148" y="7265"/>
                  </a:cubicBezTo>
                  <a:cubicBezTo>
                    <a:pt x="9168" y="7023"/>
                    <a:pt x="9023" y="6802"/>
                    <a:pt x="8902" y="6595"/>
                  </a:cubicBezTo>
                  <a:cubicBezTo>
                    <a:pt x="8890" y="6575"/>
                    <a:pt x="8882" y="6553"/>
                    <a:pt x="8871" y="6533"/>
                  </a:cubicBezTo>
                  <a:cubicBezTo>
                    <a:pt x="8941" y="5950"/>
                    <a:pt x="8933" y="5369"/>
                    <a:pt x="8800" y="4741"/>
                  </a:cubicBezTo>
                  <a:cubicBezTo>
                    <a:pt x="8729" y="4406"/>
                    <a:pt x="8990" y="4046"/>
                    <a:pt x="8924" y="3721"/>
                  </a:cubicBezTo>
                  <a:cubicBezTo>
                    <a:pt x="8635" y="2305"/>
                    <a:pt x="8150" y="1198"/>
                    <a:pt x="6821" y="504"/>
                  </a:cubicBezTo>
                  <a:cubicBezTo>
                    <a:pt x="6186" y="174"/>
                    <a:pt x="5405" y="1"/>
                    <a:pt x="4624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3"/>
            <p:cNvSpPr/>
            <p:nvPr/>
          </p:nvSpPr>
          <p:spPr>
            <a:xfrm>
              <a:off x="3642300" y="3318400"/>
              <a:ext cx="196125" cy="239200"/>
            </a:xfrm>
            <a:custGeom>
              <a:avLst/>
              <a:gdLst/>
              <a:ahLst/>
              <a:cxnLst/>
              <a:rect l="l" t="t" r="r" b="b"/>
              <a:pathLst>
                <a:path w="7845" h="9568" extrusionOk="0">
                  <a:moveTo>
                    <a:pt x="4762" y="0"/>
                  </a:moveTo>
                  <a:cubicBezTo>
                    <a:pt x="4653" y="0"/>
                    <a:pt x="4546" y="3"/>
                    <a:pt x="4439" y="8"/>
                  </a:cubicBezTo>
                  <a:cubicBezTo>
                    <a:pt x="3605" y="50"/>
                    <a:pt x="2762" y="194"/>
                    <a:pt x="2019" y="573"/>
                  </a:cubicBezTo>
                  <a:cubicBezTo>
                    <a:pt x="1275" y="949"/>
                    <a:pt x="636" y="1583"/>
                    <a:pt x="382" y="2379"/>
                  </a:cubicBezTo>
                  <a:cubicBezTo>
                    <a:pt x="129" y="3175"/>
                    <a:pt x="317" y="4127"/>
                    <a:pt x="947" y="4675"/>
                  </a:cubicBezTo>
                  <a:cubicBezTo>
                    <a:pt x="1351" y="5026"/>
                    <a:pt x="1881" y="5187"/>
                    <a:pt x="2351" y="5443"/>
                  </a:cubicBezTo>
                  <a:cubicBezTo>
                    <a:pt x="2660" y="5611"/>
                    <a:pt x="2979" y="5897"/>
                    <a:pt x="2930" y="6243"/>
                  </a:cubicBezTo>
                  <a:cubicBezTo>
                    <a:pt x="2852" y="6789"/>
                    <a:pt x="2030" y="6838"/>
                    <a:pt x="1728" y="7297"/>
                  </a:cubicBezTo>
                  <a:cubicBezTo>
                    <a:pt x="2114" y="7532"/>
                    <a:pt x="2293" y="8058"/>
                    <a:pt x="2127" y="8479"/>
                  </a:cubicBezTo>
                  <a:cubicBezTo>
                    <a:pt x="1984" y="8842"/>
                    <a:pt x="1598" y="9089"/>
                    <a:pt x="1210" y="9089"/>
                  </a:cubicBezTo>
                  <a:cubicBezTo>
                    <a:pt x="1149" y="9089"/>
                    <a:pt x="1089" y="9083"/>
                    <a:pt x="1029" y="9070"/>
                  </a:cubicBezTo>
                  <a:cubicBezTo>
                    <a:pt x="586" y="8977"/>
                    <a:pt x="244" y="8539"/>
                    <a:pt x="262" y="8087"/>
                  </a:cubicBezTo>
                  <a:lnTo>
                    <a:pt x="262" y="8087"/>
                  </a:lnTo>
                  <a:cubicBezTo>
                    <a:pt x="0" y="8613"/>
                    <a:pt x="430" y="9276"/>
                    <a:pt x="985" y="9471"/>
                  </a:cubicBezTo>
                  <a:cubicBezTo>
                    <a:pt x="1181" y="9540"/>
                    <a:pt x="1385" y="9567"/>
                    <a:pt x="1590" y="9567"/>
                  </a:cubicBezTo>
                  <a:cubicBezTo>
                    <a:pt x="1967" y="9567"/>
                    <a:pt x="2353" y="9475"/>
                    <a:pt x="2720" y="9376"/>
                  </a:cubicBezTo>
                  <a:cubicBezTo>
                    <a:pt x="2981" y="9307"/>
                    <a:pt x="3247" y="9231"/>
                    <a:pt x="3469" y="9078"/>
                  </a:cubicBezTo>
                  <a:cubicBezTo>
                    <a:pt x="3691" y="8925"/>
                    <a:pt x="3868" y="8679"/>
                    <a:pt x="3868" y="8409"/>
                  </a:cubicBezTo>
                  <a:cubicBezTo>
                    <a:pt x="3868" y="8144"/>
                    <a:pt x="3702" y="7894"/>
                    <a:pt x="3731" y="7630"/>
                  </a:cubicBezTo>
                  <a:cubicBezTo>
                    <a:pt x="3764" y="7353"/>
                    <a:pt x="4008" y="7142"/>
                    <a:pt x="4270" y="7042"/>
                  </a:cubicBezTo>
                  <a:cubicBezTo>
                    <a:pt x="4530" y="6944"/>
                    <a:pt x="4816" y="6925"/>
                    <a:pt x="5087" y="6864"/>
                  </a:cubicBezTo>
                  <a:cubicBezTo>
                    <a:pt x="6097" y="6631"/>
                    <a:pt x="6901" y="5702"/>
                    <a:pt x="7001" y="4673"/>
                  </a:cubicBezTo>
                  <a:lnTo>
                    <a:pt x="7001" y="4673"/>
                  </a:lnTo>
                  <a:cubicBezTo>
                    <a:pt x="7274" y="4202"/>
                    <a:pt x="7516" y="3714"/>
                    <a:pt x="7651" y="3189"/>
                  </a:cubicBezTo>
                  <a:cubicBezTo>
                    <a:pt x="7844" y="2437"/>
                    <a:pt x="7786" y="1581"/>
                    <a:pt x="7314" y="964"/>
                  </a:cubicBezTo>
                  <a:cubicBezTo>
                    <a:pt x="6740" y="215"/>
                    <a:pt x="5724" y="0"/>
                    <a:pt x="4762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3"/>
            <p:cNvSpPr/>
            <p:nvPr/>
          </p:nvSpPr>
          <p:spPr>
            <a:xfrm>
              <a:off x="3721325" y="3382375"/>
              <a:ext cx="130200" cy="96825"/>
            </a:xfrm>
            <a:custGeom>
              <a:avLst/>
              <a:gdLst/>
              <a:ahLst/>
              <a:cxnLst/>
              <a:rect l="l" t="t" r="r" b="b"/>
              <a:pathLst>
                <a:path w="5208" h="3873" extrusionOk="0">
                  <a:moveTo>
                    <a:pt x="4009" y="0"/>
                  </a:moveTo>
                  <a:cubicBezTo>
                    <a:pt x="3800" y="0"/>
                    <a:pt x="3590" y="24"/>
                    <a:pt x="3387" y="67"/>
                  </a:cubicBezTo>
                  <a:cubicBezTo>
                    <a:pt x="2770" y="197"/>
                    <a:pt x="2201" y="488"/>
                    <a:pt x="1642" y="778"/>
                  </a:cubicBezTo>
                  <a:cubicBezTo>
                    <a:pt x="1114" y="1047"/>
                    <a:pt x="552" y="1355"/>
                    <a:pt x="295" y="1890"/>
                  </a:cubicBezTo>
                  <a:cubicBezTo>
                    <a:pt x="0" y="2504"/>
                    <a:pt x="197" y="3230"/>
                    <a:pt x="422" y="3873"/>
                  </a:cubicBezTo>
                  <a:cubicBezTo>
                    <a:pt x="1502" y="2154"/>
                    <a:pt x="3247" y="863"/>
                    <a:pt x="5208" y="333"/>
                  </a:cubicBezTo>
                  <a:cubicBezTo>
                    <a:pt x="4856" y="99"/>
                    <a:pt x="4434" y="0"/>
                    <a:pt x="4009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3"/>
            <p:cNvSpPr/>
            <p:nvPr/>
          </p:nvSpPr>
          <p:spPr>
            <a:xfrm>
              <a:off x="3713125" y="3382425"/>
              <a:ext cx="270400" cy="268800"/>
            </a:xfrm>
            <a:custGeom>
              <a:avLst/>
              <a:gdLst/>
              <a:ahLst/>
              <a:cxnLst/>
              <a:rect l="l" t="t" r="r" b="b"/>
              <a:pathLst>
                <a:path w="10816" h="10752" extrusionOk="0">
                  <a:moveTo>
                    <a:pt x="5869" y="0"/>
                  </a:moveTo>
                  <a:cubicBezTo>
                    <a:pt x="5474" y="0"/>
                    <a:pt x="5069" y="129"/>
                    <a:pt x="4689" y="257"/>
                  </a:cubicBezTo>
                  <a:cubicBezTo>
                    <a:pt x="3788" y="559"/>
                    <a:pt x="2866" y="874"/>
                    <a:pt x="2123" y="1466"/>
                  </a:cubicBezTo>
                  <a:cubicBezTo>
                    <a:pt x="1260" y="2156"/>
                    <a:pt x="710" y="3170"/>
                    <a:pt x="377" y="4222"/>
                  </a:cubicBezTo>
                  <a:cubicBezTo>
                    <a:pt x="139" y="4973"/>
                    <a:pt x="0" y="5763"/>
                    <a:pt x="60" y="6548"/>
                  </a:cubicBezTo>
                  <a:cubicBezTo>
                    <a:pt x="122" y="7332"/>
                    <a:pt x="392" y="8113"/>
                    <a:pt x="902" y="8714"/>
                  </a:cubicBezTo>
                  <a:cubicBezTo>
                    <a:pt x="1624" y="9567"/>
                    <a:pt x="2744" y="9980"/>
                    <a:pt x="3555" y="10752"/>
                  </a:cubicBezTo>
                  <a:cubicBezTo>
                    <a:pt x="3269" y="9933"/>
                    <a:pt x="3622" y="8987"/>
                    <a:pt x="4246" y="8385"/>
                  </a:cubicBezTo>
                  <a:cubicBezTo>
                    <a:pt x="4871" y="7780"/>
                    <a:pt x="5720" y="7467"/>
                    <a:pt x="6566" y="7272"/>
                  </a:cubicBezTo>
                  <a:cubicBezTo>
                    <a:pt x="7411" y="7077"/>
                    <a:pt x="8281" y="6986"/>
                    <a:pt x="9115" y="6748"/>
                  </a:cubicBezTo>
                  <a:cubicBezTo>
                    <a:pt x="9547" y="6624"/>
                    <a:pt x="10634" y="5987"/>
                    <a:pt x="10736" y="5550"/>
                  </a:cubicBezTo>
                  <a:cubicBezTo>
                    <a:pt x="10816" y="5200"/>
                    <a:pt x="10592" y="4350"/>
                    <a:pt x="10404" y="4044"/>
                  </a:cubicBezTo>
                  <a:cubicBezTo>
                    <a:pt x="9671" y="2844"/>
                    <a:pt x="8358" y="2558"/>
                    <a:pt x="7622" y="1358"/>
                  </a:cubicBezTo>
                  <a:cubicBezTo>
                    <a:pt x="7300" y="832"/>
                    <a:pt x="6930" y="268"/>
                    <a:pt x="6344" y="73"/>
                  </a:cubicBezTo>
                  <a:cubicBezTo>
                    <a:pt x="6189" y="22"/>
                    <a:pt x="6029" y="0"/>
                    <a:pt x="5869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3"/>
            <p:cNvSpPr/>
            <p:nvPr/>
          </p:nvSpPr>
          <p:spPr>
            <a:xfrm>
              <a:off x="3763250" y="3574200"/>
              <a:ext cx="44725" cy="92225"/>
            </a:xfrm>
            <a:custGeom>
              <a:avLst/>
              <a:gdLst/>
              <a:ahLst/>
              <a:cxnLst/>
              <a:rect l="l" t="t" r="r" b="b"/>
              <a:pathLst>
                <a:path w="1789" h="3689" extrusionOk="0">
                  <a:moveTo>
                    <a:pt x="768" y="0"/>
                  </a:moveTo>
                  <a:cubicBezTo>
                    <a:pt x="733" y="0"/>
                    <a:pt x="698" y="3"/>
                    <a:pt x="663" y="9"/>
                  </a:cubicBezTo>
                  <a:cubicBezTo>
                    <a:pt x="239" y="80"/>
                    <a:pt x="0" y="568"/>
                    <a:pt x="18" y="996"/>
                  </a:cubicBezTo>
                  <a:cubicBezTo>
                    <a:pt x="36" y="1426"/>
                    <a:pt x="235" y="1825"/>
                    <a:pt x="361" y="2236"/>
                  </a:cubicBezTo>
                  <a:cubicBezTo>
                    <a:pt x="468" y="2589"/>
                    <a:pt x="526" y="2964"/>
                    <a:pt x="730" y="3274"/>
                  </a:cubicBezTo>
                  <a:cubicBezTo>
                    <a:pt x="884" y="3508"/>
                    <a:pt x="1159" y="3688"/>
                    <a:pt x="1427" y="3688"/>
                  </a:cubicBezTo>
                  <a:cubicBezTo>
                    <a:pt x="1511" y="3688"/>
                    <a:pt x="1594" y="3670"/>
                    <a:pt x="1673" y="3631"/>
                  </a:cubicBezTo>
                  <a:lnTo>
                    <a:pt x="1788" y="1355"/>
                  </a:lnTo>
                  <a:cubicBezTo>
                    <a:pt x="1726" y="1036"/>
                    <a:pt x="1661" y="707"/>
                    <a:pt x="1482" y="433"/>
                  </a:cubicBezTo>
                  <a:cubicBezTo>
                    <a:pt x="1323" y="190"/>
                    <a:pt x="1052" y="0"/>
                    <a:pt x="768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3"/>
            <p:cNvSpPr/>
            <p:nvPr/>
          </p:nvSpPr>
          <p:spPr>
            <a:xfrm>
              <a:off x="3779250" y="3620425"/>
              <a:ext cx="20300" cy="30225"/>
            </a:xfrm>
            <a:custGeom>
              <a:avLst/>
              <a:gdLst/>
              <a:ahLst/>
              <a:cxnLst/>
              <a:rect l="l" t="t" r="r" b="b"/>
              <a:pathLst>
                <a:path w="812" h="1209" extrusionOk="0">
                  <a:moveTo>
                    <a:pt x="371" y="1"/>
                  </a:moveTo>
                  <a:cubicBezTo>
                    <a:pt x="192" y="1"/>
                    <a:pt x="28" y="186"/>
                    <a:pt x="16" y="376"/>
                  </a:cubicBezTo>
                  <a:cubicBezTo>
                    <a:pt x="1" y="593"/>
                    <a:pt x="119" y="791"/>
                    <a:pt x="247" y="966"/>
                  </a:cubicBezTo>
                  <a:cubicBezTo>
                    <a:pt x="309" y="1052"/>
                    <a:pt x="378" y="1137"/>
                    <a:pt x="474" y="1183"/>
                  </a:cubicBezTo>
                  <a:cubicBezTo>
                    <a:pt x="511" y="1199"/>
                    <a:pt x="553" y="1208"/>
                    <a:pt x="594" y="1208"/>
                  </a:cubicBezTo>
                  <a:cubicBezTo>
                    <a:pt x="659" y="1208"/>
                    <a:pt x="723" y="1185"/>
                    <a:pt x="762" y="1134"/>
                  </a:cubicBezTo>
                  <a:cubicBezTo>
                    <a:pt x="808" y="1073"/>
                    <a:pt x="811" y="993"/>
                    <a:pt x="808" y="919"/>
                  </a:cubicBezTo>
                  <a:cubicBezTo>
                    <a:pt x="802" y="740"/>
                    <a:pt x="777" y="564"/>
                    <a:pt x="729" y="392"/>
                  </a:cubicBezTo>
                  <a:cubicBezTo>
                    <a:pt x="686" y="232"/>
                    <a:pt x="604" y="59"/>
                    <a:pt x="445" y="12"/>
                  </a:cubicBezTo>
                  <a:cubicBezTo>
                    <a:pt x="420" y="4"/>
                    <a:pt x="395" y="1"/>
                    <a:pt x="371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3"/>
            <p:cNvSpPr/>
            <p:nvPr/>
          </p:nvSpPr>
          <p:spPr>
            <a:xfrm>
              <a:off x="3780525" y="3636450"/>
              <a:ext cx="182075" cy="292425"/>
            </a:xfrm>
            <a:custGeom>
              <a:avLst/>
              <a:gdLst/>
              <a:ahLst/>
              <a:cxnLst/>
              <a:rect l="l" t="t" r="r" b="b"/>
              <a:pathLst>
                <a:path w="7283" h="11697" extrusionOk="0">
                  <a:moveTo>
                    <a:pt x="432" y="1"/>
                  </a:moveTo>
                  <a:lnTo>
                    <a:pt x="432" y="1"/>
                  </a:lnTo>
                  <a:cubicBezTo>
                    <a:pt x="1" y="1636"/>
                    <a:pt x="1132" y="3111"/>
                    <a:pt x="1638" y="3670"/>
                  </a:cubicBezTo>
                  <a:cubicBezTo>
                    <a:pt x="2119" y="4198"/>
                    <a:pt x="2674" y="4662"/>
                    <a:pt x="3211" y="5108"/>
                  </a:cubicBezTo>
                  <a:cubicBezTo>
                    <a:pt x="3659" y="5483"/>
                    <a:pt x="4123" y="5869"/>
                    <a:pt x="4537" y="6290"/>
                  </a:cubicBezTo>
                  <a:cubicBezTo>
                    <a:pt x="5946" y="7723"/>
                    <a:pt x="6856" y="9693"/>
                    <a:pt x="7035" y="11696"/>
                  </a:cubicBezTo>
                  <a:lnTo>
                    <a:pt x="7282" y="11672"/>
                  </a:lnTo>
                  <a:cubicBezTo>
                    <a:pt x="7095" y="9580"/>
                    <a:pt x="6188" y="7616"/>
                    <a:pt x="4715" y="6115"/>
                  </a:cubicBezTo>
                  <a:cubicBezTo>
                    <a:pt x="4293" y="5686"/>
                    <a:pt x="3825" y="5296"/>
                    <a:pt x="3369" y="4917"/>
                  </a:cubicBezTo>
                  <a:cubicBezTo>
                    <a:pt x="2840" y="4477"/>
                    <a:pt x="2290" y="4019"/>
                    <a:pt x="1822" y="3502"/>
                  </a:cubicBezTo>
                  <a:cubicBezTo>
                    <a:pt x="826" y="2403"/>
                    <a:pt x="396" y="1117"/>
                    <a:pt x="673" y="65"/>
                  </a:cubicBezTo>
                  <a:lnTo>
                    <a:pt x="432" y="1"/>
                  </a:ln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/>
            <p:cNvSpPr/>
            <p:nvPr/>
          </p:nvSpPr>
          <p:spPr>
            <a:xfrm>
              <a:off x="3921375" y="3662125"/>
              <a:ext cx="34175" cy="16150"/>
            </a:xfrm>
            <a:custGeom>
              <a:avLst/>
              <a:gdLst/>
              <a:ahLst/>
              <a:cxnLst/>
              <a:rect l="l" t="t" r="r" b="b"/>
              <a:pathLst>
                <a:path w="1367" h="646" extrusionOk="0">
                  <a:moveTo>
                    <a:pt x="1353" y="1"/>
                  </a:moveTo>
                  <a:lnTo>
                    <a:pt x="1353" y="1"/>
                  </a:lnTo>
                  <a:cubicBezTo>
                    <a:pt x="900" y="92"/>
                    <a:pt x="448" y="194"/>
                    <a:pt x="1" y="309"/>
                  </a:cubicBezTo>
                  <a:cubicBezTo>
                    <a:pt x="168" y="510"/>
                    <a:pt x="422" y="646"/>
                    <a:pt x="680" y="646"/>
                  </a:cubicBezTo>
                  <a:cubicBezTo>
                    <a:pt x="722" y="646"/>
                    <a:pt x="765" y="642"/>
                    <a:pt x="807" y="635"/>
                  </a:cubicBezTo>
                  <a:cubicBezTo>
                    <a:pt x="1108" y="582"/>
                    <a:pt x="1366" y="305"/>
                    <a:pt x="1353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3"/>
            <p:cNvSpPr/>
            <p:nvPr/>
          </p:nvSpPr>
          <p:spPr>
            <a:xfrm>
              <a:off x="3889050" y="3558350"/>
              <a:ext cx="40900" cy="23275"/>
            </a:xfrm>
            <a:custGeom>
              <a:avLst/>
              <a:gdLst/>
              <a:ahLst/>
              <a:cxnLst/>
              <a:rect l="l" t="t" r="r" b="b"/>
              <a:pathLst>
                <a:path w="1636" h="931" extrusionOk="0">
                  <a:moveTo>
                    <a:pt x="1610" y="0"/>
                  </a:moveTo>
                  <a:cubicBezTo>
                    <a:pt x="1006" y="64"/>
                    <a:pt x="440" y="328"/>
                    <a:pt x="1" y="751"/>
                  </a:cubicBezTo>
                  <a:lnTo>
                    <a:pt x="176" y="931"/>
                  </a:lnTo>
                  <a:lnTo>
                    <a:pt x="186" y="920"/>
                  </a:lnTo>
                  <a:lnTo>
                    <a:pt x="214" y="898"/>
                  </a:lnTo>
                  <a:lnTo>
                    <a:pt x="212" y="896"/>
                  </a:lnTo>
                  <a:cubicBezTo>
                    <a:pt x="603" y="530"/>
                    <a:pt x="1104" y="304"/>
                    <a:pt x="1636" y="248"/>
                  </a:cubicBezTo>
                  <a:lnTo>
                    <a:pt x="1610" y="0"/>
                  </a:ln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3"/>
            <p:cNvSpPr/>
            <p:nvPr/>
          </p:nvSpPr>
          <p:spPr>
            <a:xfrm>
              <a:off x="3960750" y="3549025"/>
              <a:ext cx="14450" cy="10075"/>
            </a:xfrm>
            <a:custGeom>
              <a:avLst/>
              <a:gdLst/>
              <a:ahLst/>
              <a:cxnLst/>
              <a:rect l="l" t="t" r="r" b="b"/>
              <a:pathLst>
                <a:path w="578" h="403" extrusionOk="0">
                  <a:moveTo>
                    <a:pt x="532" y="0"/>
                  </a:moveTo>
                  <a:cubicBezTo>
                    <a:pt x="348" y="35"/>
                    <a:pt x="168" y="95"/>
                    <a:pt x="1" y="180"/>
                  </a:cubicBezTo>
                  <a:lnTo>
                    <a:pt x="115" y="403"/>
                  </a:lnTo>
                  <a:cubicBezTo>
                    <a:pt x="261" y="328"/>
                    <a:pt x="418" y="275"/>
                    <a:pt x="578" y="246"/>
                  </a:cubicBezTo>
                  <a:lnTo>
                    <a:pt x="532" y="0"/>
                  </a:ln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43"/>
            <p:cNvSpPr/>
            <p:nvPr/>
          </p:nvSpPr>
          <p:spPr>
            <a:xfrm>
              <a:off x="3965125" y="3566225"/>
              <a:ext cx="5200" cy="19325"/>
            </a:xfrm>
            <a:custGeom>
              <a:avLst/>
              <a:gdLst/>
              <a:ahLst/>
              <a:cxnLst/>
              <a:rect l="l" t="t" r="r" b="b"/>
              <a:pathLst>
                <a:path w="208" h="773" extrusionOk="0">
                  <a:moveTo>
                    <a:pt x="79" y="0"/>
                  </a:moveTo>
                  <a:cubicBezTo>
                    <a:pt x="77" y="0"/>
                    <a:pt x="75" y="0"/>
                    <a:pt x="73" y="0"/>
                  </a:cubicBezTo>
                  <a:cubicBezTo>
                    <a:pt x="33" y="4"/>
                    <a:pt x="20" y="53"/>
                    <a:pt x="17" y="93"/>
                  </a:cubicBezTo>
                  <a:cubicBezTo>
                    <a:pt x="0" y="312"/>
                    <a:pt x="31" y="532"/>
                    <a:pt x="108" y="738"/>
                  </a:cubicBezTo>
                  <a:cubicBezTo>
                    <a:pt x="109" y="738"/>
                    <a:pt x="110" y="739"/>
                    <a:pt x="111" y="739"/>
                  </a:cubicBezTo>
                  <a:cubicBezTo>
                    <a:pt x="118" y="739"/>
                    <a:pt x="122" y="727"/>
                    <a:pt x="124" y="713"/>
                  </a:cubicBezTo>
                  <a:lnTo>
                    <a:pt x="124" y="713"/>
                  </a:lnTo>
                  <a:cubicBezTo>
                    <a:pt x="125" y="723"/>
                    <a:pt x="127" y="732"/>
                    <a:pt x="130" y="741"/>
                  </a:cubicBezTo>
                  <a:cubicBezTo>
                    <a:pt x="136" y="759"/>
                    <a:pt x="155" y="772"/>
                    <a:pt x="173" y="772"/>
                  </a:cubicBezTo>
                  <a:cubicBezTo>
                    <a:pt x="181" y="772"/>
                    <a:pt x="189" y="770"/>
                    <a:pt x="195" y="763"/>
                  </a:cubicBezTo>
                  <a:cubicBezTo>
                    <a:pt x="204" y="751"/>
                    <a:pt x="208" y="734"/>
                    <a:pt x="204" y="718"/>
                  </a:cubicBezTo>
                  <a:cubicBezTo>
                    <a:pt x="195" y="510"/>
                    <a:pt x="175" y="303"/>
                    <a:pt x="146" y="97"/>
                  </a:cubicBezTo>
                  <a:cubicBezTo>
                    <a:pt x="141" y="53"/>
                    <a:pt x="121" y="0"/>
                    <a:pt x="79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3"/>
            <p:cNvSpPr/>
            <p:nvPr/>
          </p:nvSpPr>
          <p:spPr>
            <a:xfrm>
              <a:off x="3915175" y="3580300"/>
              <a:ext cx="9725" cy="22350"/>
            </a:xfrm>
            <a:custGeom>
              <a:avLst/>
              <a:gdLst/>
              <a:ahLst/>
              <a:cxnLst/>
              <a:rect l="l" t="t" r="r" b="b"/>
              <a:pathLst>
                <a:path w="389" h="894" extrusionOk="0">
                  <a:moveTo>
                    <a:pt x="174" y="1"/>
                  </a:moveTo>
                  <a:cubicBezTo>
                    <a:pt x="174" y="1"/>
                    <a:pt x="172" y="3"/>
                    <a:pt x="167" y="7"/>
                  </a:cubicBezTo>
                  <a:cubicBezTo>
                    <a:pt x="156" y="17"/>
                    <a:pt x="146" y="27"/>
                    <a:pt x="136" y="38"/>
                  </a:cubicBezTo>
                  <a:lnTo>
                    <a:pt x="136" y="38"/>
                  </a:lnTo>
                  <a:cubicBezTo>
                    <a:pt x="155" y="20"/>
                    <a:pt x="175" y="1"/>
                    <a:pt x="174" y="1"/>
                  </a:cubicBezTo>
                  <a:close/>
                  <a:moveTo>
                    <a:pt x="220" y="19"/>
                  </a:moveTo>
                  <a:cubicBezTo>
                    <a:pt x="185" y="19"/>
                    <a:pt x="150" y="34"/>
                    <a:pt x="121" y="56"/>
                  </a:cubicBezTo>
                  <a:lnTo>
                    <a:pt x="121" y="56"/>
                  </a:lnTo>
                  <a:cubicBezTo>
                    <a:pt x="126" y="50"/>
                    <a:pt x="131" y="43"/>
                    <a:pt x="136" y="38"/>
                  </a:cubicBezTo>
                  <a:lnTo>
                    <a:pt x="136" y="38"/>
                  </a:lnTo>
                  <a:cubicBezTo>
                    <a:pt x="121" y="53"/>
                    <a:pt x="107" y="66"/>
                    <a:pt x="108" y="66"/>
                  </a:cubicBezTo>
                  <a:cubicBezTo>
                    <a:pt x="108" y="66"/>
                    <a:pt x="111" y="64"/>
                    <a:pt x="116" y="60"/>
                  </a:cubicBezTo>
                  <a:cubicBezTo>
                    <a:pt x="117" y="59"/>
                    <a:pt x="119" y="57"/>
                    <a:pt x="121" y="56"/>
                  </a:cubicBezTo>
                  <a:lnTo>
                    <a:pt x="121" y="56"/>
                  </a:lnTo>
                  <a:cubicBezTo>
                    <a:pt x="62" y="131"/>
                    <a:pt x="29" y="226"/>
                    <a:pt x="17" y="322"/>
                  </a:cubicBezTo>
                  <a:cubicBezTo>
                    <a:pt x="1" y="439"/>
                    <a:pt x="14" y="559"/>
                    <a:pt x="26" y="676"/>
                  </a:cubicBezTo>
                  <a:cubicBezTo>
                    <a:pt x="28" y="728"/>
                    <a:pt x="43" y="779"/>
                    <a:pt x="66" y="827"/>
                  </a:cubicBezTo>
                  <a:cubicBezTo>
                    <a:pt x="89" y="865"/>
                    <a:pt x="131" y="894"/>
                    <a:pt x="174" y="894"/>
                  </a:cubicBezTo>
                  <a:cubicBezTo>
                    <a:pt x="183" y="894"/>
                    <a:pt x="191" y="893"/>
                    <a:pt x="199" y="890"/>
                  </a:cubicBezTo>
                  <a:cubicBezTo>
                    <a:pt x="330" y="685"/>
                    <a:pt x="389" y="441"/>
                    <a:pt x="360" y="198"/>
                  </a:cubicBezTo>
                  <a:cubicBezTo>
                    <a:pt x="351" y="131"/>
                    <a:pt x="329" y="56"/>
                    <a:pt x="267" y="29"/>
                  </a:cubicBezTo>
                  <a:cubicBezTo>
                    <a:pt x="252" y="22"/>
                    <a:pt x="236" y="19"/>
                    <a:pt x="220" y="19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3"/>
            <p:cNvSpPr/>
            <p:nvPr/>
          </p:nvSpPr>
          <p:spPr>
            <a:xfrm>
              <a:off x="4125225" y="4640925"/>
              <a:ext cx="338975" cy="816425"/>
            </a:xfrm>
            <a:custGeom>
              <a:avLst/>
              <a:gdLst/>
              <a:ahLst/>
              <a:cxnLst/>
              <a:rect l="l" t="t" r="r" b="b"/>
              <a:pathLst>
                <a:path w="13559" h="32657" extrusionOk="0">
                  <a:moveTo>
                    <a:pt x="5920" y="0"/>
                  </a:moveTo>
                  <a:cubicBezTo>
                    <a:pt x="3919" y="1453"/>
                    <a:pt x="1952" y="2956"/>
                    <a:pt x="0" y="4478"/>
                  </a:cubicBezTo>
                  <a:cubicBezTo>
                    <a:pt x="1102" y="6972"/>
                    <a:pt x="1628" y="10084"/>
                    <a:pt x="1874" y="12693"/>
                  </a:cubicBezTo>
                  <a:cubicBezTo>
                    <a:pt x="2404" y="18318"/>
                    <a:pt x="4478" y="21508"/>
                    <a:pt x="4984" y="26541"/>
                  </a:cubicBezTo>
                  <a:cubicBezTo>
                    <a:pt x="4793" y="27143"/>
                    <a:pt x="4581" y="27748"/>
                    <a:pt x="4574" y="28380"/>
                  </a:cubicBezTo>
                  <a:cubicBezTo>
                    <a:pt x="4565" y="29075"/>
                    <a:pt x="4871" y="29831"/>
                    <a:pt x="5503" y="30124"/>
                  </a:cubicBezTo>
                  <a:cubicBezTo>
                    <a:pt x="5810" y="30266"/>
                    <a:pt x="6160" y="30286"/>
                    <a:pt x="6475" y="30408"/>
                  </a:cubicBezTo>
                  <a:cubicBezTo>
                    <a:pt x="7220" y="30696"/>
                    <a:pt x="7633" y="31482"/>
                    <a:pt x="8261" y="31978"/>
                  </a:cubicBezTo>
                  <a:cubicBezTo>
                    <a:pt x="8920" y="32499"/>
                    <a:pt x="9743" y="32656"/>
                    <a:pt x="10596" y="32656"/>
                  </a:cubicBezTo>
                  <a:cubicBezTo>
                    <a:pt x="11183" y="32656"/>
                    <a:pt x="11784" y="32582"/>
                    <a:pt x="12356" y="32500"/>
                  </a:cubicBezTo>
                  <a:cubicBezTo>
                    <a:pt x="12817" y="32433"/>
                    <a:pt x="13381" y="32274"/>
                    <a:pt x="13463" y="31817"/>
                  </a:cubicBezTo>
                  <a:cubicBezTo>
                    <a:pt x="13558" y="31295"/>
                    <a:pt x="12954" y="30954"/>
                    <a:pt x="12471" y="30741"/>
                  </a:cubicBezTo>
                  <a:cubicBezTo>
                    <a:pt x="10559" y="29895"/>
                    <a:pt x="8984" y="28354"/>
                    <a:pt x="8017" y="26502"/>
                  </a:cubicBezTo>
                  <a:cubicBezTo>
                    <a:pt x="7821" y="22630"/>
                    <a:pt x="7602" y="19729"/>
                    <a:pt x="7695" y="16238"/>
                  </a:cubicBezTo>
                  <a:cubicBezTo>
                    <a:pt x="7797" y="12395"/>
                    <a:pt x="8423" y="9232"/>
                    <a:pt x="7944" y="5563"/>
                  </a:cubicBezTo>
                  <a:cubicBezTo>
                    <a:pt x="7691" y="3618"/>
                    <a:pt x="7014" y="1663"/>
                    <a:pt x="5920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3"/>
            <p:cNvSpPr/>
            <p:nvPr/>
          </p:nvSpPr>
          <p:spPr>
            <a:xfrm>
              <a:off x="4235975" y="5332075"/>
              <a:ext cx="224625" cy="143600"/>
            </a:xfrm>
            <a:custGeom>
              <a:avLst/>
              <a:gdLst/>
              <a:ahLst/>
              <a:cxnLst/>
              <a:rect l="l" t="t" r="r" b="b"/>
              <a:pathLst>
                <a:path w="8985" h="5744" extrusionOk="0">
                  <a:moveTo>
                    <a:pt x="2474" y="0"/>
                  </a:moveTo>
                  <a:cubicBezTo>
                    <a:pt x="1969" y="0"/>
                    <a:pt x="1467" y="169"/>
                    <a:pt x="1020" y="410"/>
                  </a:cubicBezTo>
                  <a:cubicBezTo>
                    <a:pt x="663" y="599"/>
                    <a:pt x="317" y="854"/>
                    <a:pt x="148" y="1220"/>
                  </a:cubicBezTo>
                  <a:cubicBezTo>
                    <a:pt x="0" y="1537"/>
                    <a:pt x="4" y="1901"/>
                    <a:pt x="35" y="2247"/>
                  </a:cubicBezTo>
                  <a:cubicBezTo>
                    <a:pt x="62" y="2549"/>
                    <a:pt x="113" y="2862"/>
                    <a:pt x="279" y="3115"/>
                  </a:cubicBezTo>
                  <a:cubicBezTo>
                    <a:pt x="494" y="3447"/>
                    <a:pt x="872" y="3636"/>
                    <a:pt x="1251" y="3751"/>
                  </a:cubicBezTo>
                  <a:cubicBezTo>
                    <a:pt x="1628" y="3867"/>
                    <a:pt x="2025" y="3926"/>
                    <a:pt x="2389" y="4080"/>
                  </a:cubicBezTo>
                  <a:cubicBezTo>
                    <a:pt x="3032" y="4352"/>
                    <a:pt x="3524" y="4891"/>
                    <a:pt x="4130" y="5237"/>
                  </a:cubicBezTo>
                  <a:cubicBezTo>
                    <a:pt x="4793" y="5614"/>
                    <a:pt x="5562" y="5744"/>
                    <a:pt x="6330" y="5744"/>
                  </a:cubicBezTo>
                  <a:cubicBezTo>
                    <a:pt x="6548" y="5744"/>
                    <a:pt x="6765" y="5734"/>
                    <a:pt x="6979" y="5716"/>
                  </a:cubicBezTo>
                  <a:cubicBezTo>
                    <a:pt x="7484" y="5672"/>
                    <a:pt x="8012" y="5577"/>
                    <a:pt x="8403" y="5255"/>
                  </a:cubicBezTo>
                  <a:cubicBezTo>
                    <a:pt x="8793" y="4933"/>
                    <a:pt x="8984" y="4319"/>
                    <a:pt x="8693" y="3904"/>
                  </a:cubicBezTo>
                  <a:cubicBezTo>
                    <a:pt x="8462" y="3576"/>
                    <a:pt x="8028" y="3476"/>
                    <a:pt x="7646" y="3356"/>
                  </a:cubicBezTo>
                  <a:cubicBezTo>
                    <a:pt x="6998" y="3150"/>
                    <a:pt x="6399" y="2817"/>
                    <a:pt x="5882" y="2376"/>
                  </a:cubicBezTo>
                  <a:cubicBezTo>
                    <a:pt x="5381" y="1948"/>
                    <a:pt x="4967" y="1427"/>
                    <a:pt x="4490" y="974"/>
                  </a:cubicBezTo>
                  <a:cubicBezTo>
                    <a:pt x="4013" y="519"/>
                    <a:pt x="3443" y="120"/>
                    <a:pt x="2792" y="24"/>
                  </a:cubicBezTo>
                  <a:cubicBezTo>
                    <a:pt x="2686" y="8"/>
                    <a:pt x="2580" y="0"/>
                    <a:pt x="2474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3"/>
            <p:cNvSpPr/>
            <p:nvPr/>
          </p:nvSpPr>
          <p:spPr>
            <a:xfrm>
              <a:off x="4232500" y="5285725"/>
              <a:ext cx="233050" cy="176725"/>
            </a:xfrm>
            <a:custGeom>
              <a:avLst/>
              <a:gdLst/>
              <a:ahLst/>
              <a:cxnLst/>
              <a:rect l="l" t="t" r="r" b="b"/>
              <a:pathLst>
                <a:path w="9322" h="7069" extrusionOk="0">
                  <a:moveTo>
                    <a:pt x="3425" y="0"/>
                  </a:moveTo>
                  <a:cubicBezTo>
                    <a:pt x="3144" y="0"/>
                    <a:pt x="2863" y="181"/>
                    <a:pt x="2663" y="395"/>
                  </a:cubicBezTo>
                  <a:cubicBezTo>
                    <a:pt x="2412" y="663"/>
                    <a:pt x="2220" y="996"/>
                    <a:pt x="1916" y="1204"/>
                  </a:cubicBezTo>
                  <a:cubicBezTo>
                    <a:pt x="1774" y="1301"/>
                    <a:pt x="1592" y="1357"/>
                    <a:pt x="1419" y="1357"/>
                  </a:cubicBezTo>
                  <a:cubicBezTo>
                    <a:pt x="1222" y="1357"/>
                    <a:pt x="1036" y="1284"/>
                    <a:pt x="933" y="1117"/>
                  </a:cubicBezTo>
                  <a:cubicBezTo>
                    <a:pt x="864" y="1004"/>
                    <a:pt x="844" y="863"/>
                    <a:pt x="778" y="747"/>
                  </a:cubicBezTo>
                  <a:cubicBezTo>
                    <a:pt x="729" y="654"/>
                    <a:pt x="627" y="576"/>
                    <a:pt x="529" y="576"/>
                  </a:cubicBezTo>
                  <a:cubicBezTo>
                    <a:pt x="502" y="576"/>
                    <a:pt x="475" y="582"/>
                    <a:pt x="449" y="596"/>
                  </a:cubicBezTo>
                  <a:cubicBezTo>
                    <a:pt x="358" y="645"/>
                    <a:pt x="330" y="763"/>
                    <a:pt x="314" y="867"/>
                  </a:cubicBezTo>
                  <a:cubicBezTo>
                    <a:pt x="254" y="1231"/>
                    <a:pt x="196" y="1595"/>
                    <a:pt x="137" y="1958"/>
                  </a:cubicBezTo>
                  <a:cubicBezTo>
                    <a:pt x="68" y="2377"/>
                    <a:pt x="1" y="2801"/>
                    <a:pt x="41" y="3223"/>
                  </a:cubicBezTo>
                  <a:cubicBezTo>
                    <a:pt x="81" y="3646"/>
                    <a:pt x="239" y="4074"/>
                    <a:pt x="560" y="4352"/>
                  </a:cubicBezTo>
                  <a:cubicBezTo>
                    <a:pt x="966" y="4707"/>
                    <a:pt x="1549" y="4765"/>
                    <a:pt x="2033" y="5004"/>
                  </a:cubicBezTo>
                  <a:cubicBezTo>
                    <a:pt x="2725" y="5346"/>
                    <a:pt x="3176" y="6038"/>
                    <a:pt x="3817" y="6470"/>
                  </a:cubicBezTo>
                  <a:cubicBezTo>
                    <a:pt x="4568" y="6973"/>
                    <a:pt x="5492" y="7068"/>
                    <a:pt x="6410" y="7068"/>
                  </a:cubicBezTo>
                  <a:cubicBezTo>
                    <a:pt x="6652" y="7068"/>
                    <a:pt x="6894" y="7062"/>
                    <a:pt x="7131" y="7054"/>
                  </a:cubicBezTo>
                  <a:cubicBezTo>
                    <a:pt x="7619" y="7040"/>
                    <a:pt x="8127" y="7018"/>
                    <a:pt x="8561" y="6790"/>
                  </a:cubicBezTo>
                  <a:cubicBezTo>
                    <a:pt x="8992" y="6563"/>
                    <a:pt x="9322" y="6060"/>
                    <a:pt x="9187" y="5590"/>
                  </a:cubicBezTo>
                  <a:cubicBezTo>
                    <a:pt x="9061" y="5144"/>
                    <a:pt x="8595" y="4900"/>
                    <a:pt x="8184" y="4689"/>
                  </a:cubicBezTo>
                  <a:cubicBezTo>
                    <a:pt x="6530" y="3839"/>
                    <a:pt x="4961" y="2615"/>
                    <a:pt x="4258" y="894"/>
                  </a:cubicBezTo>
                  <a:cubicBezTo>
                    <a:pt x="4121" y="558"/>
                    <a:pt x="3979" y="166"/>
                    <a:pt x="3639" y="39"/>
                  </a:cubicBezTo>
                  <a:cubicBezTo>
                    <a:pt x="3568" y="12"/>
                    <a:pt x="3497" y="0"/>
                    <a:pt x="3425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3"/>
            <p:cNvSpPr/>
            <p:nvPr/>
          </p:nvSpPr>
          <p:spPr>
            <a:xfrm>
              <a:off x="4268375" y="5285050"/>
              <a:ext cx="147150" cy="117450"/>
            </a:xfrm>
            <a:custGeom>
              <a:avLst/>
              <a:gdLst/>
              <a:ahLst/>
              <a:cxnLst/>
              <a:rect l="l" t="t" r="r" b="b"/>
              <a:pathLst>
                <a:path w="5886" h="4698" extrusionOk="0">
                  <a:moveTo>
                    <a:pt x="2010" y="0"/>
                  </a:moveTo>
                  <a:cubicBezTo>
                    <a:pt x="1895" y="0"/>
                    <a:pt x="1777" y="30"/>
                    <a:pt x="1659" y="95"/>
                  </a:cubicBezTo>
                  <a:cubicBezTo>
                    <a:pt x="1457" y="206"/>
                    <a:pt x="1153" y="450"/>
                    <a:pt x="1006" y="626"/>
                  </a:cubicBezTo>
                  <a:cubicBezTo>
                    <a:pt x="709" y="987"/>
                    <a:pt x="438" y="1275"/>
                    <a:pt x="1" y="1444"/>
                  </a:cubicBezTo>
                  <a:cubicBezTo>
                    <a:pt x="42" y="1433"/>
                    <a:pt x="84" y="1428"/>
                    <a:pt x="125" y="1428"/>
                  </a:cubicBezTo>
                  <a:cubicBezTo>
                    <a:pt x="360" y="1428"/>
                    <a:pt x="587" y="1585"/>
                    <a:pt x="780" y="1735"/>
                  </a:cubicBezTo>
                  <a:cubicBezTo>
                    <a:pt x="1275" y="2116"/>
                    <a:pt x="1772" y="2498"/>
                    <a:pt x="2213" y="2941"/>
                  </a:cubicBezTo>
                  <a:cubicBezTo>
                    <a:pt x="2566" y="3298"/>
                    <a:pt x="2883" y="3691"/>
                    <a:pt x="3260" y="4024"/>
                  </a:cubicBezTo>
                  <a:cubicBezTo>
                    <a:pt x="3635" y="4355"/>
                    <a:pt x="4087" y="4632"/>
                    <a:pt x="4586" y="4689"/>
                  </a:cubicBezTo>
                  <a:cubicBezTo>
                    <a:pt x="4641" y="4695"/>
                    <a:pt x="4696" y="4698"/>
                    <a:pt x="4752" y="4698"/>
                  </a:cubicBezTo>
                  <a:cubicBezTo>
                    <a:pt x="5202" y="4698"/>
                    <a:pt x="5660" y="4497"/>
                    <a:pt x="5886" y="4110"/>
                  </a:cubicBezTo>
                  <a:cubicBezTo>
                    <a:pt x="4799" y="3385"/>
                    <a:pt x="3852" y="2777"/>
                    <a:pt x="3371" y="1684"/>
                  </a:cubicBezTo>
                  <a:cubicBezTo>
                    <a:pt x="3191" y="1276"/>
                    <a:pt x="3001" y="743"/>
                    <a:pt x="2721" y="397"/>
                  </a:cubicBezTo>
                  <a:cubicBezTo>
                    <a:pt x="2524" y="157"/>
                    <a:pt x="2275" y="0"/>
                    <a:pt x="2010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3"/>
            <p:cNvSpPr/>
            <p:nvPr/>
          </p:nvSpPr>
          <p:spPr>
            <a:xfrm>
              <a:off x="4323000" y="5322350"/>
              <a:ext cx="34900" cy="23175"/>
            </a:xfrm>
            <a:custGeom>
              <a:avLst/>
              <a:gdLst/>
              <a:ahLst/>
              <a:cxnLst/>
              <a:rect l="l" t="t" r="r" b="b"/>
              <a:pathLst>
                <a:path w="1396" h="927" extrusionOk="0">
                  <a:moveTo>
                    <a:pt x="1274" y="0"/>
                  </a:moveTo>
                  <a:cubicBezTo>
                    <a:pt x="1269" y="0"/>
                    <a:pt x="1264" y="0"/>
                    <a:pt x="1259" y="1"/>
                  </a:cubicBezTo>
                  <a:cubicBezTo>
                    <a:pt x="758" y="39"/>
                    <a:pt x="305" y="311"/>
                    <a:pt x="37" y="737"/>
                  </a:cubicBezTo>
                  <a:cubicBezTo>
                    <a:pt x="1" y="795"/>
                    <a:pt x="19" y="870"/>
                    <a:pt x="77" y="906"/>
                  </a:cubicBezTo>
                  <a:cubicBezTo>
                    <a:pt x="97" y="919"/>
                    <a:pt x="119" y="926"/>
                    <a:pt x="143" y="926"/>
                  </a:cubicBezTo>
                  <a:cubicBezTo>
                    <a:pt x="185" y="924"/>
                    <a:pt x="225" y="902"/>
                    <a:pt x="248" y="866"/>
                  </a:cubicBezTo>
                  <a:cubicBezTo>
                    <a:pt x="308" y="770"/>
                    <a:pt x="383" y="682"/>
                    <a:pt x="469" y="604"/>
                  </a:cubicBezTo>
                  <a:lnTo>
                    <a:pt x="942" y="320"/>
                  </a:lnTo>
                  <a:cubicBezTo>
                    <a:pt x="1049" y="280"/>
                    <a:pt x="1162" y="256"/>
                    <a:pt x="1277" y="247"/>
                  </a:cubicBezTo>
                  <a:cubicBezTo>
                    <a:pt x="1344" y="241"/>
                    <a:pt x="1395" y="181"/>
                    <a:pt x="1390" y="114"/>
                  </a:cubicBezTo>
                  <a:cubicBezTo>
                    <a:pt x="1388" y="50"/>
                    <a:pt x="1335" y="0"/>
                    <a:pt x="1274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3"/>
            <p:cNvSpPr/>
            <p:nvPr/>
          </p:nvSpPr>
          <p:spPr>
            <a:xfrm>
              <a:off x="4337475" y="5338275"/>
              <a:ext cx="29175" cy="24175"/>
            </a:xfrm>
            <a:custGeom>
              <a:avLst/>
              <a:gdLst/>
              <a:ahLst/>
              <a:cxnLst/>
              <a:rect l="l" t="t" r="r" b="b"/>
              <a:pathLst>
                <a:path w="1167" h="967" extrusionOk="0">
                  <a:moveTo>
                    <a:pt x="1034" y="0"/>
                  </a:moveTo>
                  <a:cubicBezTo>
                    <a:pt x="1025" y="0"/>
                    <a:pt x="1016" y="1"/>
                    <a:pt x="1008" y="3"/>
                  </a:cubicBezTo>
                  <a:cubicBezTo>
                    <a:pt x="572" y="92"/>
                    <a:pt x="208" y="387"/>
                    <a:pt x="28" y="793"/>
                  </a:cubicBezTo>
                  <a:cubicBezTo>
                    <a:pt x="1" y="855"/>
                    <a:pt x="30" y="928"/>
                    <a:pt x="92" y="956"/>
                  </a:cubicBezTo>
                  <a:cubicBezTo>
                    <a:pt x="108" y="963"/>
                    <a:pt x="125" y="966"/>
                    <a:pt x="143" y="966"/>
                  </a:cubicBezTo>
                  <a:cubicBezTo>
                    <a:pt x="192" y="966"/>
                    <a:pt x="236" y="937"/>
                    <a:pt x="256" y="892"/>
                  </a:cubicBezTo>
                  <a:cubicBezTo>
                    <a:pt x="312" y="768"/>
                    <a:pt x="390" y="657"/>
                    <a:pt x="489" y="562"/>
                  </a:cubicBezTo>
                  <a:lnTo>
                    <a:pt x="685" y="406"/>
                  </a:lnTo>
                  <a:cubicBezTo>
                    <a:pt x="796" y="329"/>
                    <a:pt x="924" y="275"/>
                    <a:pt x="1055" y="245"/>
                  </a:cubicBezTo>
                  <a:cubicBezTo>
                    <a:pt x="1122" y="233"/>
                    <a:pt x="1166" y="167"/>
                    <a:pt x="1153" y="100"/>
                  </a:cubicBezTo>
                  <a:cubicBezTo>
                    <a:pt x="1142" y="41"/>
                    <a:pt x="1091" y="0"/>
                    <a:pt x="1034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3"/>
            <p:cNvSpPr/>
            <p:nvPr/>
          </p:nvSpPr>
          <p:spPr>
            <a:xfrm>
              <a:off x="4348000" y="5351900"/>
              <a:ext cx="28975" cy="24125"/>
            </a:xfrm>
            <a:custGeom>
              <a:avLst/>
              <a:gdLst/>
              <a:ahLst/>
              <a:cxnLst/>
              <a:rect l="l" t="t" r="r" b="b"/>
              <a:pathLst>
                <a:path w="1159" h="965" extrusionOk="0">
                  <a:moveTo>
                    <a:pt x="1029" y="0"/>
                  </a:moveTo>
                  <a:cubicBezTo>
                    <a:pt x="1025" y="0"/>
                    <a:pt x="1021" y="0"/>
                    <a:pt x="1016" y="1"/>
                  </a:cubicBezTo>
                  <a:cubicBezTo>
                    <a:pt x="568" y="46"/>
                    <a:pt x="159" y="374"/>
                    <a:pt x="20" y="802"/>
                  </a:cubicBezTo>
                  <a:cubicBezTo>
                    <a:pt x="0" y="868"/>
                    <a:pt x="37" y="937"/>
                    <a:pt x="100" y="959"/>
                  </a:cubicBezTo>
                  <a:cubicBezTo>
                    <a:pt x="113" y="962"/>
                    <a:pt x="126" y="964"/>
                    <a:pt x="139" y="964"/>
                  </a:cubicBezTo>
                  <a:cubicBezTo>
                    <a:pt x="193" y="964"/>
                    <a:pt x="241" y="929"/>
                    <a:pt x="257" y="878"/>
                  </a:cubicBezTo>
                  <a:cubicBezTo>
                    <a:pt x="284" y="798"/>
                    <a:pt x="323" y="724"/>
                    <a:pt x="372" y="655"/>
                  </a:cubicBezTo>
                  <a:lnTo>
                    <a:pt x="798" y="310"/>
                  </a:lnTo>
                  <a:cubicBezTo>
                    <a:pt x="874" y="278"/>
                    <a:pt x="956" y="258"/>
                    <a:pt x="1040" y="248"/>
                  </a:cubicBezTo>
                  <a:cubicBezTo>
                    <a:pt x="1107" y="241"/>
                    <a:pt x="1158" y="181"/>
                    <a:pt x="1151" y="112"/>
                  </a:cubicBezTo>
                  <a:cubicBezTo>
                    <a:pt x="1146" y="49"/>
                    <a:pt x="1091" y="0"/>
                    <a:pt x="1029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3"/>
            <p:cNvSpPr/>
            <p:nvPr/>
          </p:nvSpPr>
          <p:spPr>
            <a:xfrm>
              <a:off x="4362975" y="5361700"/>
              <a:ext cx="28650" cy="24775"/>
            </a:xfrm>
            <a:custGeom>
              <a:avLst/>
              <a:gdLst/>
              <a:ahLst/>
              <a:cxnLst/>
              <a:rect l="l" t="t" r="r" b="b"/>
              <a:pathLst>
                <a:path w="1146" h="991" extrusionOk="0">
                  <a:moveTo>
                    <a:pt x="1007" y="0"/>
                  </a:moveTo>
                  <a:cubicBezTo>
                    <a:pt x="993" y="0"/>
                    <a:pt x="979" y="3"/>
                    <a:pt x="965" y="8"/>
                  </a:cubicBezTo>
                  <a:cubicBezTo>
                    <a:pt x="561" y="144"/>
                    <a:pt x="224" y="432"/>
                    <a:pt x="24" y="811"/>
                  </a:cubicBezTo>
                  <a:cubicBezTo>
                    <a:pt x="0" y="854"/>
                    <a:pt x="6" y="907"/>
                    <a:pt x="37" y="945"/>
                  </a:cubicBezTo>
                  <a:cubicBezTo>
                    <a:pt x="60" y="974"/>
                    <a:pt x="95" y="991"/>
                    <a:pt x="133" y="991"/>
                  </a:cubicBezTo>
                  <a:cubicBezTo>
                    <a:pt x="144" y="991"/>
                    <a:pt x="155" y="989"/>
                    <a:pt x="164" y="985"/>
                  </a:cubicBezTo>
                  <a:lnTo>
                    <a:pt x="246" y="964"/>
                  </a:lnTo>
                  <a:cubicBezTo>
                    <a:pt x="312" y="945"/>
                    <a:pt x="352" y="878"/>
                    <a:pt x="334" y="812"/>
                  </a:cubicBezTo>
                  <a:cubicBezTo>
                    <a:pt x="332" y="803"/>
                    <a:pt x="328" y="794"/>
                    <a:pt x="324" y="787"/>
                  </a:cubicBezTo>
                  <a:cubicBezTo>
                    <a:pt x="366" y="729"/>
                    <a:pt x="412" y="672"/>
                    <a:pt x="461" y="621"/>
                  </a:cubicBezTo>
                  <a:lnTo>
                    <a:pt x="641" y="457"/>
                  </a:lnTo>
                  <a:cubicBezTo>
                    <a:pt x="763" y="364"/>
                    <a:pt x="900" y="292"/>
                    <a:pt x="1046" y="242"/>
                  </a:cubicBezTo>
                  <a:cubicBezTo>
                    <a:pt x="1109" y="221"/>
                    <a:pt x="1146" y="150"/>
                    <a:pt x="1124" y="84"/>
                  </a:cubicBezTo>
                  <a:cubicBezTo>
                    <a:pt x="1107" y="34"/>
                    <a:pt x="1058" y="0"/>
                    <a:pt x="1007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3"/>
            <p:cNvSpPr/>
            <p:nvPr/>
          </p:nvSpPr>
          <p:spPr>
            <a:xfrm>
              <a:off x="4380400" y="5372250"/>
              <a:ext cx="24800" cy="22825"/>
            </a:xfrm>
            <a:custGeom>
              <a:avLst/>
              <a:gdLst/>
              <a:ahLst/>
              <a:cxnLst/>
              <a:rect l="l" t="t" r="r" b="b"/>
              <a:pathLst>
                <a:path w="992" h="913" extrusionOk="0">
                  <a:moveTo>
                    <a:pt x="850" y="1"/>
                  </a:moveTo>
                  <a:cubicBezTo>
                    <a:pt x="832" y="1"/>
                    <a:pt x="815" y="4"/>
                    <a:pt x="798" y="12"/>
                  </a:cubicBezTo>
                  <a:cubicBezTo>
                    <a:pt x="460" y="148"/>
                    <a:pt x="186" y="405"/>
                    <a:pt x="30" y="735"/>
                  </a:cubicBezTo>
                  <a:cubicBezTo>
                    <a:pt x="1" y="796"/>
                    <a:pt x="28" y="871"/>
                    <a:pt x="90" y="900"/>
                  </a:cubicBezTo>
                  <a:cubicBezTo>
                    <a:pt x="107" y="908"/>
                    <a:pt x="125" y="912"/>
                    <a:pt x="143" y="912"/>
                  </a:cubicBezTo>
                  <a:cubicBezTo>
                    <a:pt x="190" y="912"/>
                    <a:pt x="235" y="886"/>
                    <a:pt x="256" y="840"/>
                  </a:cubicBezTo>
                  <a:cubicBezTo>
                    <a:pt x="385" y="569"/>
                    <a:pt x="611" y="356"/>
                    <a:pt x="889" y="245"/>
                  </a:cubicBezTo>
                  <a:cubicBezTo>
                    <a:pt x="957" y="221"/>
                    <a:pt x="991" y="146"/>
                    <a:pt x="966" y="81"/>
                  </a:cubicBezTo>
                  <a:cubicBezTo>
                    <a:pt x="947" y="31"/>
                    <a:pt x="900" y="1"/>
                    <a:pt x="850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3"/>
            <p:cNvSpPr/>
            <p:nvPr/>
          </p:nvSpPr>
          <p:spPr>
            <a:xfrm>
              <a:off x="4257675" y="5353650"/>
              <a:ext cx="37775" cy="41250"/>
            </a:xfrm>
            <a:custGeom>
              <a:avLst/>
              <a:gdLst/>
              <a:ahLst/>
              <a:cxnLst/>
              <a:rect l="l" t="t" r="r" b="b"/>
              <a:pathLst>
                <a:path w="1511" h="1650" extrusionOk="0">
                  <a:moveTo>
                    <a:pt x="644" y="1"/>
                  </a:moveTo>
                  <a:cubicBezTo>
                    <a:pt x="562" y="1"/>
                    <a:pt x="480" y="15"/>
                    <a:pt x="405" y="49"/>
                  </a:cubicBezTo>
                  <a:cubicBezTo>
                    <a:pt x="185" y="148"/>
                    <a:pt x="65" y="392"/>
                    <a:pt x="34" y="632"/>
                  </a:cubicBezTo>
                  <a:cubicBezTo>
                    <a:pt x="1" y="905"/>
                    <a:pt x="74" y="1194"/>
                    <a:pt x="258" y="1398"/>
                  </a:cubicBezTo>
                  <a:cubicBezTo>
                    <a:pt x="399" y="1554"/>
                    <a:pt x="609" y="1649"/>
                    <a:pt x="816" y="1649"/>
                  </a:cubicBezTo>
                  <a:cubicBezTo>
                    <a:pt x="880" y="1649"/>
                    <a:pt x="944" y="1640"/>
                    <a:pt x="1006" y="1621"/>
                  </a:cubicBezTo>
                  <a:cubicBezTo>
                    <a:pt x="1303" y="1526"/>
                    <a:pt x="1499" y="1213"/>
                    <a:pt x="1503" y="901"/>
                  </a:cubicBezTo>
                  <a:cubicBezTo>
                    <a:pt x="1510" y="501"/>
                    <a:pt x="1210" y="115"/>
                    <a:pt x="820" y="22"/>
                  </a:cubicBezTo>
                  <a:cubicBezTo>
                    <a:pt x="763" y="8"/>
                    <a:pt x="704" y="1"/>
                    <a:pt x="644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3"/>
            <p:cNvSpPr/>
            <p:nvPr/>
          </p:nvSpPr>
          <p:spPr>
            <a:xfrm>
              <a:off x="4254450" y="5350525"/>
              <a:ext cx="44125" cy="47475"/>
            </a:xfrm>
            <a:custGeom>
              <a:avLst/>
              <a:gdLst/>
              <a:ahLst/>
              <a:cxnLst/>
              <a:rect l="l" t="t" r="r" b="b"/>
              <a:pathLst>
                <a:path w="1765" h="1899" extrusionOk="0">
                  <a:moveTo>
                    <a:pt x="759" y="250"/>
                  </a:moveTo>
                  <a:cubicBezTo>
                    <a:pt x="763" y="250"/>
                    <a:pt x="767" y="251"/>
                    <a:pt x="771" y="251"/>
                  </a:cubicBezTo>
                  <a:cubicBezTo>
                    <a:pt x="822" y="251"/>
                    <a:pt x="871" y="256"/>
                    <a:pt x="918" y="269"/>
                  </a:cubicBezTo>
                  <a:cubicBezTo>
                    <a:pt x="1253" y="349"/>
                    <a:pt x="1512" y="680"/>
                    <a:pt x="1508" y="1025"/>
                  </a:cubicBezTo>
                  <a:cubicBezTo>
                    <a:pt x="1505" y="1299"/>
                    <a:pt x="1332" y="1553"/>
                    <a:pt x="1098" y="1627"/>
                  </a:cubicBezTo>
                  <a:cubicBezTo>
                    <a:pt x="1052" y="1641"/>
                    <a:pt x="1005" y="1649"/>
                    <a:pt x="957" y="1649"/>
                  </a:cubicBezTo>
                  <a:cubicBezTo>
                    <a:pt x="953" y="1649"/>
                    <a:pt x="948" y="1649"/>
                    <a:pt x="944" y="1649"/>
                  </a:cubicBezTo>
                  <a:cubicBezTo>
                    <a:pt x="767" y="1647"/>
                    <a:pt x="598" y="1571"/>
                    <a:pt x="479" y="1440"/>
                  </a:cubicBezTo>
                  <a:cubicBezTo>
                    <a:pt x="328" y="1272"/>
                    <a:pt x="255" y="1023"/>
                    <a:pt x="286" y="771"/>
                  </a:cubicBezTo>
                  <a:cubicBezTo>
                    <a:pt x="308" y="593"/>
                    <a:pt x="399" y="371"/>
                    <a:pt x="587" y="287"/>
                  </a:cubicBezTo>
                  <a:cubicBezTo>
                    <a:pt x="641" y="263"/>
                    <a:pt x="699" y="250"/>
                    <a:pt x="759" y="250"/>
                  </a:cubicBezTo>
                  <a:close/>
                  <a:moveTo>
                    <a:pt x="773" y="1"/>
                  </a:moveTo>
                  <a:cubicBezTo>
                    <a:pt x="668" y="1"/>
                    <a:pt x="570" y="20"/>
                    <a:pt x="483" y="59"/>
                  </a:cubicBezTo>
                  <a:cubicBezTo>
                    <a:pt x="248" y="165"/>
                    <a:pt x="77" y="427"/>
                    <a:pt x="39" y="740"/>
                  </a:cubicBezTo>
                  <a:cubicBezTo>
                    <a:pt x="1" y="1063"/>
                    <a:pt x="95" y="1387"/>
                    <a:pt x="294" y="1607"/>
                  </a:cubicBezTo>
                  <a:cubicBezTo>
                    <a:pt x="461" y="1791"/>
                    <a:pt x="696" y="1897"/>
                    <a:pt x="944" y="1899"/>
                  </a:cubicBezTo>
                  <a:cubicBezTo>
                    <a:pt x="1022" y="1899"/>
                    <a:pt x="1098" y="1888"/>
                    <a:pt x="1173" y="1864"/>
                  </a:cubicBezTo>
                  <a:cubicBezTo>
                    <a:pt x="1506" y="1758"/>
                    <a:pt x="1752" y="1407"/>
                    <a:pt x="1758" y="1028"/>
                  </a:cubicBezTo>
                  <a:cubicBezTo>
                    <a:pt x="1765" y="571"/>
                    <a:pt x="1421" y="130"/>
                    <a:pt x="976" y="25"/>
                  </a:cubicBezTo>
                  <a:cubicBezTo>
                    <a:pt x="907" y="9"/>
                    <a:pt x="839" y="1"/>
                    <a:pt x="773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4268300" y="4580650"/>
              <a:ext cx="481350" cy="664125"/>
            </a:xfrm>
            <a:custGeom>
              <a:avLst/>
              <a:gdLst/>
              <a:ahLst/>
              <a:cxnLst/>
              <a:rect l="l" t="t" r="r" b="b"/>
              <a:pathLst>
                <a:path w="19254" h="26565" extrusionOk="0">
                  <a:moveTo>
                    <a:pt x="4778" y="1"/>
                  </a:moveTo>
                  <a:cubicBezTo>
                    <a:pt x="3274" y="1027"/>
                    <a:pt x="1792" y="2084"/>
                    <a:pt x="333" y="3171"/>
                  </a:cubicBezTo>
                  <a:cubicBezTo>
                    <a:pt x="330" y="3194"/>
                    <a:pt x="326" y="3216"/>
                    <a:pt x="322" y="3240"/>
                  </a:cubicBezTo>
                  <a:cubicBezTo>
                    <a:pt x="0" y="5359"/>
                    <a:pt x="1988" y="10281"/>
                    <a:pt x="3163" y="12074"/>
                  </a:cubicBezTo>
                  <a:cubicBezTo>
                    <a:pt x="4263" y="13751"/>
                    <a:pt x="3143" y="13462"/>
                    <a:pt x="4459" y="15339"/>
                  </a:cubicBezTo>
                  <a:cubicBezTo>
                    <a:pt x="6453" y="18189"/>
                    <a:pt x="8951" y="20820"/>
                    <a:pt x="10000" y="23234"/>
                  </a:cubicBezTo>
                  <a:cubicBezTo>
                    <a:pt x="10510" y="24420"/>
                    <a:pt x="10224" y="25044"/>
                    <a:pt x="10510" y="25722"/>
                  </a:cubicBezTo>
                  <a:cubicBezTo>
                    <a:pt x="10646" y="26047"/>
                    <a:pt x="11094" y="26291"/>
                    <a:pt x="11402" y="26463"/>
                  </a:cubicBezTo>
                  <a:cubicBezTo>
                    <a:pt x="11531" y="26535"/>
                    <a:pt x="11682" y="26565"/>
                    <a:pt x="11845" y="26565"/>
                  </a:cubicBezTo>
                  <a:cubicBezTo>
                    <a:pt x="12413" y="26565"/>
                    <a:pt x="13133" y="26207"/>
                    <a:pt x="13623" y="26053"/>
                  </a:cubicBezTo>
                  <a:cubicBezTo>
                    <a:pt x="14627" y="25742"/>
                    <a:pt x="15406" y="25694"/>
                    <a:pt x="16448" y="25565"/>
                  </a:cubicBezTo>
                  <a:cubicBezTo>
                    <a:pt x="17425" y="25438"/>
                    <a:pt x="18327" y="24968"/>
                    <a:pt x="18989" y="24239"/>
                  </a:cubicBezTo>
                  <a:cubicBezTo>
                    <a:pt x="19113" y="24103"/>
                    <a:pt x="19232" y="23946"/>
                    <a:pt x="19241" y="23762"/>
                  </a:cubicBezTo>
                  <a:cubicBezTo>
                    <a:pt x="19253" y="23466"/>
                    <a:pt x="18958" y="23231"/>
                    <a:pt x="18663" y="23189"/>
                  </a:cubicBezTo>
                  <a:cubicBezTo>
                    <a:pt x="18615" y="23182"/>
                    <a:pt x="18567" y="23179"/>
                    <a:pt x="18519" y="23179"/>
                  </a:cubicBezTo>
                  <a:cubicBezTo>
                    <a:pt x="18272" y="23179"/>
                    <a:pt x="18027" y="23257"/>
                    <a:pt x="17784" y="23318"/>
                  </a:cubicBezTo>
                  <a:cubicBezTo>
                    <a:pt x="17616" y="23360"/>
                    <a:pt x="17434" y="23380"/>
                    <a:pt x="17241" y="23380"/>
                  </a:cubicBezTo>
                  <a:cubicBezTo>
                    <a:pt x="15821" y="23380"/>
                    <a:pt x="13834" y="22327"/>
                    <a:pt x="12729" y="21688"/>
                  </a:cubicBezTo>
                  <a:cubicBezTo>
                    <a:pt x="9130" y="14405"/>
                    <a:pt x="7311" y="8305"/>
                    <a:pt x="5004" y="44"/>
                  </a:cubicBezTo>
                  <a:lnTo>
                    <a:pt x="4778" y="1"/>
                  </a:ln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3"/>
            <p:cNvSpPr/>
            <p:nvPr/>
          </p:nvSpPr>
          <p:spPr>
            <a:xfrm>
              <a:off x="4536775" y="5164125"/>
              <a:ext cx="217925" cy="129500"/>
            </a:xfrm>
            <a:custGeom>
              <a:avLst/>
              <a:gdLst/>
              <a:ahLst/>
              <a:cxnLst/>
              <a:rect l="l" t="t" r="r" b="b"/>
              <a:pathLst>
                <a:path w="8717" h="5180" extrusionOk="0">
                  <a:moveTo>
                    <a:pt x="8289" y="1"/>
                  </a:moveTo>
                  <a:cubicBezTo>
                    <a:pt x="7792" y="753"/>
                    <a:pt x="6969" y="1237"/>
                    <a:pt x="6115" y="1532"/>
                  </a:cubicBezTo>
                  <a:cubicBezTo>
                    <a:pt x="5261" y="1825"/>
                    <a:pt x="4361" y="1955"/>
                    <a:pt x="3482" y="2155"/>
                  </a:cubicBezTo>
                  <a:cubicBezTo>
                    <a:pt x="2278" y="2430"/>
                    <a:pt x="1111" y="2840"/>
                    <a:pt x="0" y="3379"/>
                  </a:cubicBezTo>
                  <a:cubicBezTo>
                    <a:pt x="241" y="4085"/>
                    <a:pt x="676" y="4710"/>
                    <a:pt x="1257" y="5179"/>
                  </a:cubicBezTo>
                  <a:cubicBezTo>
                    <a:pt x="2096" y="4254"/>
                    <a:pt x="3316" y="3781"/>
                    <a:pt x="4505" y="3389"/>
                  </a:cubicBezTo>
                  <a:cubicBezTo>
                    <a:pt x="5692" y="2998"/>
                    <a:pt x="6928" y="2643"/>
                    <a:pt x="7915" y="1873"/>
                  </a:cubicBezTo>
                  <a:cubicBezTo>
                    <a:pt x="8212" y="1641"/>
                    <a:pt x="8491" y="1359"/>
                    <a:pt x="8604" y="999"/>
                  </a:cubicBezTo>
                  <a:cubicBezTo>
                    <a:pt x="8717" y="638"/>
                    <a:pt x="8615" y="190"/>
                    <a:pt x="8289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3"/>
            <p:cNvSpPr/>
            <p:nvPr/>
          </p:nvSpPr>
          <p:spPr>
            <a:xfrm>
              <a:off x="4520650" y="5120400"/>
              <a:ext cx="233600" cy="141150"/>
            </a:xfrm>
            <a:custGeom>
              <a:avLst/>
              <a:gdLst/>
              <a:ahLst/>
              <a:cxnLst/>
              <a:rect l="l" t="t" r="r" b="b"/>
              <a:pathLst>
                <a:path w="9344" h="5646" extrusionOk="0">
                  <a:moveTo>
                    <a:pt x="2635" y="0"/>
                  </a:moveTo>
                  <a:cubicBezTo>
                    <a:pt x="2492" y="0"/>
                    <a:pt x="2709" y="232"/>
                    <a:pt x="2570" y="423"/>
                  </a:cubicBezTo>
                  <a:cubicBezTo>
                    <a:pt x="2415" y="634"/>
                    <a:pt x="2342" y="890"/>
                    <a:pt x="2249" y="1136"/>
                  </a:cubicBezTo>
                  <a:cubicBezTo>
                    <a:pt x="1842" y="2209"/>
                    <a:pt x="1035" y="3081"/>
                    <a:pt x="1" y="3576"/>
                  </a:cubicBezTo>
                  <a:cubicBezTo>
                    <a:pt x="146" y="4042"/>
                    <a:pt x="292" y="4510"/>
                    <a:pt x="438" y="4976"/>
                  </a:cubicBezTo>
                  <a:cubicBezTo>
                    <a:pt x="507" y="5199"/>
                    <a:pt x="589" y="5437"/>
                    <a:pt x="785" y="5563"/>
                  </a:cubicBezTo>
                  <a:cubicBezTo>
                    <a:pt x="879" y="5622"/>
                    <a:pt x="982" y="5646"/>
                    <a:pt x="1089" y="5646"/>
                  </a:cubicBezTo>
                  <a:cubicBezTo>
                    <a:pt x="1315" y="5646"/>
                    <a:pt x="1559" y="5539"/>
                    <a:pt x="1772" y="5437"/>
                  </a:cubicBezTo>
                  <a:cubicBezTo>
                    <a:pt x="2759" y="4964"/>
                    <a:pt x="3799" y="4616"/>
                    <a:pt x="4871" y="4403"/>
                  </a:cubicBezTo>
                  <a:cubicBezTo>
                    <a:pt x="5631" y="4252"/>
                    <a:pt x="6405" y="4166"/>
                    <a:pt x="7142" y="3933"/>
                  </a:cubicBezTo>
                  <a:cubicBezTo>
                    <a:pt x="7879" y="3700"/>
                    <a:pt x="8595" y="3296"/>
                    <a:pt x="9021" y="2649"/>
                  </a:cubicBezTo>
                  <a:cubicBezTo>
                    <a:pt x="9227" y="2336"/>
                    <a:pt x="9343" y="1883"/>
                    <a:pt x="9087" y="1608"/>
                  </a:cubicBezTo>
                  <a:cubicBezTo>
                    <a:pt x="8949" y="1460"/>
                    <a:pt x="8760" y="1415"/>
                    <a:pt x="8556" y="1415"/>
                  </a:cubicBezTo>
                  <a:cubicBezTo>
                    <a:pt x="8359" y="1415"/>
                    <a:pt x="8147" y="1456"/>
                    <a:pt x="7954" y="1486"/>
                  </a:cubicBezTo>
                  <a:cubicBezTo>
                    <a:pt x="7779" y="1513"/>
                    <a:pt x="7604" y="1525"/>
                    <a:pt x="7428" y="1525"/>
                  </a:cubicBezTo>
                  <a:cubicBezTo>
                    <a:pt x="6680" y="1525"/>
                    <a:pt x="5934" y="1302"/>
                    <a:pt x="5223" y="1047"/>
                  </a:cubicBezTo>
                  <a:cubicBezTo>
                    <a:pt x="4347" y="732"/>
                    <a:pt x="4008" y="109"/>
                    <a:pt x="3080" y="29"/>
                  </a:cubicBezTo>
                  <a:lnTo>
                    <a:pt x="2696" y="9"/>
                  </a:lnTo>
                  <a:cubicBezTo>
                    <a:pt x="2670" y="3"/>
                    <a:pt x="2650" y="0"/>
                    <a:pt x="2635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4584800" y="5116650"/>
              <a:ext cx="112175" cy="51600"/>
            </a:xfrm>
            <a:custGeom>
              <a:avLst/>
              <a:gdLst/>
              <a:ahLst/>
              <a:cxnLst/>
              <a:rect l="l" t="t" r="r" b="b"/>
              <a:pathLst>
                <a:path w="4487" h="2064" extrusionOk="0">
                  <a:moveTo>
                    <a:pt x="502" y="1"/>
                  </a:moveTo>
                  <a:cubicBezTo>
                    <a:pt x="331" y="1"/>
                    <a:pt x="162" y="26"/>
                    <a:pt x="0" y="83"/>
                  </a:cubicBezTo>
                  <a:cubicBezTo>
                    <a:pt x="468" y="667"/>
                    <a:pt x="956" y="1263"/>
                    <a:pt x="1617" y="1610"/>
                  </a:cubicBezTo>
                  <a:cubicBezTo>
                    <a:pt x="2287" y="1964"/>
                    <a:pt x="3070" y="2024"/>
                    <a:pt x="3828" y="2060"/>
                  </a:cubicBezTo>
                  <a:cubicBezTo>
                    <a:pt x="3868" y="2062"/>
                    <a:pt x="3910" y="2064"/>
                    <a:pt x="3951" y="2064"/>
                  </a:cubicBezTo>
                  <a:cubicBezTo>
                    <a:pt x="4062" y="2064"/>
                    <a:pt x="4172" y="2052"/>
                    <a:pt x="4268" y="2000"/>
                  </a:cubicBezTo>
                  <a:cubicBezTo>
                    <a:pt x="4399" y="1929"/>
                    <a:pt x="4487" y="1751"/>
                    <a:pt x="4408" y="1623"/>
                  </a:cubicBezTo>
                  <a:lnTo>
                    <a:pt x="4408" y="1623"/>
                  </a:lnTo>
                  <a:cubicBezTo>
                    <a:pt x="4372" y="1625"/>
                    <a:pt x="4336" y="1627"/>
                    <a:pt x="4300" y="1627"/>
                  </a:cubicBezTo>
                  <a:cubicBezTo>
                    <a:pt x="3805" y="1627"/>
                    <a:pt x="3325" y="1411"/>
                    <a:pt x="2901" y="1144"/>
                  </a:cubicBezTo>
                  <a:cubicBezTo>
                    <a:pt x="2447" y="860"/>
                    <a:pt x="2029" y="518"/>
                    <a:pt x="1552" y="276"/>
                  </a:cubicBezTo>
                  <a:cubicBezTo>
                    <a:pt x="1227" y="113"/>
                    <a:pt x="861" y="1"/>
                    <a:pt x="502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4626125" y="5120525"/>
              <a:ext cx="7800" cy="25925"/>
            </a:xfrm>
            <a:custGeom>
              <a:avLst/>
              <a:gdLst/>
              <a:ahLst/>
              <a:cxnLst/>
              <a:rect l="l" t="t" r="r" b="b"/>
              <a:pathLst>
                <a:path w="312" h="1037" extrusionOk="0">
                  <a:moveTo>
                    <a:pt x="137" y="0"/>
                  </a:moveTo>
                  <a:cubicBezTo>
                    <a:pt x="129" y="0"/>
                    <a:pt x="121" y="1"/>
                    <a:pt x="113" y="2"/>
                  </a:cubicBezTo>
                  <a:cubicBezTo>
                    <a:pt x="44" y="13"/>
                    <a:pt x="1" y="79"/>
                    <a:pt x="11" y="146"/>
                  </a:cubicBezTo>
                  <a:cubicBezTo>
                    <a:pt x="57" y="394"/>
                    <a:pt x="62" y="647"/>
                    <a:pt x="30" y="896"/>
                  </a:cubicBezTo>
                  <a:cubicBezTo>
                    <a:pt x="21" y="966"/>
                    <a:pt x="68" y="1028"/>
                    <a:pt x="135" y="1037"/>
                  </a:cubicBezTo>
                  <a:lnTo>
                    <a:pt x="153" y="1037"/>
                  </a:lnTo>
                  <a:cubicBezTo>
                    <a:pt x="215" y="1037"/>
                    <a:pt x="268" y="991"/>
                    <a:pt x="277" y="929"/>
                  </a:cubicBezTo>
                  <a:cubicBezTo>
                    <a:pt x="312" y="654"/>
                    <a:pt x="306" y="376"/>
                    <a:pt x="257" y="103"/>
                  </a:cubicBezTo>
                  <a:cubicBezTo>
                    <a:pt x="248" y="41"/>
                    <a:pt x="195" y="0"/>
                    <a:pt x="137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3"/>
            <p:cNvSpPr/>
            <p:nvPr/>
          </p:nvSpPr>
          <p:spPr>
            <a:xfrm>
              <a:off x="4641650" y="5132650"/>
              <a:ext cx="8400" cy="19850"/>
            </a:xfrm>
            <a:custGeom>
              <a:avLst/>
              <a:gdLst/>
              <a:ahLst/>
              <a:cxnLst/>
              <a:rect l="l" t="t" r="r" b="b"/>
              <a:pathLst>
                <a:path w="336" h="794" extrusionOk="0">
                  <a:moveTo>
                    <a:pt x="207" y="1"/>
                  </a:moveTo>
                  <a:cubicBezTo>
                    <a:pt x="143" y="1"/>
                    <a:pt x="89" y="46"/>
                    <a:pt x="81" y="109"/>
                  </a:cubicBezTo>
                  <a:lnTo>
                    <a:pt x="8" y="654"/>
                  </a:lnTo>
                  <a:cubicBezTo>
                    <a:pt x="0" y="723"/>
                    <a:pt x="48" y="785"/>
                    <a:pt x="117" y="794"/>
                  </a:cubicBezTo>
                  <a:lnTo>
                    <a:pt x="132" y="794"/>
                  </a:lnTo>
                  <a:cubicBezTo>
                    <a:pt x="195" y="794"/>
                    <a:pt x="248" y="746"/>
                    <a:pt x="255" y="685"/>
                  </a:cubicBezTo>
                  <a:lnTo>
                    <a:pt x="328" y="140"/>
                  </a:lnTo>
                  <a:cubicBezTo>
                    <a:pt x="335" y="73"/>
                    <a:pt x="288" y="11"/>
                    <a:pt x="221" y="2"/>
                  </a:cubicBezTo>
                  <a:cubicBezTo>
                    <a:pt x="216" y="1"/>
                    <a:pt x="211" y="1"/>
                    <a:pt x="207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3"/>
            <p:cNvSpPr/>
            <p:nvPr/>
          </p:nvSpPr>
          <p:spPr>
            <a:xfrm>
              <a:off x="4654175" y="5140250"/>
              <a:ext cx="8175" cy="16350"/>
            </a:xfrm>
            <a:custGeom>
              <a:avLst/>
              <a:gdLst/>
              <a:ahLst/>
              <a:cxnLst/>
              <a:rect l="l" t="t" r="r" b="b"/>
              <a:pathLst>
                <a:path w="327" h="654" extrusionOk="0">
                  <a:moveTo>
                    <a:pt x="185" y="1"/>
                  </a:moveTo>
                  <a:cubicBezTo>
                    <a:pt x="133" y="1"/>
                    <a:pt x="84" y="32"/>
                    <a:pt x="66" y="84"/>
                  </a:cubicBezTo>
                  <a:cubicBezTo>
                    <a:pt x="15" y="231"/>
                    <a:pt x="0" y="390"/>
                    <a:pt x="20" y="546"/>
                  </a:cubicBezTo>
                  <a:cubicBezTo>
                    <a:pt x="29" y="608"/>
                    <a:pt x="82" y="654"/>
                    <a:pt x="144" y="654"/>
                  </a:cubicBezTo>
                  <a:lnTo>
                    <a:pt x="162" y="654"/>
                  </a:lnTo>
                  <a:cubicBezTo>
                    <a:pt x="230" y="645"/>
                    <a:pt x="277" y="581"/>
                    <a:pt x="268" y="512"/>
                  </a:cubicBezTo>
                  <a:cubicBezTo>
                    <a:pt x="253" y="397"/>
                    <a:pt x="264" y="277"/>
                    <a:pt x="302" y="166"/>
                  </a:cubicBezTo>
                  <a:cubicBezTo>
                    <a:pt x="326" y="100"/>
                    <a:pt x="291" y="29"/>
                    <a:pt x="226" y="7"/>
                  </a:cubicBezTo>
                  <a:cubicBezTo>
                    <a:pt x="212" y="3"/>
                    <a:pt x="198" y="1"/>
                    <a:pt x="185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3"/>
            <p:cNvSpPr/>
            <p:nvPr/>
          </p:nvSpPr>
          <p:spPr>
            <a:xfrm>
              <a:off x="4667275" y="5145300"/>
              <a:ext cx="6300" cy="14350"/>
            </a:xfrm>
            <a:custGeom>
              <a:avLst/>
              <a:gdLst/>
              <a:ahLst/>
              <a:cxnLst/>
              <a:rect l="l" t="t" r="r" b="b"/>
              <a:pathLst>
                <a:path w="252" h="574" extrusionOk="0">
                  <a:moveTo>
                    <a:pt x="126" y="0"/>
                  </a:moveTo>
                  <a:cubicBezTo>
                    <a:pt x="57" y="0"/>
                    <a:pt x="1" y="55"/>
                    <a:pt x="1" y="124"/>
                  </a:cubicBezTo>
                  <a:lnTo>
                    <a:pt x="1" y="448"/>
                  </a:lnTo>
                  <a:cubicBezTo>
                    <a:pt x="1" y="517"/>
                    <a:pt x="57" y="574"/>
                    <a:pt x="126" y="574"/>
                  </a:cubicBezTo>
                  <a:cubicBezTo>
                    <a:pt x="195" y="574"/>
                    <a:pt x="252" y="517"/>
                    <a:pt x="252" y="448"/>
                  </a:cubicBezTo>
                  <a:lnTo>
                    <a:pt x="252" y="124"/>
                  </a:lnTo>
                  <a:cubicBezTo>
                    <a:pt x="250" y="55"/>
                    <a:pt x="195" y="0"/>
                    <a:pt x="126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3"/>
            <p:cNvSpPr/>
            <p:nvPr/>
          </p:nvSpPr>
          <p:spPr>
            <a:xfrm>
              <a:off x="4679925" y="5149850"/>
              <a:ext cx="6300" cy="13350"/>
            </a:xfrm>
            <a:custGeom>
              <a:avLst/>
              <a:gdLst/>
              <a:ahLst/>
              <a:cxnLst/>
              <a:rect l="l" t="t" r="r" b="b"/>
              <a:pathLst>
                <a:path w="252" h="534" extrusionOk="0">
                  <a:moveTo>
                    <a:pt x="126" y="0"/>
                  </a:moveTo>
                  <a:cubicBezTo>
                    <a:pt x="57" y="0"/>
                    <a:pt x="1" y="57"/>
                    <a:pt x="1" y="124"/>
                  </a:cubicBezTo>
                  <a:lnTo>
                    <a:pt x="1" y="408"/>
                  </a:lnTo>
                  <a:cubicBezTo>
                    <a:pt x="1" y="477"/>
                    <a:pt x="57" y="534"/>
                    <a:pt x="126" y="534"/>
                  </a:cubicBezTo>
                  <a:cubicBezTo>
                    <a:pt x="196" y="534"/>
                    <a:pt x="252" y="477"/>
                    <a:pt x="252" y="408"/>
                  </a:cubicBezTo>
                  <a:lnTo>
                    <a:pt x="252" y="126"/>
                  </a:lnTo>
                  <a:cubicBezTo>
                    <a:pt x="252" y="57"/>
                    <a:pt x="196" y="0"/>
                    <a:pt x="126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3"/>
            <p:cNvSpPr/>
            <p:nvPr/>
          </p:nvSpPr>
          <p:spPr>
            <a:xfrm>
              <a:off x="4590625" y="5172600"/>
              <a:ext cx="44000" cy="45625"/>
            </a:xfrm>
            <a:custGeom>
              <a:avLst/>
              <a:gdLst/>
              <a:ahLst/>
              <a:cxnLst/>
              <a:rect l="l" t="t" r="r" b="b"/>
              <a:pathLst>
                <a:path w="1760" h="1825" extrusionOk="0">
                  <a:moveTo>
                    <a:pt x="946" y="1"/>
                  </a:moveTo>
                  <a:cubicBezTo>
                    <a:pt x="920" y="1"/>
                    <a:pt x="894" y="3"/>
                    <a:pt x="867" y="6"/>
                  </a:cubicBezTo>
                  <a:cubicBezTo>
                    <a:pt x="630" y="37"/>
                    <a:pt x="426" y="194"/>
                    <a:pt x="279" y="381"/>
                  </a:cubicBezTo>
                  <a:cubicBezTo>
                    <a:pt x="122" y="576"/>
                    <a:pt x="11" y="815"/>
                    <a:pt x="6" y="1066"/>
                  </a:cubicBezTo>
                  <a:cubicBezTo>
                    <a:pt x="0" y="1315"/>
                    <a:pt x="111" y="1574"/>
                    <a:pt x="319" y="1714"/>
                  </a:cubicBezTo>
                  <a:cubicBezTo>
                    <a:pt x="432" y="1790"/>
                    <a:pt x="564" y="1824"/>
                    <a:pt x="699" y="1824"/>
                  </a:cubicBezTo>
                  <a:cubicBezTo>
                    <a:pt x="924" y="1824"/>
                    <a:pt x="1158" y="1730"/>
                    <a:pt x="1329" y="1579"/>
                  </a:cubicBezTo>
                  <a:cubicBezTo>
                    <a:pt x="1604" y="1337"/>
                    <a:pt x="1759" y="951"/>
                    <a:pt x="1674" y="596"/>
                  </a:cubicBezTo>
                  <a:cubicBezTo>
                    <a:pt x="1593" y="269"/>
                    <a:pt x="1279" y="1"/>
                    <a:pt x="946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4587475" y="5169475"/>
              <a:ext cx="50375" cy="51850"/>
            </a:xfrm>
            <a:custGeom>
              <a:avLst/>
              <a:gdLst/>
              <a:ahLst/>
              <a:cxnLst/>
              <a:rect l="l" t="t" r="r" b="b"/>
              <a:pathLst>
                <a:path w="2015" h="2074" extrusionOk="0">
                  <a:moveTo>
                    <a:pt x="1073" y="251"/>
                  </a:moveTo>
                  <a:cubicBezTo>
                    <a:pt x="1343" y="251"/>
                    <a:pt x="1608" y="472"/>
                    <a:pt x="1678" y="750"/>
                  </a:cubicBezTo>
                  <a:cubicBezTo>
                    <a:pt x="1749" y="1041"/>
                    <a:pt x="1627" y="1387"/>
                    <a:pt x="1374" y="1610"/>
                  </a:cubicBezTo>
                  <a:cubicBezTo>
                    <a:pt x="1218" y="1746"/>
                    <a:pt x="1012" y="1821"/>
                    <a:pt x="823" y="1821"/>
                  </a:cubicBezTo>
                  <a:cubicBezTo>
                    <a:pt x="708" y="1821"/>
                    <a:pt x="601" y="1794"/>
                    <a:pt x="514" y="1735"/>
                  </a:cubicBezTo>
                  <a:cubicBezTo>
                    <a:pt x="354" y="1626"/>
                    <a:pt x="252" y="1415"/>
                    <a:pt x="257" y="1193"/>
                  </a:cubicBezTo>
                  <a:cubicBezTo>
                    <a:pt x="261" y="990"/>
                    <a:pt x="352" y="772"/>
                    <a:pt x="501" y="583"/>
                  </a:cubicBezTo>
                  <a:cubicBezTo>
                    <a:pt x="651" y="395"/>
                    <a:pt x="831" y="279"/>
                    <a:pt x="1009" y="255"/>
                  </a:cubicBezTo>
                  <a:cubicBezTo>
                    <a:pt x="1029" y="253"/>
                    <a:pt x="1051" y="251"/>
                    <a:pt x="1073" y="251"/>
                  </a:cubicBezTo>
                  <a:close/>
                  <a:moveTo>
                    <a:pt x="1078" y="0"/>
                  </a:moveTo>
                  <a:cubicBezTo>
                    <a:pt x="1044" y="0"/>
                    <a:pt x="1010" y="3"/>
                    <a:pt x="977" y="7"/>
                  </a:cubicBezTo>
                  <a:cubicBezTo>
                    <a:pt x="734" y="40"/>
                    <a:pt x="498" y="189"/>
                    <a:pt x="307" y="428"/>
                  </a:cubicBezTo>
                  <a:cubicBezTo>
                    <a:pt x="174" y="594"/>
                    <a:pt x="15" y="859"/>
                    <a:pt x="8" y="1187"/>
                  </a:cubicBezTo>
                  <a:cubicBezTo>
                    <a:pt x="1" y="1497"/>
                    <a:pt x="141" y="1784"/>
                    <a:pt x="374" y="1943"/>
                  </a:cubicBezTo>
                  <a:cubicBezTo>
                    <a:pt x="504" y="2028"/>
                    <a:pt x="659" y="2074"/>
                    <a:pt x="816" y="2074"/>
                  </a:cubicBezTo>
                  <a:cubicBezTo>
                    <a:pt x="819" y="2074"/>
                    <a:pt x="822" y="2074"/>
                    <a:pt x="825" y="2074"/>
                  </a:cubicBezTo>
                  <a:cubicBezTo>
                    <a:pt x="1073" y="2074"/>
                    <a:pt x="1341" y="1970"/>
                    <a:pt x="1537" y="1797"/>
                  </a:cubicBezTo>
                  <a:cubicBezTo>
                    <a:pt x="1865" y="1511"/>
                    <a:pt x="2014" y="1076"/>
                    <a:pt x="1920" y="692"/>
                  </a:cubicBezTo>
                  <a:cubicBezTo>
                    <a:pt x="1824" y="300"/>
                    <a:pt x="1464" y="0"/>
                    <a:pt x="1078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3"/>
            <p:cNvSpPr/>
            <p:nvPr/>
          </p:nvSpPr>
          <p:spPr>
            <a:xfrm>
              <a:off x="3709250" y="4287600"/>
              <a:ext cx="847425" cy="816325"/>
            </a:xfrm>
            <a:custGeom>
              <a:avLst/>
              <a:gdLst/>
              <a:ahLst/>
              <a:cxnLst/>
              <a:rect l="l" t="t" r="r" b="b"/>
              <a:pathLst>
                <a:path w="33897" h="32653" extrusionOk="0">
                  <a:moveTo>
                    <a:pt x="6718" y="0"/>
                  </a:moveTo>
                  <a:lnTo>
                    <a:pt x="1665" y="497"/>
                  </a:lnTo>
                  <a:cubicBezTo>
                    <a:pt x="201" y="2411"/>
                    <a:pt x="1" y="5142"/>
                    <a:pt x="958" y="7353"/>
                  </a:cubicBezTo>
                  <a:cubicBezTo>
                    <a:pt x="1918" y="9563"/>
                    <a:pt x="3932" y="11235"/>
                    <a:pt x="6213" y="12007"/>
                  </a:cubicBezTo>
                  <a:cubicBezTo>
                    <a:pt x="8755" y="12866"/>
                    <a:pt x="11517" y="12675"/>
                    <a:pt x="14174" y="13055"/>
                  </a:cubicBezTo>
                  <a:cubicBezTo>
                    <a:pt x="16830" y="13436"/>
                    <a:pt x="20721" y="13898"/>
                    <a:pt x="21703" y="16395"/>
                  </a:cubicBezTo>
                  <a:cubicBezTo>
                    <a:pt x="22205" y="17673"/>
                    <a:pt x="23296" y="19392"/>
                    <a:pt x="23706" y="20703"/>
                  </a:cubicBezTo>
                  <a:cubicBezTo>
                    <a:pt x="24835" y="24323"/>
                    <a:pt x="28360" y="29133"/>
                    <a:pt x="29771" y="32653"/>
                  </a:cubicBezTo>
                  <a:cubicBezTo>
                    <a:pt x="31615" y="31373"/>
                    <a:pt x="31792" y="30038"/>
                    <a:pt x="33897" y="29255"/>
                  </a:cubicBezTo>
                  <a:cubicBezTo>
                    <a:pt x="32138" y="25920"/>
                    <a:pt x="31166" y="21455"/>
                    <a:pt x="30377" y="18338"/>
                  </a:cubicBezTo>
                  <a:cubicBezTo>
                    <a:pt x="29591" y="15220"/>
                    <a:pt x="28669" y="11925"/>
                    <a:pt x="26290" y="9763"/>
                  </a:cubicBezTo>
                  <a:cubicBezTo>
                    <a:pt x="24176" y="7842"/>
                    <a:pt x="21262" y="7143"/>
                    <a:pt x="18496" y="6433"/>
                  </a:cubicBezTo>
                  <a:cubicBezTo>
                    <a:pt x="16035" y="5803"/>
                    <a:pt x="13549" y="5093"/>
                    <a:pt x="11404" y="3733"/>
                  </a:cubicBezTo>
                  <a:cubicBezTo>
                    <a:pt x="10168" y="2950"/>
                    <a:pt x="8997" y="1843"/>
                    <a:pt x="8757" y="401"/>
                  </a:cubicBezTo>
                  <a:lnTo>
                    <a:pt x="6718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3"/>
            <p:cNvSpPr/>
            <p:nvPr/>
          </p:nvSpPr>
          <p:spPr>
            <a:xfrm>
              <a:off x="3638425" y="4304650"/>
              <a:ext cx="699250" cy="956475"/>
            </a:xfrm>
            <a:custGeom>
              <a:avLst/>
              <a:gdLst/>
              <a:ahLst/>
              <a:cxnLst/>
              <a:rect l="l" t="t" r="r" b="b"/>
              <a:pathLst>
                <a:path w="27970" h="38259" extrusionOk="0">
                  <a:moveTo>
                    <a:pt x="3405" y="1"/>
                  </a:moveTo>
                  <a:lnTo>
                    <a:pt x="3209" y="21"/>
                  </a:lnTo>
                  <a:cubicBezTo>
                    <a:pt x="3251" y="30"/>
                    <a:pt x="3293" y="40"/>
                    <a:pt x="3335" y="49"/>
                  </a:cubicBezTo>
                  <a:lnTo>
                    <a:pt x="3335" y="49"/>
                  </a:lnTo>
                  <a:lnTo>
                    <a:pt x="3405" y="1"/>
                  </a:lnTo>
                  <a:close/>
                  <a:moveTo>
                    <a:pt x="3335" y="49"/>
                  </a:moveTo>
                  <a:lnTo>
                    <a:pt x="1424" y="1350"/>
                  </a:lnTo>
                  <a:cubicBezTo>
                    <a:pt x="210" y="4447"/>
                    <a:pt x="0" y="8215"/>
                    <a:pt x="1974" y="10891"/>
                  </a:cubicBezTo>
                  <a:cubicBezTo>
                    <a:pt x="3604" y="13104"/>
                    <a:pt x="6380" y="14145"/>
                    <a:pt x="9070" y="14697"/>
                  </a:cubicBezTo>
                  <a:cubicBezTo>
                    <a:pt x="11761" y="15250"/>
                    <a:pt x="14556" y="15441"/>
                    <a:pt x="17101" y="16472"/>
                  </a:cubicBezTo>
                  <a:cubicBezTo>
                    <a:pt x="18376" y="16987"/>
                    <a:pt x="19652" y="17805"/>
                    <a:pt x="20135" y="19094"/>
                  </a:cubicBezTo>
                  <a:cubicBezTo>
                    <a:pt x="20643" y="20447"/>
                    <a:pt x="20159" y="21942"/>
                    <a:pt x="20044" y="23382"/>
                  </a:cubicBezTo>
                  <a:cubicBezTo>
                    <a:pt x="19638" y="28484"/>
                    <a:pt x="23928" y="33204"/>
                    <a:pt x="23128" y="38258"/>
                  </a:cubicBezTo>
                  <a:lnTo>
                    <a:pt x="27970" y="37446"/>
                  </a:lnTo>
                  <a:cubicBezTo>
                    <a:pt x="27589" y="30494"/>
                    <a:pt x="27546" y="24123"/>
                    <a:pt x="27873" y="17714"/>
                  </a:cubicBezTo>
                  <a:cubicBezTo>
                    <a:pt x="27957" y="16071"/>
                    <a:pt x="27792" y="14469"/>
                    <a:pt x="27083" y="12983"/>
                  </a:cubicBezTo>
                  <a:cubicBezTo>
                    <a:pt x="26184" y="11090"/>
                    <a:pt x="25517" y="10345"/>
                    <a:pt x="23576" y="9551"/>
                  </a:cubicBezTo>
                  <a:cubicBezTo>
                    <a:pt x="21124" y="8550"/>
                    <a:pt x="18544" y="7887"/>
                    <a:pt x="16085" y="6900"/>
                  </a:cubicBezTo>
                  <a:cubicBezTo>
                    <a:pt x="14776" y="6374"/>
                    <a:pt x="13456" y="5716"/>
                    <a:pt x="12595" y="4598"/>
                  </a:cubicBezTo>
                  <a:cubicBezTo>
                    <a:pt x="11736" y="3480"/>
                    <a:pt x="11477" y="1789"/>
                    <a:pt x="12346" y="678"/>
                  </a:cubicBezTo>
                  <a:lnTo>
                    <a:pt x="12346" y="678"/>
                  </a:lnTo>
                  <a:cubicBezTo>
                    <a:pt x="11554" y="739"/>
                    <a:pt x="10761" y="770"/>
                    <a:pt x="9969" y="770"/>
                  </a:cubicBezTo>
                  <a:cubicBezTo>
                    <a:pt x="7741" y="770"/>
                    <a:pt x="5516" y="528"/>
                    <a:pt x="3335" y="49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3602725" y="3758075"/>
              <a:ext cx="428425" cy="730375"/>
            </a:xfrm>
            <a:custGeom>
              <a:avLst/>
              <a:gdLst/>
              <a:ahLst/>
              <a:cxnLst/>
              <a:rect l="l" t="t" r="r" b="b"/>
              <a:pathLst>
                <a:path w="17137" h="29215" extrusionOk="0">
                  <a:moveTo>
                    <a:pt x="6454" y="0"/>
                  </a:moveTo>
                  <a:cubicBezTo>
                    <a:pt x="5898" y="0"/>
                    <a:pt x="5357" y="110"/>
                    <a:pt x="4853" y="382"/>
                  </a:cubicBezTo>
                  <a:cubicBezTo>
                    <a:pt x="3553" y="1085"/>
                    <a:pt x="2969" y="2694"/>
                    <a:pt x="3029" y="4169"/>
                  </a:cubicBezTo>
                  <a:cubicBezTo>
                    <a:pt x="3087" y="5646"/>
                    <a:pt x="3662" y="7044"/>
                    <a:pt x="4160" y="8437"/>
                  </a:cubicBezTo>
                  <a:cubicBezTo>
                    <a:pt x="5800" y="13031"/>
                    <a:pt x="4817" y="14362"/>
                    <a:pt x="3540" y="19071"/>
                  </a:cubicBezTo>
                  <a:cubicBezTo>
                    <a:pt x="3182" y="20030"/>
                    <a:pt x="360" y="25260"/>
                    <a:pt x="1" y="26219"/>
                  </a:cubicBezTo>
                  <a:cubicBezTo>
                    <a:pt x="109" y="26213"/>
                    <a:pt x="224" y="26211"/>
                    <a:pt x="346" y="26211"/>
                  </a:cubicBezTo>
                  <a:cubicBezTo>
                    <a:pt x="3436" y="26211"/>
                    <a:pt x="11023" y="28039"/>
                    <a:pt x="13480" y="29215"/>
                  </a:cubicBezTo>
                  <a:cubicBezTo>
                    <a:pt x="13047" y="27099"/>
                    <a:pt x="14345" y="22075"/>
                    <a:pt x="14496" y="19326"/>
                  </a:cubicBezTo>
                  <a:cubicBezTo>
                    <a:pt x="14617" y="17166"/>
                    <a:pt x="14853" y="16756"/>
                    <a:pt x="15600" y="14728"/>
                  </a:cubicBezTo>
                  <a:cubicBezTo>
                    <a:pt x="16346" y="12700"/>
                    <a:pt x="17137" y="10569"/>
                    <a:pt x="15968" y="8750"/>
                  </a:cubicBezTo>
                  <a:cubicBezTo>
                    <a:pt x="15159" y="7490"/>
                    <a:pt x="14391" y="6977"/>
                    <a:pt x="13682" y="5658"/>
                  </a:cubicBezTo>
                  <a:cubicBezTo>
                    <a:pt x="13129" y="4630"/>
                    <a:pt x="13009" y="3381"/>
                    <a:pt x="12282" y="2468"/>
                  </a:cubicBezTo>
                  <a:cubicBezTo>
                    <a:pt x="11687" y="1718"/>
                    <a:pt x="10771" y="1312"/>
                    <a:pt x="9893" y="933"/>
                  </a:cubicBezTo>
                  <a:cubicBezTo>
                    <a:pt x="8810" y="465"/>
                    <a:pt x="7600" y="0"/>
                    <a:pt x="6454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43"/>
            <p:cNvSpPr/>
            <p:nvPr/>
          </p:nvSpPr>
          <p:spPr>
            <a:xfrm>
              <a:off x="3610325" y="4373525"/>
              <a:ext cx="336150" cy="23025"/>
            </a:xfrm>
            <a:custGeom>
              <a:avLst/>
              <a:gdLst/>
              <a:ahLst/>
              <a:cxnLst/>
              <a:rect l="l" t="t" r="r" b="b"/>
              <a:pathLst>
                <a:path w="13446" h="921" extrusionOk="0">
                  <a:moveTo>
                    <a:pt x="456" y="1"/>
                  </a:moveTo>
                  <a:cubicBezTo>
                    <a:pt x="283" y="347"/>
                    <a:pt x="128" y="658"/>
                    <a:pt x="1" y="920"/>
                  </a:cubicBezTo>
                  <a:lnTo>
                    <a:pt x="13313" y="920"/>
                  </a:lnTo>
                  <a:cubicBezTo>
                    <a:pt x="13353" y="618"/>
                    <a:pt x="13398" y="312"/>
                    <a:pt x="13446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3"/>
            <p:cNvSpPr/>
            <p:nvPr/>
          </p:nvSpPr>
          <p:spPr>
            <a:xfrm>
              <a:off x="3648425" y="4298250"/>
              <a:ext cx="310025" cy="23000"/>
            </a:xfrm>
            <a:custGeom>
              <a:avLst/>
              <a:gdLst/>
              <a:ahLst/>
              <a:cxnLst/>
              <a:rect l="l" t="t" r="r" b="b"/>
              <a:pathLst>
                <a:path w="12401" h="920" extrusionOk="0">
                  <a:moveTo>
                    <a:pt x="473" y="0"/>
                  </a:moveTo>
                  <a:cubicBezTo>
                    <a:pt x="320" y="301"/>
                    <a:pt x="161" y="608"/>
                    <a:pt x="1" y="920"/>
                  </a:cubicBezTo>
                  <a:lnTo>
                    <a:pt x="12257" y="920"/>
                  </a:lnTo>
                  <a:cubicBezTo>
                    <a:pt x="12308" y="606"/>
                    <a:pt x="12355" y="301"/>
                    <a:pt x="12401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3686350" y="4222950"/>
              <a:ext cx="280025" cy="22975"/>
            </a:xfrm>
            <a:custGeom>
              <a:avLst/>
              <a:gdLst/>
              <a:ahLst/>
              <a:cxnLst/>
              <a:rect l="l" t="t" r="r" b="b"/>
              <a:pathLst>
                <a:path w="11201" h="919" extrusionOk="0">
                  <a:moveTo>
                    <a:pt x="327" y="0"/>
                  </a:moveTo>
                  <a:cubicBezTo>
                    <a:pt x="283" y="157"/>
                    <a:pt x="239" y="310"/>
                    <a:pt x="194" y="476"/>
                  </a:cubicBezTo>
                  <a:cubicBezTo>
                    <a:pt x="155" y="578"/>
                    <a:pt x="86" y="734"/>
                    <a:pt x="1" y="918"/>
                  </a:cubicBezTo>
                  <a:lnTo>
                    <a:pt x="11135" y="918"/>
                  </a:lnTo>
                  <a:cubicBezTo>
                    <a:pt x="11140" y="856"/>
                    <a:pt x="11146" y="791"/>
                    <a:pt x="11150" y="731"/>
                  </a:cubicBezTo>
                  <a:cubicBezTo>
                    <a:pt x="11164" y="461"/>
                    <a:pt x="11182" y="221"/>
                    <a:pt x="11201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3709700" y="4147625"/>
              <a:ext cx="275075" cy="23000"/>
            </a:xfrm>
            <a:custGeom>
              <a:avLst/>
              <a:gdLst/>
              <a:ahLst/>
              <a:cxnLst/>
              <a:rect l="l" t="t" r="r" b="b"/>
              <a:pathLst>
                <a:path w="11003" h="920" extrusionOk="0">
                  <a:moveTo>
                    <a:pt x="261" y="0"/>
                  </a:moveTo>
                  <a:cubicBezTo>
                    <a:pt x="181" y="293"/>
                    <a:pt x="94" y="599"/>
                    <a:pt x="1" y="920"/>
                  </a:cubicBezTo>
                  <a:lnTo>
                    <a:pt x="10674" y="920"/>
                  </a:lnTo>
                  <a:cubicBezTo>
                    <a:pt x="10765" y="641"/>
                    <a:pt x="10875" y="344"/>
                    <a:pt x="11002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3"/>
            <p:cNvSpPr/>
            <p:nvPr/>
          </p:nvSpPr>
          <p:spPr>
            <a:xfrm>
              <a:off x="3726825" y="4072325"/>
              <a:ext cx="283700" cy="22975"/>
            </a:xfrm>
            <a:custGeom>
              <a:avLst/>
              <a:gdLst/>
              <a:ahLst/>
              <a:cxnLst/>
              <a:rect l="l" t="t" r="r" b="b"/>
              <a:pathLst>
                <a:path w="11348" h="919" extrusionOk="0">
                  <a:moveTo>
                    <a:pt x="55" y="0"/>
                  </a:moveTo>
                  <a:cubicBezTo>
                    <a:pt x="53" y="306"/>
                    <a:pt x="37" y="614"/>
                    <a:pt x="0" y="918"/>
                  </a:cubicBezTo>
                  <a:lnTo>
                    <a:pt x="11075" y="918"/>
                  </a:lnTo>
                  <a:cubicBezTo>
                    <a:pt x="11177" y="612"/>
                    <a:pt x="11269" y="306"/>
                    <a:pt x="11348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3"/>
            <p:cNvSpPr/>
            <p:nvPr/>
          </p:nvSpPr>
          <p:spPr>
            <a:xfrm>
              <a:off x="3715750" y="3996975"/>
              <a:ext cx="300550" cy="23025"/>
            </a:xfrm>
            <a:custGeom>
              <a:avLst/>
              <a:gdLst/>
              <a:ahLst/>
              <a:cxnLst/>
              <a:rect l="l" t="t" r="r" b="b"/>
              <a:pathLst>
                <a:path w="12022" h="921" extrusionOk="0">
                  <a:moveTo>
                    <a:pt x="1" y="1"/>
                  </a:moveTo>
                  <a:cubicBezTo>
                    <a:pt x="96" y="323"/>
                    <a:pt x="176" y="629"/>
                    <a:pt x="241" y="920"/>
                  </a:cubicBezTo>
                  <a:lnTo>
                    <a:pt x="12022" y="920"/>
                  </a:lnTo>
                  <a:cubicBezTo>
                    <a:pt x="11995" y="607"/>
                    <a:pt x="11931" y="298"/>
                    <a:pt x="11831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3"/>
            <p:cNvSpPr/>
            <p:nvPr/>
          </p:nvSpPr>
          <p:spPr>
            <a:xfrm>
              <a:off x="3690075" y="3921700"/>
              <a:ext cx="287350" cy="22950"/>
            </a:xfrm>
            <a:custGeom>
              <a:avLst/>
              <a:gdLst/>
              <a:ahLst/>
              <a:cxnLst/>
              <a:rect l="l" t="t" r="r" b="b"/>
              <a:pathLst>
                <a:path w="11494" h="918" extrusionOk="0">
                  <a:moveTo>
                    <a:pt x="1" y="0"/>
                  </a:moveTo>
                  <a:cubicBezTo>
                    <a:pt x="99" y="308"/>
                    <a:pt x="203" y="614"/>
                    <a:pt x="312" y="918"/>
                  </a:cubicBezTo>
                  <a:lnTo>
                    <a:pt x="11494" y="918"/>
                  </a:lnTo>
                  <a:cubicBezTo>
                    <a:pt x="11239" y="619"/>
                    <a:pt x="10991" y="330"/>
                    <a:pt x="10747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3"/>
            <p:cNvSpPr/>
            <p:nvPr/>
          </p:nvSpPr>
          <p:spPr>
            <a:xfrm>
              <a:off x="3678200" y="3846350"/>
              <a:ext cx="254350" cy="23025"/>
            </a:xfrm>
            <a:custGeom>
              <a:avLst/>
              <a:gdLst/>
              <a:ahLst/>
              <a:cxnLst/>
              <a:rect l="l" t="t" r="r" b="b"/>
              <a:pathLst>
                <a:path w="10174" h="921" extrusionOk="0">
                  <a:moveTo>
                    <a:pt x="26" y="1"/>
                  </a:moveTo>
                  <a:cubicBezTo>
                    <a:pt x="6" y="212"/>
                    <a:pt x="1" y="425"/>
                    <a:pt x="8" y="638"/>
                  </a:cubicBezTo>
                  <a:cubicBezTo>
                    <a:pt x="12" y="733"/>
                    <a:pt x="23" y="826"/>
                    <a:pt x="30" y="920"/>
                  </a:cubicBezTo>
                  <a:lnTo>
                    <a:pt x="10174" y="920"/>
                  </a:lnTo>
                  <a:cubicBezTo>
                    <a:pt x="10070" y="611"/>
                    <a:pt x="9966" y="301"/>
                    <a:pt x="9848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3"/>
            <p:cNvSpPr/>
            <p:nvPr/>
          </p:nvSpPr>
          <p:spPr>
            <a:xfrm>
              <a:off x="3696000" y="3771075"/>
              <a:ext cx="180975" cy="22950"/>
            </a:xfrm>
            <a:custGeom>
              <a:avLst/>
              <a:gdLst/>
              <a:ahLst/>
              <a:cxnLst/>
              <a:rect l="l" t="t" r="r" b="b"/>
              <a:pathLst>
                <a:path w="7239" h="918" extrusionOk="0">
                  <a:moveTo>
                    <a:pt x="915" y="0"/>
                  </a:moveTo>
                  <a:cubicBezTo>
                    <a:pt x="551" y="240"/>
                    <a:pt x="239" y="552"/>
                    <a:pt x="1" y="918"/>
                  </a:cubicBezTo>
                  <a:lnTo>
                    <a:pt x="7238" y="918"/>
                  </a:lnTo>
                  <a:cubicBezTo>
                    <a:pt x="6889" y="732"/>
                    <a:pt x="6521" y="570"/>
                    <a:pt x="6161" y="413"/>
                  </a:cubicBezTo>
                  <a:cubicBezTo>
                    <a:pt x="5829" y="270"/>
                    <a:pt x="5487" y="129"/>
                    <a:pt x="5139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3"/>
            <p:cNvSpPr/>
            <p:nvPr/>
          </p:nvSpPr>
          <p:spPr>
            <a:xfrm>
              <a:off x="3710075" y="3843500"/>
              <a:ext cx="270000" cy="322075"/>
            </a:xfrm>
            <a:custGeom>
              <a:avLst/>
              <a:gdLst/>
              <a:ahLst/>
              <a:cxnLst/>
              <a:rect l="l" t="t" r="r" b="b"/>
              <a:pathLst>
                <a:path w="10800" h="12883" extrusionOk="0">
                  <a:moveTo>
                    <a:pt x="474" y="0"/>
                  </a:moveTo>
                  <a:lnTo>
                    <a:pt x="0" y="1156"/>
                  </a:lnTo>
                  <a:cubicBezTo>
                    <a:pt x="476" y="3738"/>
                    <a:pt x="1821" y="6113"/>
                    <a:pt x="3580" y="8063"/>
                  </a:cubicBezTo>
                  <a:cubicBezTo>
                    <a:pt x="5341" y="10013"/>
                    <a:pt x="7502" y="11564"/>
                    <a:pt x="9773" y="12882"/>
                  </a:cubicBezTo>
                  <a:lnTo>
                    <a:pt x="10800" y="9051"/>
                  </a:lnTo>
                  <a:cubicBezTo>
                    <a:pt x="8808" y="8024"/>
                    <a:pt x="6888" y="6866"/>
                    <a:pt x="5051" y="5585"/>
                  </a:cubicBezTo>
                  <a:cubicBezTo>
                    <a:pt x="4039" y="4878"/>
                    <a:pt x="3047" y="4130"/>
                    <a:pt x="2218" y="3216"/>
                  </a:cubicBezTo>
                  <a:cubicBezTo>
                    <a:pt x="1390" y="2302"/>
                    <a:pt x="727" y="1209"/>
                    <a:pt x="474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3"/>
            <p:cNvSpPr/>
            <p:nvPr/>
          </p:nvSpPr>
          <p:spPr>
            <a:xfrm>
              <a:off x="3684225" y="3782575"/>
              <a:ext cx="475525" cy="425600"/>
            </a:xfrm>
            <a:custGeom>
              <a:avLst/>
              <a:gdLst/>
              <a:ahLst/>
              <a:cxnLst/>
              <a:rect l="l" t="t" r="r" b="b"/>
              <a:pathLst>
                <a:path w="19021" h="17024" extrusionOk="0">
                  <a:moveTo>
                    <a:pt x="3474" y="0"/>
                  </a:moveTo>
                  <a:cubicBezTo>
                    <a:pt x="2770" y="0"/>
                    <a:pt x="2064" y="235"/>
                    <a:pt x="1480" y="713"/>
                  </a:cubicBezTo>
                  <a:lnTo>
                    <a:pt x="1446" y="742"/>
                  </a:lnTo>
                  <a:cubicBezTo>
                    <a:pt x="370" y="1623"/>
                    <a:pt x="0" y="3107"/>
                    <a:pt x="539" y="4391"/>
                  </a:cubicBezTo>
                  <a:cubicBezTo>
                    <a:pt x="743" y="4872"/>
                    <a:pt x="983" y="5336"/>
                    <a:pt x="1262" y="5778"/>
                  </a:cubicBezTo>
                  <a:cubicBezTo>
                    <a:pt x="2424" y="7632"/>
                    <a:pt x="4091" y="9110"/>
                    <a:pt x="5805" y="10472"/>
                  </a:cubicBezTo>
                  <a:cubicBezTo>
                    <a:pt x="8545" y="12654"/>
                    <a:pt x="10865" y="14699"/>
                    <a:pt x="13928" y="16401"/>
                  </a:cubicBezTo>
                  <a:cubicBezTo>
                    <a:pt x="14553" y="16749"/>
                    <a:pt x="15270" y="17024"/>
                    <a:pt x="15967" y="17024"/>
                  </a:cubicBezTo>
                  <a:cubicBezTo>
                    <a:pt x="16498" y="17024"/>
                    <a:pt x="17018" y="16864"/>
                    <a:pt x="17478" y="16457"/>
                  </a:cubicBezTo>
                  <a:cubicBezTo>
                    <a:pt x="17928" y="16057"/>
                    <a:pt x="18840" y="14862"/>
                    <a:pt x="18886" y="14260"/>
                  </a:cubicBezTo>
                  <a:cubicBezTo>
                    <a:pt x="19020" y="12457"/>
                    <a:pt x="17962" y="11543"/>
                    <a:pt x="16702" y="10314"/>
                  </a:cubicBezTo>
                  <a:cubicBezTo>
                    <a:pt x="15614" y="9251"/>
                    <a:pt x="14308" y="8440"/>
                    <a:pt x="13063" y="7566"/>
                  </a:cubicBezTo>
                  <a:cubicBezTo>
                    <a:pt x="10763" y="5949"/>
                    <a:pt x="8640" y="4094"/>
                    <a:pt x="6732" y="2031"/>
                  </a:cubicBezTo>
                  <a:cubicBezTo>
                    <a:pt x="6408" y="1680"/>
                    <a:pt x="6083" y="1319"/>
                    <a:pt x="5750" y="971"/>
                  </a:cubicBezTo>
                  <a:cubicBezTo>
                    <a:pt x="5134" y="328"/>
                    <a:pt x="4306" y="0"/>
                    <a:pt x="3474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3"/>
            <p:cNvSpPr/>
            <p:nvPr/>
          </p:nvSpPr>
          <p:spPr>
            <a:xfrm>
              <a:off x="3990475" y="3628500"/>
              <a:ext cx="161025" cy="566475"/>
            </a:xfrm>
            <a:custGeom>
              <a:avLst/>
              <a:gdLst/>
              <a:ahLst/>
              <a:cxnLst/>
              <a:rect l="l" t="t" r="r" b="b"/>
              <a:pathLst>
                <a:path w="6441" h="22659" extrusionOk="0">
                  <a:moveTo>
                    <a:pt x="2511" y="0"/>
                  </a:moveTo>
                  <a:cubicBezTo>
                    <a:pt x="2428" y="0"/>
                    <a:pt x="2347" y="31"/>
                    <a:pt x="2297" y="100"/>
                  </a:cubicBezTo>
                  <a:cubicBezTo>
                    <a:pt x="2243" y="34"/>
                    <a:pt x="2160" y="5"/>
                    <a:pt x="2075" y="5"/>
                  </a:cubicBezTo>
                  <a:cubicBezTo>
                    <a:pt x="2002" y="5"/>
                    <a:pt x="1928" y="26"/>
                    <a:pt x="1867" y="64"/>
                  </a:cubicBezTo>
                  <a:cubicBezTo>
                    <a:pt x="1734" y="146"/>
                    <a:pt x="1650" y="286"/>
                    <a:pt x="1570" y="421"/>
                  </a:cubicBezTo>
                  <a:cubicBezTo>
                    <a:pt x="1006" y="1380"/>
                    <a:pt x="425" y="2400"/>
                    <a:pt x="419" y="3513"/>
                  </a:cubicBezTo>
                  <a:cubicBezTo>
                    <a:pt x="419" y="3584"/>
                    <a:pt x="428" y="3651"/>
                    <a:pt x="434" y="3720"/>
                  </a:cubicBezTo>
                  <a:cubicBezTo>
                    <a:pt x="425" y="3731"/>
                    <a:pt x="416" y="3742"/>
                    <a:pt x="408" y="3751"/>
                  </a:cubicBezTo>
                  <a:cubicBezTo>
                    <a:pt x="192" y="4024"/>
                    <a:pt x="1" y="4370"/>
                    <a:pt x="99" y="4705"/>
                  </a:cubicBezTo>
                  <a:cubicBezTo>
                    <a:pt x="166" y="4942"/>
                    <a:pt x="367" y="5115"/>
                    <a:pt x="545" y="5286"/>
                  </a:cubicBezTo>
                  <a:cubicBezTo>
                    <a:pt x="865" y="5598"/>
                    <a:pt x="1140" y="5951"/>
                    <a:pt x="1366" y="6337"/>
                  </a:cubicBezTo>
                  <a:cubicBezTo>
                    <a:pt x="1545" y="6663"/>
                    <a:pt x="1727" y="6990"/>
                    <a:pt x="1891" y="7322"/>
                  </a:cubicBezTo>
                  <a:cubicBezTo>
                    <a:pt x="2034" y="10173"/>
                    <a:pt x="1810" y="12955"/>
                    <a:pt x="1353" y="15791"/>
                  </a:cubicBezTo>
                  <a:cubicBezTo>
                    <a:pt x="1126" y="17203"/>
                    <a:pt x="745" y="18642"/>
                    <a:pt x="1022" y="20048"/>
                  </a:cubicBezTo>
                  <a:cubicBezTo>
                    <a:pt x="1285" y="21373"/>
                    <a:pt x="2380" y="22658"/>
                    <a:pt x="3698" y="22658"/>
                  </a:cubicBezTo>
                  <a:cubicBezTo>
                    <a:pt x="3778" y="22658"/>
                    <a:pt x="3858" y="22654"/>
                    <a:pt x="3939" y="22644"/>
                  </a:cubicBezTo>
                  <a:cubicBezTo>
                    <a:pt x="5021" y="22517"/>
                    <a:pt x="5847" y="21541"/>
                    <a:pt x="6144" y="20492"/>
                  </a:cubicBezTo>
                  <a:cubicBezTo>
                    <a:pt x="6441" y="19443"/>
                    <a:pt x="6317" y="18327"/>
                    <a:pt x="6190" y="17245"/>
                  </a:cubicBezTo>
                  <a:cubicBezTo>
                    <a:pt x="5816" y="14052"/>
                    <a:pt x="5130" y="10743"/>
                    <a:pt x="4718" y="7535"/>
                  </a:cubicBezTo>
                  <a:cubicBezTo>
                    <a:pt x="4984" y="6839"/>
                    <a:pt x="5139" y="6022"/>
                    <a:pt x="4758" y="5395"/>
                  </a:cubicBezTo>
                  <a:cubicBezTo>
                    <a:pt x="4523" y="5009"/>
                    <a:pt x="3848" y="4543"/>
                    <a:pt x="3688" y="4119"/>
                  </a:cubicBezTo>
                  <a:cubicBezTo>
                    <a:pt x="3478" y="3575"/>
                    <a:pt x="3360" y="3068"/>
                    <a:pt x="3486" y="2498"/>
                  </a:cubicBezTo>
                  <a:cubicBezTo>
                    <a:pt x="3584" y="2054"/>
                    <a:pt x="3680" y="1610"/>
                    <a:pt x="3779" y="1166"/>
                  </a:cubicBezTo>
                  <a:cubicBezTo>
                    <a:pt x="3813" y="1007"/>
                    <a:pt x="3846" y="832"/>
                    <a:pt x="3764" y="694"/>
                  </a:cubicBezTo>
                  <a:cubicBezTo>
                    <a:pt x="3719" y="617"/>
                    <a:pt x="3624" y="572"/>
                    <a:pt x="3538" y="572"/>
                  </a:cubicBezTo>
                  <a:cubicBezTo>
                    <a:pt x="3469" y="572"/>
                    <a:pt x="3405" y="601"/>
                    <a:pt x="3377" y="666"/>
                  </a:cubicBezTo>
                  <a:lnTo>
                    <a:pt x="3377" y="666"/>
                  </a:lnTo>
                  <a:cubicBezTo>
                    <a:pt x="3484" y="406"/>
                    <a:pt x="3275" y="162"/>
                    <a:pt x="3039" y="162"/>
                  </a:cubicBezTo>
                  <a:cubicBezTo>
                    <a:pt x="2967" y="162"/>
                    <a:pt x="2892" y="185"/>
                    <a:pt x="2823" y="237"/>
                  </a:cubicBezTo>
                  <a:cubicBezTo>
                    <a:pt x="2804" y="91"/>
                    <a:pt x="2654" y="0"/>
                    <a:pt x="2511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3"/>
            <p:cNvSpPr/>
            <p:nvPr/>
          </p:nvSpPr>
          <p:spPr>
            <a:xfrm>
              <a:off x="4397025" y="4262500"/>
              <a:ext cx="27700" cy="971075"/>
            </a:xfrm>
            <a:custGeom>
              <a:avLst/>
              <a:gdLst/>
              <a:ahLst/>
              <a:cxnLst/>
              <a:rect l="l" t="t" r="r" b="b"/>
              <a:pathLst>
                <a:path w="1108" h="38843" extrusionOk="0">
                  <a:moveTo>
                    <a:pt x="0" y="1"/>
                  </a:moveTo>
                  <a:lnTo>
                    <a:pt x="0" y="38843"/>
                  </a:lnTo>
                  <a:lnTo>
                    <a:pt x="1107" y="38843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3"/>
            <p:cNvSpPr/>
            <p:nvPr/>
          </p:nvSpPr>
          <p:spPr>
            <a:xfrm>
              <a:off x="5179425" y="4262500"/>
              <a:ext cx="27700" cy="971075"/>
            </a:xfrm>
            <a:custGeom>
              <a:avLst/>
              <a:gdLst/>
              <a:ahLst/>
              <a:cxnLst/>
              <a:rect l="l" t="t" r="r" b="b"/>
              <a:pathLst>
                <a:path w="1108" h="38843" extrusionOk="0">
                  <a:moveTo>
                    <a:pt x="1" y="1"/>
                  </a:moveTo>
                  <a:lnTo>
                    <a:pt x="1" y="38843"/>
                  </a:lnTo>
                  <a:lnTo>
                    <a:pt x="1108" y="38843"/>
                  </a:lnTo>
                  <a:lnTo>
                    <a:pt x="1108" y="1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3"/>
            <p:cNvSpPr/>
            <p:nvPr/>
          </p:nvSpPr>
          <p:spPr>
            <a:xfrm>
              <a:off x="4523025" y="3925525"/>
              <a:ext cx="222975" cy="334450"/>
            </a:xfrm>
            <a:custGeom>
              <a:avLst/>
              <a:gdLst/>
              <a:ahLst/>
              <a:cxnLst/>
              <a:rect l="l" t="t" r="r" b="b"/>
              <a:pathLst>
                <a:path w="8919" h="13378" extrusionOk="0">
                  <a:moveTo>
                    <a:pt x="2236" y="0"/>
                  </a:moveTo>
                  <a:cubicBezTo>
                    <a:pt x="1936" y="0"/>
                    <a:pt x="1681" y="224"/>
                    <a:pt x="1643" y="523"/>
                  </a:cubicBezTo>
                  <a:lnTo>
                    <a:pt x="46" y="12699"/>
                  </a:lnTo>
                  <a:cubicBezTo>
                    <a:pt x="0" y="13059"/>
                    <a:pt x="279" y="13378"/>
                    <a:pt x="641" y="13378"/>
                  </a:cubicBezTo>
                  <a:lnTo>
                    <a:pt x="6683" y="13378"/>
                  </a:lnTo>
                  <a:cubicBezTo>
                    <a:pt x="6983" y="13378"/>
                    <a:pt x="7238" y="13154"/>
                    <a:pt x="7276" y="12855"/>
                  </a:cubicBezTo>
                  <a:lnTo>
                    <a:pt x="8871" y="678"/>
                  </a:lnTo>
                  <a:cubicBezTo>
                    <a:pt x="8919" y="319"/>
                    <a:pt x="8640" y="0"/>
                    <a:pt x="8278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3"/>
            <p:cNvSpPr/>
            <p:nvPr/>
          </p:nvSpPr>
          <p:spPr>
            <a:xfrm>
              <a:off x="4774800" y="3925525"/>
              <a:ext cx="138000" cy="334450"/>
            </a:xfrm>
            <a:custGeom>
              <a:avLst/>
              <a:gdLst/>
              <a:ahLst/>
              <a:cxnLst/>
              <a:rect l="l" t="t" r="r" b="b"/>
              <a:pathLst>
                <a:path w="5520" h="13378" extrusionOk="0">
                  <a:moveTo>
                    <a:pt x="488" y="0"/>
                  </a:moveTo>
                  <a:cubicBezTo>
                    <a:pt x="215" y="0"/>
                    <a:pt x="0" y="233"/>
                    <a:pt x="22" y="505"/>
                  </a:cubicBezTo>
                  <a:lnTo>
                    <a:pt x="1029" y="12948"/>
                  </a:lnTo>
                  <a:cubicBezTo>
                    <a:pt x="1049" y="13190"/>
                    <a:pt x="1251" y="13378"/>
                    <a:pt x="1493" y="13378"/>
                  </a:cubicBezTo>
                  <a:lnTo>
                    <a:pt x="5033" y="13378"/>
                  </a:lnTo>
                  <a:cubicBezTo>
                    <a:pt x="5304" y="13378"/>
                    <a:pt x="5519" y="13145"/>
                    <a:pt x="5497" y="12873"/>
                  </a:cubicBezTo>
                  <a:lnTo>
                    <a:pt x="4492" y="430"/>
                  </a:lnTo>
                  <a:cubicBezTo>
                    <a:pt x="4472" y="186"/>
                    <a:pt x="4270" y="0"/>
                    <a:pt x="4026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3"/>
            <p:cNvSpPr/>
            <p:nvPr/>
          </p:nvSpPr>
          <p:spPr>
            <a:xfrm>
              <a:off x="4806200" y="3943775"/>
              <a:ext cx="93450" cy="297950"/>
            </a:xfrm>
            <a:custGeom>
              <a:avLst/>
              <a:gdLst/>
              <a:ahLst/>
              <a:cxnLst/>
              <a:rect l="l" t="t" r="r" b="b"/>
              <a:pathLst>
                <a:path w="3738" h="11918" extrusionOk="0">
                  <a:moveTo>
                    <a:pt x="1" y="0"/>
                  </a:moveTo>
                  <a:lnTo>
                    <a:pt x="727" y="11918"/>
                  </a:lnTo>
                  <a:lnTo>
                    <a:pt x="3737" y="11918"/>
                  </a:lnTo>
                  <a:lnTo>
                    <a:pt x="3009" y="0"/>
                  </a:ln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3"/>
            <p:cNvSpPr/>
            <p:nvPr/>
          </p:nvSpPr>
          <p:spPr>
            <a:xfrm>
              <a:off x="4340350" y="4243750"/>
              <a:ext cx="347200" cy="17875"/>
            </a:xfrm>
            <a:custGeom>
              <a:avLst/>
              <a:gdLst/>
              <a:ahLst/>
              <a:cxnLst/>
              <a:rect l="l" t="t" r="r" b="b"/>
              <a:pathLst>
                <a:path w="13888" h="715" extrusionOk="0">
                  <a:moveTo>
                    <a:pt x="0" y="1"/>
                  </a:moveTo>
                  <a:lnTo>
                    <a:pt x="0" y="714"/>
                  </a:lnTo>
                  <a:lnTo>
                    <a:pt x="13888" y="714"/>
                  </a:lnTo>
                  <a:lnTo>
                    <a:pt x="13888" y="1"/>
                  </a:ln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3"/>
            <p:cNvSpPr/>
            <p:nvPr/>
          </p:nvSpPr>
          <p:spPr>
            <a:xfrm>
              <a:off x="5018000" y="4201625"/>
              <a:ext cx="172650" cy="62250"/>
            </a:xfrm>
            <a:custGeom>
              <a:avLst/>
              <a:gdLst/>
              <a:ahLst/>
              <a:cxnLst/>
              <a:rect l="l" t="t" r="r" b="b"/>
              <a:pathLst>
                <a:path w="6906" h="2490" extrusionOk="0">
                  <a:moveTo>
                    <a:pt x="3756" y="0"/>
                  </a:moveTo>
                  <a:cubicBezTo>
                    <a:pt x="3212" y="0"/>
                    <a:pt x="2656" y="157"/>
                    <a:pt x="2173" y="413"/>
                  </a:cubicBezTo>
                  <a:cubicBezTo>
                    <a:pt x="1327" y="863"/>
                    <a:pt x="655" y="1576"/>
                    <a:pt x="1" y="2279"/>
                  </a:cubicBezTo>
                  <a:cubicBezTo>
                    <a:pt x="1884" y="2419"/>
                    <a:pt x="3768" y="2490"/>
                    <a:pt x="5653" y="2490"/>
                  </a:cubicBezTo>
                  <a:cubicBezTo>
                    <a:pt x="6070" y="2490"/>
                    <a:pt x="6488" y="2486"/>
                    <a:pt x="6906" y="2479"/>
                  </a:cubicBezTo>
                  <a:cubicBezTo>
                    <a:pt x="6212" y="1773"/>
                    <a:pt x="5791" y="777"/>
                    <a:pt x="4930" y="293"/>
                  </a:cubicBezTo>
                  <a:cubicBezTo>
                    <a:pt x="4570" y="90"/>
                    <a:pt x="4167" y="0"/>
                    <a:pt x="3756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3"/>
            <p:cNvSpPr/>
            <p:nvPr/>
          </p:nvSpPr>
          <p:spPr>
            <a:xfrm>
              <a:off x="4822650" y="4243750"/>
              <a:ext cx="347200" cy="17875"/>
            </a:xfrm>
            <a:custGeom>
              <a:avLst/>
              <a:gdLst/>
              <a:ahLst/>
              <a:cxnLst/>
              <a:rect l="l" t="t" r="r" b="b"/>
              <a:pathLst>
                <a:path w="13888" h="715" extrusionOk="0">
                  <a:moveTo>
                    <a:pt x="0" y="1"/>
                  </a:moveTo>
                  <a:lnTo>
                    <a:pt x="0" y="714"/>
                  </a:lnTo>
                  <a:lnTo>
                    <a:pt x="13887" y="714"/>
                  </a:lnTo>
                  <a:lnTo>
                    <a:pt x="13887" y="1"/>
                  </a:ln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3"/>
            <p:cNvSpPr/>
            <p:nvPr/>
          </p:nvSpPr>
          <p:spPr>
            <a:xfrm>
              <a:off x="4062400" y="4258675"/>
              <a:ext cx="1234400" cy="28125"/>
            </a:xfrm>
            <a:custGeom>
              <a:avLst/>
              <a:gdLst/>
              <a:ahLst/>
              <a:cxnLst/>
              <a:rect l="l" t="t" r="r" b="b"/>
              <a:pathLst>
                <a:path w="49376" h="1125" extrusionOk="0">
                  <a:moveTo>
                    <a:pt x="0" y="1"/>
                  </a:moveTo>
                  <a:lnTo>
                    <a:pt x="0" y="1124"/>
                  </a:lnTo>
                  <a:lnTo>
                    <a:pt x="49376" y="1124"/>
                  </a:lnTo>
                  <a:lnTo>
                    <a:pt x="49376" y="1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3"/>
            <p:cNvSpPr/>
            <p:nvPr/>
          </p:nvSpPr>
          <p:spPr>
            <a:xfrm>
              <a:off x="4196175" y="4262500"/>
              <a:ext cx="33225" cy="1194825"/>
            </a:xfrm>
            <a:custGeom>
              <a:avLst/>
              <a:gdLst/>
              <a:ahLst/>
              <a:cxnLst/>
              <a:rect l="l" t="t" r="r" b="b"/>
              <a:pathLst>
                <a:path w="1329" h="47793" extrusionOk="0">
                  <a:moveTo>
                    <a:pt x="1" y="1"/>
                  </a:moveTo>
                  <a:lnTo>
                    <a:pt x="1" y="47792"/>
                  </a:lnTo>
                  <a:lnTo>
                    <a:pt x="1328" y="47792"/>
                  </a:lnTo>
                  <a:lnTo>
                    <a:pt x="1328" y="1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3"/>
            <p:cNvSpPr/>
            <p:nvPr/>
          </p:nvSpPr>
          <p:spPr>
            <a:xfrm>
              <a:off x="4980400" y="4262500"/>
              <a:ext cx="33225" cy="1194825"/>
            </a:xfrm>
            <a:custGeom>
              <a:avLst/>
              <a:gdLst/>
              <a:ahLst/>
              <a:cxnLst/>
              <a:rect l="l" t="t" r="r" b="b"/>
              <a:pathLst>
                <a:path w="1329" h="47793" extrusionOk="0">
                  <a:moveTo>
                    <a:pt x="1" y="1"/>
                  </a:moveTo>
                  <a:lnTo>
                    <a:pt x="1" y="47792"/>
                  </a:lnTo>
                  <a:lnTo>
                    <a:pt x="1328" y="47792"/>
                  </a:lnTo>
                  <a:lnTo>
                    <a:pt x="1328" y="1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>
              <a:off x="4254500" y="4203575"/>
              <a:ext cx="153550" cy="57150"/>
            </a:xfrm>
            <a:custGeom>
              <a:avLst/>
              <a:gdLst/>
              <a:ahLst/>
              <a:cxnLst/>
              <a:rect l="l" t="t" r="r" b="b"/>
              <a:pathLst>
                <a:path w="6142" h="2286" extrusionOk="0">
                  <a:moveTo>
                    <a:pt x="2335" y="0"/>
                  </a:moveTo>
                  <a:cubicBezTo>
                    <a:pt x="2051" y="0"/>
                    <a:pt x="1769" y="44"/>
                    <a:pt x="1499" y="140"/>
                  </a:cubicBezTo>
                  <a:cubicBezTo>
                    <a:pt x="650" y="440"/>
                    <a:pt x="0" y="1358"/>
                    <a:pt x="199" y="2238"/>
                  </a:cubicBezTo>
                  <a:cubicBezTo>
                    <a:pt x="1236" y="2269"/>
                    <a:pt x="2273" y="2285"/>
                    <a:pt x="3310" y="2285"/>
                  </a:cubicBezTo>
                  <a:cubicBezTo>
                    <a:pt x="4254" y="2285"/>
                    <a:pt x="5198" y="2272"/>
                    <a:pt x="6142" y="2245"/>
                  </a:cubicBezTo>
                  <a:cubicBezTo>
                    <a:pt x="5507" y="1606"/>
                    <a:pt x="4871" y="950"/>
                    <a:pt x="4090" y="504"/>
                  </a:cubicBezTo>
                  <a:cubicBezTo>
                    <a:pt x="3558" y="199"/>
                    <a:pt x="2942" y="0"/>
                    <a:pt x="2335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3"/>
            <p:cNvSpPr/>
            <p:nvPr/>
          </p:nvSpPr>
          <p:spPr>
            <a:xfrm>
              <a:off x="5726675" y="4694275"/>
              <a:ext cx="47225" cy="599525"/>
            </a:xfrm>
            <a:custGeom>
              <a:avLst/>
              <a:gdLst/>
              <a:ahLst/>
              <a:cxnLst/>
              <a:rect l="l" t="t" r="r" b="b"/>
              <a:pathLst>
                <a:path w="1889" h="23981" extrusionOk="0">
                  <a:moveTo>
                    <a:pt x="1" y="0"/>
                  </a:moveTo>
                  <a:lnTo>
                    <a:pt x="1" y="23981"/>
                  </a:lnTo>
                  <a:lnTo>
                    <a:pt x="1889" y="23981"/>
                  </a:lnTo>
                  <a:lnTo>
                    <a:pt x="1889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3"/>
            <p:cNvSpPr/>
            <p:nvPr/>
          </p:nvSpPr>
          <p:spPr>
            <a:xfrm>
              <a:off x="5482500" y="5217625"/>
              <a:ext cx="294550" cy="94025"/>
            </a:xfrm>
            <a:custGeom>
              <a:avLst/>
              <a:gdLst/>
              <a:ahLst/>
              <a:cxnLst/>
              <a:rect l="l" t="t" r="r" b="b"/>
              <a:pathLst>
                <a:path w="11782" h="3761" extrusionOk="0">
                  <a:moveTo>
                    <a:pt x="10960" y="0"/>
                  </a:moveTo>
                  <a:lnTo>
                    <a:pt x="115" y="2770"/>
                  </a:lnTo>
                  <a:lnTo>
                    <a:pt x="1" y="3760"/>
                  </a:lnTo>
                  <a:lnTo>
                    <a:pt x="11781" y="2750"/>
                  </a:lnTo>
                  <a:lnTo>
                    <a:pt x="10960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43"/>
            <p:cNvSpPr/>
            <p:nvPr/>
          </p:nvSpPr>
          <p:spPr>
            <a:xfrm>
              <a:off x="5728500" y="5217625"/>
              <a:ext cx="294550" cy="94025"/>
            </a:xfrm>
            <a:custGeom>
              <a:avLst/>
              <a:gdLst/>
              <a:ahLst/>
              <a:cxnLst/>
              <a:rect l="l" t="t" r="r" b="b"/>
              <a:pathLst>
                <a:path w="11782" h="3761" extrusionOk="0">
                  <a:moveTo>
                    <a:pt x="822" y="0"/>
                  </a:moveTo>
                  <a:lnTo>
                    <a:pt x="0" y="2750"/>
                  </a:lnTo>
                  <a:lnTo>
                    <a:pt x="11781" y="3760"/>
                  </a:lnTo>
                  <a:lnTo>
                    <a:pt x="11666" y="2770"/>
                  </a:lnTo>
                  <a:lnTo>
                    <a:pt x="822" y="0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43"/>
            <p:cNvSpPr/>
            <p:nvPr/>
          </p:nvSpPr>
          <p:spPr>
            <a:xfrm>
              <a:off x="5481275" y="5287450"/>
              <a:ext cx="67025" cy="64475"/>
            </a:xfrm>
            <a:custGeom>
              <a:avLst/>
              <a:gdLst/>
              <a:ahLst/>
              <a:cxnLst/>
              <a:rect l="l" t="t" r="r" b="b"/>
              <a:pathLst>
                <a:path w="2681" h="2579" extrusionOk="0">
                  <a:moveTo>
                    <a:pt x="1392" y="1"/>
                  </a:moveTo>
                  <a:cubicBezTo>
                    <a:pt x="871" y="1"/>
                    <a:pt x="399" y="314"/>
                    <a:pt x="201" y="796"/>
                  </a:cubicBezTo>
                  <a:cubicBezTo>
                    <a:pt x="0" y="1277"/>
                    <a:pt x="112" y="1832"/>
                    <a:pt x="479" y="2200"/>
                  </a:cubicBezTo>
                  <a:cubicBezTo>
                    <a:pt x="727" y="2447"/>
                    <a:pt x="1056" y="2578"/>
                    <a:pt x="1392" y="2578"/>
                  </a:cubicBezTo>
                  <a:cubicBezTo>
                    <a:pt x="1558" y="2578"/>
                    <a:pt x="1725" y="2546"/>
                    <a:pt x="1885" y="2481"/>
                  </a:cubicBezTo>
                  <a:cubicBezTo>
                    <a:pt x="2366" y="2280"/>
                    <a:pt x="2681" y="1810"/>
                    <a:pt x="2681" y="1290"/>
                  </a:cubicBezTo>
                  <a:cubicBezTo>
                    <a:pt x="2681" y="578"/>
                    <a:pt x="2104" y="1"/>
                    <a:pt x="1392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43"/>
            <p:cNvSpPr/>
            <p:nvPr/>
          </p:nvSpPr>
          <p:spPr>
            <a:xfrm>
              <a:off x="5950375" y="5287450"/>
              <a:ext cx="67025" cy="64475"/>
            </a:xfrm>
            <a:custGeom>
              <a:avLst/>
              <a:gdLst/>
              <a:ahLst/>
              <a:cxnLst/>
              <a:rect l="l" t="t" r="r" b="b"/>
              <a:pathLst>
                <a:path w="2681" h="2579" extrusionOk="0">
                  <a:moveTo>
                    <a:pt x="1391" y="1"/>
                  </a:moveTo>
                  <a:cubicBezTo>
                    <a:pt x="870" y="1"/>
                    <a:pt x="401" y="314"/>
                    <a:pt x="200" y="796"/>
                  </a:cubicBezTo>
                  <a:cubicBezTo>
                    <a:pt x="0" y="1277"/>
                    <a:pt x="111" y="1832"/>
                    <a:pt x="479" y="2200"/>
                  </a:cubicBezTo>
                  <a:cubicBezTo>
                    <a:pt x="726" y="2447"/>
                    <a:pt x="1056" y="2578"/>
                    <a:pt x="1392" y="2578"/>
                  </a:cubicBezTo>
                  <a:cubicBezTo>
                    <a:pt x="1558" y="2578"/>
                    <a:pt x="1725" y="2546"/>
                    <a:pt x="1885" y="2481"/>
                  </a:cubicBezTo>
                  <a:cubicBezTo>
                    <a:pt x="2365" y="2280"/>
                    <a:pt x="2680" y="1810"/>
                    <a:pt x="2680" y="1290"/>
                  </a:cubicBezTo>
                  <a:cubicBezTo>
                    <a:pt x="2680" y="578"/>
                    <a:pt x="2103" y="1"/>
                    <a:pt x="1391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3"/>
            <p:cNvSpPr/>
            <p:nvPr/>
          </p:nvSpPr>
          <p:spPr>
            <a:xfrm>
              <a:off x="5674650" y="5262375"/>
              <a:ext cx="67025" cy="64475"/>
            </a:xfrm>
            <a:custGeom>
              <a:avLst/>
              <a:gdLst/>
              <a:ahLst/>
              <a:cxnLst/>
              <a:rect l="l" t="t" r="r" b="b"/>
              <a:pathLst>
                <a:path w="2681" h="2579" extrusionOk="0">
                  <a:moveTo>
                    <a:pt x="1391" y="0"/>
                  </a:moveTo>
                  <a:cubicBezTo>
                    <a:pt x="869" y="0"/>
                    <a:pt x="399" y="313"/>
                    <a:pt x="201" y="796"/>
                  </a:cubicBezTo>
                  <a:cubicBezTo>
                    <a:pt x="0" y="1278"/>
                    <a:pt x="111" y="1832"/>
                    <a:pt x="479" y="2202"/>
                  </a:cubicBezTo>
                  <a:cubicBezTo>
                    <a:pt x="726" y="2448"/>
                    <a:pt x="1056" y="2579"/>
                    <a:pt x="1391" y="2579"/>
                  </a:cubicBezTo>
                  <a:cubicBezTo>
                    <a:pt x="1557" y="2579"/>
                    <a:pt x="1725" y="2547"/>
                    <a:pt x="1885" y="2480"/>
                  </a:cubicBezTo>
                  <a:cubicBezTo>
                    <a:pt x="2366" y="2282"/>
                    <a:pt x="2681" y="1810"/>
                    <a:pt x="2681" y="1289"/>
                  </a:cubicBezTo>
                  <a:cubicBezTo>
                    <a:pt x="2681" y="577"/>
                    <a:pt x="2103" y="0"/>
                    <a:pt x="1391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43"/>
            <p:cNvSpPr/>
            <p:nvPr/>
          </p:nvSpPr>
          <p:spPr>
            <a:xfrm>
              <a:off x="5431925" y="4601950"/>
              <a:ext cx="667950" cy="258875"/>
            </a:xfrm>
            <a:custGeom>
              <a:avLst/>
              <a:gdLst/>
              <a:ahLst/>
              <a:cxnLst/>
              <a:rect l="l" t="t" r="r" b="b"/>
              <a:pathLst>
                <a:path w="26718" h="10355" extrusionOk="0">
                  <a:moveTo>
                    <a:pt x="6893" y="1"/>
                  </a:moveTo>
                  <a:cubicBezTo>
                    <a:pt x="5960" y="1"/>
                    <a:pt x="5028" y="52"/>
                    <a:pt x="4101" y="166"/>
                  </a:cubicBezTo>
                  <a:cubicBezTo>
                    <a:pt x="2468" y="368"/>
                    <a:pt x="554" y="1057"/>
                    <a:pt x="230" y="2672"/>
                  </a:cubicBezTo>
                  <a:cubicBezTo>
                    <a:pt x="1" y="3819"/>
                    <a:pt x="713" y="4948"/>
                    <a:pt x="1550" y="5765"/>
                  </a:cubicBezTo>
                  <a:cubicBezTo>
                    <a:pt x="3140" y="7319"/>
                    <a:pt x="5239" y="8240"/>
                    <a:pt x="7359" y="8905"/>
                  </a:cubicBezTo>
                  <a:cubicBezTo>
                    <a:pt x="10432" y="9869"/>
                    <a:pt x="13653" y="10354"/>
                    <a:pt x="16874" y="10354"/>
                  </a:cubicBezTo>
                  <a:cubicBezTo>
                    <a:pt x="19061" y="10354"/>
                    <a:pt x="21248" y="10130"/>
                    <a:pt x="23389" y="9680"/>
                  </a:cubicBezTo>
                  <a:cubicBezTo>
                    <a:pt x="24797" y="9385"/>
                    <a:pt x="26455" y="8690"/>
                    <a:pt x="26588" y="7257"/>
                  </a:cubicBezTo>
                  <a:cubicBezTo>
                    <a:pt x="26718" y="5877"/>
                    <a:pt x="25319" y="4888"/>
                    <a:pt x="24074" y="4278"/>
                  </a:cubicBezTo>
                  <a:cubicBezTo>
                    <a:pt x="20234" y="2399"/>
                    <a:pt x="16137" y="1102"/>
                    <a:pt x="11916" y="430"/>
                  </a:cubicBezTo>
                  <a:cubicBezTo>
                    <a:pt x="10256" y="167"/>
                    <a:pt x="8573" y="1"/>
                    <a:pt x="6893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43"/>
            <p:cNvSpPr/>
            <p:nvPr/>
          </p:nvSpPr>
          <p:spPr>
            <a:xfrm>
              <a:off x="5428325" y="4580475"/>
              <a:ext cx="668000" cy="258875"/>
            </a:xfrm>
            <a:custGeom>
              <a:avLst/>
              <a:gdLst/>
              <a:ahLst/>
              <a:cxnLst/>
              <a:rect l="l" t="t" r="r" b="b"/>
              <a:pathLst>
                <a:path w="26720" h="10355" extrusionOk="0">
                  <a:moveTo>
                    <a:pt x="6894" y="0"/>
                  </a:moveTo>
                  <a:cubicBezTo>
                    <a:pt x="5961" y="0"/>
                    <a:pt x="5030" y="52"/>
                    <a:pt x="4103" y="166"/>
                  </a:cubicBezTo>
                  <a:cubicBezTo>
                    <a:pt x="2468" y="368"/>
                    <a:pt x="554" y="1056"/>
                    <a:pt x="230" y="2671"/>
                  </a:cubicBezTo>
                  <a:cubicBezTo>
                    <a:pt x="1" y="3819"/>
                    <a:pt x="713" y="4947"/>
                    <a:pt x="1550" y="5765"/>
                  </a:cubicBezTo>
                  <a:cubicBezTo>
                    <a:pt x="3140" y="7318"/>
                    <a:pt x="5239" y="8240"/>
                    <a:pt x="7359" y="8904"/>
                  </a:cubicBezTo>
                  <a:cubicBezTo>
                    <a:pt x="10432" y="9868"/>
                    <a:pt x="13655" y="10354"/>
                    <a:pt x="16877" y="10354"/>
                  </a:cubicBezTo>
                  <a:cubicBezTo>
                    <a:pt x="19064" y="10354"/>
                    <a:pt x="21251" y="10130"/>
                    <a:pt x="23391" y="9680"/>
                  </a:cubicBezTo>
                  <a:cubicBezTo>
                    <a:pt x="24797" y="9385"/>
                    <a:pt x="26456" y="8689"/>
                    <a:pt x="26590" y="7258"/>
                  </a:cubicBezTo>
                  <a:cubicBezTo>
                    <a:pt x="26720" y="5876"/>
                    <a:pt x="25319" y="4887"/>
                    <a:pt x="24074" y="4277"/>
                  </a:cubicBezTo>
                  <a:cubicBezTo>
                    <a:pt x="20236" y="2400"/>
                    <a:pt x="16137" y="1102"/>
                    <a:pt x="11916" y="430"/>
                  </a:cubicBezTo>
                  <a:cubicBezTo>
                    <a:pt x="10256" y="167"/>
                    <a:pt x="8574" y="0"/>
                    <a:pt x="6894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3"/>
            <p:cNvSpPr/>
            <p:nvPr/>
          </p:nvSpPr>
          <p:spPr>
            <a:xfrm>
              <a:off x="5534525" y="2967350"/>
              <a:ext cx="198500" cy="228675"/>
            </a:xfrm>
            <a:custGeom>
              <a:avLst/>
              <a:gdLst/>
              <a:ahLst/>
              <a:cxnLst/>
              <a:rect l="l" t="t" r="r" b="b"/>
              <a:pathLst>
                <a:path w="7940" h="9147" extrusionOk="0">
                  <a:moveTo>
                    <a:pt x="3051" y="1"/>
                  </a:moveTo>
                  <a:cubicBezTo>
                    <a:pt x="2952" y="1"/>
                    <a:pt x="2862" y="83"/>
                    <a:pt x="2825" y="177"/>
                  </a:cubicBezTo>
                  <a:cubicBezTo>
                    <a:pt x="2783" y="279"/>
                    <a:pt x="2790" y="394"/>
                    <a:pt x="2796" y="503"/>
                  </a:cubicBezTo>
                  <a:cubicBezTo>
                    <a:pt x="2858" y="1503"/>
                    <a:pt x="2920" y="2502"/>
                    <a:pt x="2980" y="3500"/>
                  </a:cubicBezTo>
                  <a:cubicBezTo>
                    <a:pt x="2945" y="3506"/>
                    <a:pt x="2911" y="3509"/>
                    <a:pt x="2876" y="3515"/>
                  </a:cubicBezTo>
                  <a:cubicBezTo>
                    <a:pt x="2506" y="2836"/>
                    <a:pt x="2126" y="2162"/>
                    <a:pt x="1725" y="1499"/>
                  </a:cubicBezTo>
                  <a:cubicBezTo>
                    <a:pt x="1649" y="1376"/>
                    <a:pt x="1528" y="1235"/>
                    <a:pt x="1396" y="1235"/>
                  </a:cubicBezTo>
                  <a:cubicBezTo>
                    <a:pt x="1370" y="1235"/>
                    <a:pt x="1344" y="1241"/>
                    <a:pt x="1317" y="1253"/>
                  </a:cubicBezTo>
                  <a:cubicBezTo>
                    <a:pt x="1234" y="1292"/>
                    <a:pt x="1192" y="1392"/>
                    <a:pt x="1193" y="1486"/>
                  </a:cubicBezTo>
                  <a:cubicBezTo>
                    <a:pt x="1197" y="1579"/>
                    <a:pt x="1235" y="1667"/>
                    <a:pt x="1272" y="1752"/>
                  </a:cubicBezTo>
                  <a:cubicBezTo>
                    <a:pt x="1569" y="2424"/>
                    <a:pt x="1864" y="3094"/>
                    <a:pt x="2160" y="3764"/>
                  </a:cubicBezTo>
                  <a:cubicBezTo>
                    <a:pt x="2029" y="3835"/>
                    <a:pt x="1905" y="3919"/>
                    <a:pt x="1789" y="4014"/>
                  </a:cubicBezTo>
                  <a:lnTo>
                    <a:pt x="1725" y="3932"/>
                  </a:lnTo>
                  <a:cubicBezTo>
                    <a:pt x="1290" y="3381"/>
                    <a:pt x="591" y="2370"/>
                    <a:pt x="202" y="2370"/>
                  </a:cubicBezTo>
                  <a:cubicBezTo>
                    <a:pt x="178" y="2370"/>
                    <a:pt x="155" y="2374"/>
                    <a:pt x="134" y="2382"/>
                  </a:cubicBezTo>
                  <a:cubicBezTo>
                    <a:pt x="1" y="2679"/>
                    <a:pt x="556" y="3462"/>
                    <a:pt x="904" y="3928"/>
                  </a:cubicBezTo>
                  <a:cubicBezTo>
                    <a:pt x="1141" y="4245"/>
                    <a:pt x="1392" y="4554"/>
                    <a:pt x="1610" y="4884"/>
                  </a:cubicBezTo>
                  <a:cubicBezTo>
                    <a:pt x="2173" y="6029"/>
                    <a:pt x="2747" y="7816"/>
                    <a:pt x="2849" y="9147"/>
                  </a:cubicBezTo>
                  <a:cubicBezTo>
                    <a:pt x="3207" y="9015"/>
                    <a:pt x="3601" y="9014"/>
                    <a:pt x="3979" y="8961"/>
                  </a:cubicBezTo>
                  <a:cubicBezTo>
                    <a:pt x="4358" y="8910"/>
                    <a:pt x="4757" y="8786"/>
                    <a:pt x="4992" y="8484"/>
                  </a:cubicBezTo>
                  <a:cubicBezTo>
                    <a:pt x="5270" y="8121"/>
                    <a:pt x="5236" y="7619"/>
                    <a:pt x="5289" y="7164"/>
                  </a:cubicBezTo>
                  <a:cubicBezTo>
                    <a:pt x="5365" y="6519"/>
                    <a:pt x="5638" y="5915"/>
                    <a:pt x="6070" y="5430"/>
                  </a:cubicBezTo>
                  <a:cubicBezTo>
                    <a:pt x="6317" y="5155"/>
                    <a:pt x="6614" y="4922"/>
                    <a:pt x="6834" y="4625"/>
                  </a:cubicBezTo>
                  <a:cubicBezTo>
                    <a:pt x="7279" y="4021"/>
                    <a:pt x="7386" y="3187"/>
                    <a:pt x="7940" y="2683"/>
                  </a:cubicBezTo>
                  <a:cubicBezTo>
                    <a:pt x="7853" y="2634"/>
                    <a:pt x="7751" y="2613"/>
                    <a:pt x="7643" y="2613"/>
                  </a:cubicBezTo>
                  <a:cubicBezTo>
                    <a:pt x="7314" y="2613"/>
                    <a:pt x="6930" y="2811"/>
                    <a:pt x="6765" y="3063"/>
                  </a:cubicBezTo>
                  <a:cubicBezTo>
                    <a:pt x="6547" y="3396"/>
                    <a:pt x="6173" y="3852"/>
                    <a:pt x="5789" y="3957"/>
                  </a:cubicBezTo>
                  <a:cubicBezTo>
                    <a:pt x="5715" y="3978"/>
                    <a:pt x="5662" y="3987"/>
                    <a:pt x="5620" y="3987"/>
                  </a:cubicBezTo>
                  <a:cubicBezTo>
                    <a:pt x="5493" y="3987"/>
                    <a:pt x="5464" y="3908"/>
                    <a:pt x="5263" y="3833"/>
                  </a:cubicBezTo>
                  <a:lnTo>
                    <a:pt x="4926" y="554"/>
                  </a:lnTo>
                  <a:cubicBezTo>
                    <a:pt x="4910" y="396"/>
                    <a:pt x="4873" y="210"/>
                    <a:pt x="4728" y="148"/>
                  </a:cubicBezTo>
                  <a:cubicBezTo>
                    <a:pt x="4700" y="137"/>
                    <a:pt x="4672" y="132"/>
                    <a:pt x="4644" y="132"/>
                  </a:cubicBezTo>
                  <a:cubicBezTo>
                    <a:pt x="4533" y="132"/>
                    <a:pt x="4422" y="210"/>
                    <a:pt x="4367" y="312"/>
                  </a:cubicBezTo>
                  <a:cubicBezTo>
                    <a:pt x="4300" y="439"/>
                    <a:pt x="4296" y="591"/>
                    <a:pt x="4296" y="736"/>
                  </a:cubicBezTo>
                  <a:cubicBezTo>
                    <a:pt x="4294" y="1678"/>
                    <a:pt x="4293" y="2619"/>
                    <a:pt x="4291" y="3560"/>
                  </a:cubicBezTo>
                  <a:cubicBezTo>
                    <a:pt x="4185" y="3538"/>
                    <a:pt x="4080" y="3520"/>
                    <a:pt x="3974" y="3506"/>
                  </a:cubicBezTo>
                  <a:cubicBezTo>
                    <a:pt x="3879" y="2419"/>
                    <a:pt x="3661" y="1344"/>
                    <a:pt x="3326" y="306"/>
                  </a:cubicBezTo>
                  <a:cubicBezTo>
                    <a:pt x="3282" y="174"/>
                    <a:pt x="3213" y="21"/>
                    <a:pt x="3074" y="2"/>
                  </a:cubicBezTo>
                  <a:cubicBezTo>
                    <a:pt x="3066" y="1"/>
                    <a:pt x="3059" y="1"/>
                    <a:pt x="3051" y="1"/>
                  </a:cubicBezTo>
                  <a:close/>
                </a:path>
              </a:pathLst>
            </a:custGeom>
            <a:solidFill>
              <a:srgbClr val="D883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3"/>
            <p:cNvSpPr/>
            <p:nvPr/>
          </p:nvSpPr>
          <p:spPr>
            <a:xfrm>
              <a:off x="5578050" y="3115700"/>
              <a:ext cx="103075" cy="71825"/>
            </a:xfrm>
            <a:custGeom>
              <a:avLst/>
              <a:gdLst/>
              <a:ahLst/>
              <a:cxnLst/>
              <a:rect l="l" t="t" r="r" b="b"/>
              <a:pathLst>
                <a:path w="4123" h="2873" extrusionOk="0">
                  <a:moveTo>
                    <a:pt x="2127" y="0"/>
                  </a:moveTo>
                  <a:cubicBezTo>
                    <a:pt x="1410" y="0"/>
                    <a:pt x="695" y="100"/>
                    <a:pt x="1" y="297"/>
                  </a:cubicBezTo>
                  <a:cubicBezTo>
                    <a:pt x="225" y="1137"/>
                    <a:pt x="343" y="2002"/>
                    <a:pt x="354" y="2872"/>
                  </a:cubicBezTo>
                  <a:cubicBezTo>
                    <a:pt x="1359" y="2665"/>
                    <a:pt x="2384" y="2560"/>
                    <a:pt x="3410" y="2560"/>
                  </a:cubicBezTo>
                  <a:cubicBezTo>
                    <a:pt x="3647" y="2560"/>
                    <a:pt x="3885" y="2566"/>
                    <a:pt x="4123" y="2577"/>
                  </a:cubicBezTo>
                  <a:cubicBezTo>
                    <a:pt x="4015" y="1796"/>
                    <a:pt x="3966" y="1011"/>
                    <a:pt x="3977" y="225"/>
                  </a:cubicBezTo>
                  <a:cubicBezTo>
                    <a:pt x="3369" y="75"/>
                    <a:pt x="2748" y="0"/>
                    <a:pt x="2127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3"/>
            <p:cNvSpPr/>
            <p:nvPr/>
          </p:nvSpPr>
          <p:spPr>
            <a:xfrm>
              <a:off x="5578600" y="3142025"/>
              <a:ext cx="337100" cy="770900"/>
            </a:xfrm>
            <a:custGeom>
              <a:avLst/>
              <a:gdLst/>
              <a:ahLst/>
              <a:cxnLst/>
              <a:rect l="l" t="t" r="r" b="b"/>
              <a:pathLst>
                <a:path w="13484" h="30836" extrusionOk="0">
                  <a:moveTo>
                    <a:pt x="4136" y="0"/>
                  </a:moveTo>
                  <a:cubicBezTo>
                    <a:pt x="2981" y="160"/>
                    <a:pt x="1148" y="402"/>
                    <a:pt x="0" y="616"/>
                  </a:cubicBezTo>
                  <a:cubicBezTo>
                    <a:pt x="46" y="9876"/>
                    <a:pt x="945" y="18758"/>
                    <a:pt x="4130" y="27455"/>
                  </a:cubicBezTo>
                  <a:cubicBezTo>
                    <a:pt x="4551" y="28602"/>
                    <a:pt x="6543" y="30177"/>
                    <a:pt x="7666" y="30656"/>
                  </a:cubicBezTo>
                  <a:cubicBezTo>
                    <a:pt x="7957" y="30779"/>
                    <a:pt x="8298" y="30836"/>
                    <a:pt x="8665" y="30836"/>
                  </a:cubicBezTo>
                  <a:cubicBezTo>
                    <a:pt x="10521" y="30836"/>
                    <a:pt x="13049" y="29386"/>
                    <a:pt x="13247" y="27799"/>
                  </a:cubicBezTo>
                  <a:cubicBezTo>
                    <a:pt x="13484" y="25898"/>
                    <a:pt x="11442" y="23685"/>
                    <a:pt x="10632" y="21950"/>
                  </a:cubicBezTo>
                  <a:cubicBezTo>
                    <a:pt x="7373" y="14953"/>
                    <a:pt x="4904" y="7660"/>
                    <a:pt x="4136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3"/>
            <p:cNvSpPr/>
            <p:nvPr/>
          </p:nvSpPr>
          <p:spPr>
            <a:xfrm>
              <a:off x="5404250" y="5039100"/>
              <a:ext cx="223450" cy="211700"/>
            </a:xfrm>
            <a:custGeom>
              <a:avLst/>
              <a:gdLst/>
              <a:ahLst/>
              <a:cxnLst/>
              <a:rect l="l" t="t" r="r" b="b"/>
              <a:pathLst>
                <a:path w="8938" h="8468" extrusionOk="0">
                  <a:moveTo>
                    <a:pt x="6820" y="0"/>
                  </a:moveTo>
                  <a:cubicBezTo>
                    <a:pt x="5913" y="437"/>
                    <a:pt x="4957" y="767"/>
                    <a:pt x="3972" y="980"/>
                  </a:cubicBezTo>
                  <a:cubicBezTo>
                    <a:pt x="4090" y="2078"/>
                    <a:pt x="4183" y="3279"/>
                    <a:pt x="3568" y="4197"/>
                  </a:cubicBezTo>
                  <a:cubicBezTo>
                    <a:pt x="3209" y="4732"/>
                    <a:pt x="2650" y="5098"/>
                    <a:pt x="2100" y="5437"/>
                  </a:cubicBezTo>
                  <a:cubicBezTo>
                    <a:pt x="1552" y="5778"/>
                    <a:pt x="984" y="6118"/>
                    <a:pt x="587" y="6628"/>
                  </a:cubicBezTo>
                  <a:cubicBezTo>
                    <a:pt x="190" y="7138"/>
                    <a:pt x="1" y="7864"/>
                    <a:pt x="296" y="8438"/>
                  </a:cubicBezTo>
                  <a:cubicBezTo>
                    <a:pt x="525" y="8412"/>
                    <a:pt x="755" y="8403"/>
                    <a:pt x="986" y="8403"/>
                  </a:cubicBezTo>
                  <a:cubicBezTo>
                    <a:pt x="1560" y="8403"/>
                    <a:pt x="2136" y="8460"/>
                    <a:pt x="2710" y="8467"/>
                  </a:cubicBezTo>
                  <a:cubicBezTo>
                    <a:pt x="2741" y="8467"/>
                    <a:pt x="2773" y="8467"/>
                    <a:pt x="2804" y="8467"/>
                  </a:cubicBezTo>
                  <a:cubicBezTo>
                    <a:pt x="3582" y="8467"/>
                    <a:pt x="4387" y="8355"/>
                    <a:pt x="5024" y="7913"/>
                  </a:cubicBezTo>
                  <a:cubicBezTo>
                    <a:pt x="5549" y="7553"/>
                    <a:pt x="5909" y="7005"/>
                    <a:pt x="6313" y="6513"/>
                  </a:cubicBezTo>
                  <a:cubicBezTo>
                    <a:pt x="7038" y="5634"/>
                    <a:pt x="7930" y="4905"/>
                    <a:pt x="8937" y="4374"/>
                  </a:cubicBezTo>
                  <a:cubicBezTo>
                    <a:pt x="8446" y="2127"/>
                    <a:pt x="7344" y="1537"/>
                    <a:pt x="6820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43"/>
            <p:cNvSpPr/>
            <p:nvPr/>
          </p:nvSpPr>
          <p:spPr>
            <a:xfrm>
              <a:off x="5409000" y="5109700"/>
              <a:ext cx="224375" cy="152575"/>
            </a:xfrm>
            <a:custGeom>
              <a:avLst/>
              <a:gdLst/>
              <a:ahLst/>
              <a:cxnLst/>
              <a:rect l="l" t="t" r="r" b="b"/>
              <a:pathLst>
                <a:path w="8975" h="6103" extrusionOk="0">
                  <a:moveTo>
                    <a:pt x="7880" y="0"/>
                  </a:moveTo>
                  <a:cubicBezTo>
                    <a:pt x="7630" y="0"/>
                    <a:pt x="7427" y="208"/>
                    <a:pt x="7287" y="417"/>
                  </a:cubicBezTo>
                  <a:cubicBezTo>
                    <a:pt x="6919" y="980"/>
                    <a:pt x="6773" y="1657"/>
                    <a:pt x="6874" y="2320"/>
                  </a:cubicBezTo>
                  <a:cubicBezTo>
                    <a:pt x="5830" y="3101"/>
                    <a:pt x="5350" y="4543"/>
                    <a:pt x="4173" y="5104"/>
                  </a:cubicBezTo>
                  <a:cubicBezTo>
                    <a:pt x="3746" y="5309"/>
                    <a:pt x="3271" y="5371"/>
                    <a:pt x="2792" y="5371"/>
                  </a:cubicBezTo>
                  <a:cubicBezTo>
                    <a:pt x="2561" y="5371"/>
                    <a:pt x="2329" y="5357"/>
                    <a:pt x="2101" y="5337"/>
                  </a:cubicBezTo>
                  <a:cubicBezTo>
                    <a:pt x="1649" y="5298"/>
                    <a:pt x="1194" y="5241"/>
                    <a:pt x="742" y="5241"/>
                  </a:cubicBezTo>
                  <a:cubicBezTo>
                    <a:pt x="493" y="5241"/>
                    <a:pt x="245" y="5258"/>
                    <a:pt x="0" y="5306"/>
                  </a:cubicBezTo>
                  <a:cubicBezTo>
                    <a:pt x="47" y="5556"/>
                    <a:pt x="95" y="5805"/>
                    <a:pt x="144" y="6054"/>
                  </a:cubicBezTo>
                  <a:cubicBezTo>
                    <a:pt x="686" y="6078"/>
                    <a:pt x="1231" y="6103"/>
                    <a:pt x="1774" y="6103"/>
                  </a:cubicBezTo>
                  <a:cubicBezTo>
                    <a:pt x="2308" y="6103"/>
                    <a:pt x="2840" y="6079"/>
                    <a:pt x="3369" y="6009"/>
                  </a:cubicBezTo>
                  <a:cubicBezTo>
                    <a:pt x="4436" y="5869"/>
                    <a:pt x="5499" y="5525"/>
                    <a:pt x="6349" y="4862"/>
                  </a:cubicBezTo>
                  <a:cubicBezTo>
                    <a:pt x="7267" y="4148"/>
                    <a:pt x="7906" y="3087"/>
                    <a:pt x="8924" y="2524"/>
                  </a:cubicBezTo>
                  <a:cubicBezTo>
                    <a:pt x="8975" y="1825"/>
                    <a:pt x="8827" y="1124"/>
                    <a:pt x="8498" y="505"/>
                  </a:cubicBezTo>
                  <a:cubicBezTo>
                    <a:pt x="8369" y="262"/>
                    <a:pt x="8168" y="7"/>
                    <a:pt x="7893" y="0"/>
                  </a:cubicBezTo>
                  <a:cubicBezTo>
                    <a:pt x="7889" y="0"/>
                    <a:pt x="7885" y="0"/>
                    <a:pt x="7880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43"/>
            <p:cNvSpPr/>
            <p:nvPr/>
          </p:nvSpPr>
          <p:spPr>
            <a:xfrm>
              <a:off x="5273475" y="4230775"/>
              <a:ext cx="844525" cy="854450"/>
            </a:xfrm>
            <a:custGeom>
              <a:avLst/>
              <a:gdLst/>
              <a:ahLst/>
              <a:cxnLst/>
              <a:rect l="l" t="t" r="r" b="b"/>
              <a:pathLst>
                <a:path w="33781" h="34178" extrusionOk="0">
                  <a:moveTo>
                    <a:pt x="31319" y="1"/>
                  </a:moveTo>
                  <a:cubicBezTo>
                    <a:pt x="28529" y="359"/>
                    <a:pt x="25122" y="1508"/>
                    <a:pt x="22335" y="1867"/>
                  </a:cubicBezTo>
                  <a:cubicBezTo>
                    <a:pt x="21883" y="2441"/>
                    <a:pt x="22005" y="3256"/>
                    <a:pt x="22031" y="3986"/>
                  </a:cubicBezTo>
                  <a:cubicBezTo>
                    <a:pt x="22056" y="4717"/>
                    <a:pt x="21827" y="5614"/>
                    <a:pt x="21117" y="5789"/>
                  </a:cubicBezTo>
                  <a:cubicBezTo>
                    <a:pt x="21034" y="5810"/>
                    <a:pt x="20950" y="5819"/>
                    <a:pt x="20866" y="5819"/>
                  </a:cubicBezTo>
                  <a:cubicBezTo>
                    <a:pt x="20624" y="5819"/>
                    <a:pt x="20380" y="5746"/>
                    <a:pt x="20146" y="5676"/>
                  </a:cubicBezTo>
                  <a:cubicBezTo>
                    <a:pt x="15241" y="4192"/>
                    <a:pt x="10210" y="3160"/>
                    <a:pt x="5117" y="2592"/>
                  </a:cubicBezTo>
                  <a:cubicBezTo>
                    <a:pt x="4720" y="2548"/>
                    <a:pt x="4316" y="2507"/>
                    <a:pt x="3916" y="2507"/>
                  </a:cubicBezTo>
                  <a:cubicBezTo>
                    <a:pt x="3551" y="2507"/>
                    <a:pt x="3190" y="2541"/>
                    <a:pt x="2839" y="2637"/>
                  </a:cubicBezTo>
                  <a:cubicBezTo>
                    <a:pt x="1100" y="3116"/>
                    <a:pt x="91" y="5035"/>
                    <a:pt x="46" y="6838"/>
                  </a:cubicBezTo>
                  <a:cubicBezTo>
                    <a:pt x="0" y="8639"/>
                    <a:pt x="696" y="10365"/>
                    <a:pt x="1321" y="12056"/>
                  </a:cubicBezTo>
                  <a:cubicBezTo>
                    <a:pt x="3872" y="18955"/>
                    <a:pt x="6153" y="26836"/>
                    <a:pt x="6707" y="34172"/>
                  </a:cubicBezTo>
                  <a:cubicBezTo>
                    <a:pt x="6835" y="34176"/>
                    <a:pt x="6960" y="34177"/>
                    <a:pt x="7083" y="34177"/>
                  </a:cubicBezTo>
                  <a:cubicBezTo>
                    <a:pt x="9331" y="34177"/>
                    <a:pt x="10698" y="33603"/>
                    <a:pt x="12976" y="32892"/>
                  </a:cubicBezTo>
                  <a:cubicBezTo>
                    <a:pt x="11783" y="26064"/>
                    <a:pt x="10774" y="17541"/>
                    <a:pt x="7706" y="11326"/>
                  </a:cubicBezTo>
                  <a:lnTo>
                    <a:pt x="7706" y="11326"/>
                  </a:lnTo>
                  <a:cubicBezTo>
                    <a:pt x="12717" y="13269"/>
                    <a:pt x="17557" y="15771"/>
                    <a:pt x="22812" y="16902"/>
                  </a:cubicBezTo>
                  <a:cubicBezTo>
                    <a:pt x="23799" y="17114"/>
                    <a:pt x="24837" y="17268"/>
                    <a:pt x="25854" y="17268"/>
                  </a:cubicBezTo>
                  <a:cubicBezTo>
                    <a:pt x="27136" y="17268"/>
                    <a:pt x="28386" y="17023"/>
                    <a:pt x="29461" y="16341"/>
                  </a:cubicBezTo>
                  <a:cubicBezTo>
                    <a:pt x="31805" y="14850"/>
                    <a:pt x="33780" y="10982"/>
                    <a:pt x="33538" y="8216"/>
                  </a:cubicBezTo>
                  <a:cubicBezTo>
                    <a:pt x="33296" y="5450"/>
                    <a:pt x="32650" y="2370"/>
                    <a:pt x="31319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3"/>
            <p:cNvSpPr/>
            <p:nvPr/>
          </p:nvSpPr>
          <p:spPr>
            <a:xfrm>
              <a:off x="5431575" y="5016250"/>
              <a:ext cx="185000" cy="90375"/>
            </a:xfrm>
            <a:custGeom>
              <a:avLst/>
              <a:gdLst/>
              <a:ahLst/>
              <a:cxnLst/>
              <a:rect l="l" t="t" r="r" b="b"/>
              <a:pathLst>
                <a:path w="7400" h="3615" extrusionOk="0">
                  <a:moveTo>
                    <a:pt x="6550" y="0"/>
                  </a:moveTo>
                  <a:cubicBezTo>
                    <a:pt x="4473" y="839"/>
                    <a:pt x="2255" y="1269"/>
                    <a:pt x="14" y="1269"/>
                  </a:cubicBezTo>
                  <a:cubicBezTo>
                    <a:pt x="10" y="1269"/>
                    <a:pt x="5" y="1269"/>
                    <a:pt x="0" y="1269"/>
                  </a:cubicBezTo>
                  <a:lnTo>
                    <a:pt x="0" y="1269"/>
                  </a:lnTo>
                  <a:cubicBezTo>
                    <a:pt x="26" y="2019"/>
                    <a:pt x="51" y="2771"/>
                    <a:pt x="75" y="3522"/>
                  </a:cubicBezTo>
                  <a:cubicBezTo>
                    <a:pt x="564" y="3584"/>
                    <a:pt x="1058" y="3614"/>
                    <a:pt x="1551" y="3614"/>
                  </a:cubicBezTo>
                  <a:cubicBezTo>
                    <a:pt x="3587" y="3614"/>
                    <a:pt x="5623" y="3091"/>
                    <a:pt x="7400" y="2096"/>
                  </a:cubicBezTo>
                  <a:cubicBezTo>
                    <a:pt x="7116" y="1397"/>
                    <a:pt x="6832" y="697"/>
                    <a:pt x="6550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43"/>
            <p:cNvSpPr/>
            <p:nvPr/>
          </p:nvSpPr>
          <p:spPr>
            <a:xfrm>
              <a:off x="5608675" y="3504625"/>
              <a:ext cx="239025" cy="346225"/>
            </a:xfrm>
            <a:custGeom>
              <a:avLst/>
              <a:gdLst/>
              <a:ahLst/>
              <a:cxnLst/>
              <a:rect l="l" t="t" r="r" b="b"/>
              <a:pathLst>
                <a:path w="9561" h="13849" extrusionOk="0">
                  <a:moveTo>
                    <a:pt x="5138" y="1"/>
                  </a:moveTo>
                  <a:cubicBezTo>
                    <a:pt x="3751" y="809"/>
                    <a:pt x="2176" y="1234"/>
                    <a:pt x="577" y="1234"/>
                  </a:cubicBezTo>
                  <a:cubicBezTo>
                    <a:pt x="385" y="1234"/>
                    <a:pt x="193" y="1228"/>
                    <a:pt x="1" y="1215"/>
                  </a:cubicBezTo>
                  <a:lnTo>
                    <a:pt x="1" y="1215"/>
                  </a:lnTo>
                  <a:cubicBezTo>
                    <a:pt x="1188" y="5321"/>
                    <a:pt x="1394" y="9648"/>
                    <a:pt x="605" y="13848"/>
                  </a:cubicBezTo>
                  <a:cubicBezTo>
                    <a:pt x="2940" y="12941"/>
                    <a:pt x="4981" y="11408"/>
                    <a:pt x="6501" y="9420"/>
                  </a:cubicBezTo>
                  <a:cubicBezTo>
                    <a:pt x="6896" y="8901"/>
                    <a:pt x="7261" y="8346"/>
                    <a:pt x="7758" y="7925"/>
                  </a:cubicBezTo>
                  <a:cubicBezTo>
                    <a:pt x="8161" y="7584"/>
                    <a:pt x="8679" y="7336"/>
                    <a:pt x="9198" y="7336"/>
                  </a:cubicBezTo>
                  <a:cubicBezTo>
                    <a:pt x="9319" y="7336"/>
                    <a:pt x="9440" y="7350"/>
                    <a:pt x="9560" y="7379"/>
                  </a:cubicBezTo>
                  <a:cubicBezTo>
                    <a:pt x="7392" y="5409"/>
                    <a:pt x="5851" y="2841"/>
                    <a:pt x="5138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43"/>
            <p:cNvSpPr/>
            <p:nvPr/>
          </p:nvSpPr>
          <p:spPr>
            <a:xfrm>
              <a:off x="5608725" y="3525400"/>
              <a:ext cx="109825" cy="170900"/>
            </a:xfrm>
            <a:custGeom>
              <a:avLst/>
              <a:gdLst/>
              <a:ahLst/>
              <a:cxnLst/>
              <a:rect l="l" t="t" r="r" b="b"/>
              <a:pathLst>
                <a:path w="4393" h="6836" extrusionOk="0">
                  <a:moveTo>
                    <a:pt x="3236" y="0"/>
                  </a:moveTo>
                  <a:lnTo>
                    <a:pt x="3236" y="0"/>
                  </a:lnTo>
                  <a:cubicBezTo>
                    <a:pt x="2372" y="268"/>
                    <a:pt x="1475" y="402"/>
                    <a:pt x="573" y="402"/>
                  </a:cubicBezTo>
                  <a:cubicBezTo>
                    <a:pt x="382" y="402"/>
                    <a:pt x="192" y="396"/>
                    <a:pt x="1" y="384"/>
                  </a:cubicBezTo>
                  <a:lnTo>
                    <a:pt x="1" y="384"/>
                  </a:lnTo>
                  <a:cubicBezTo>
                    <a:pt x="607" y="2486"/>
                    <a:pt x="959" y="4651"/>
                    <a:pt x="1046" y="6835"/>
                  </a:cubicBezTo>
                  <a:cubicBezTo>
                    <a:pt x="3145" y="5311"/>
                    <a:pt x="4393" y="3101"/>
                    <a:pt x="3236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3"/>
            <p:cNvSpPr/>
            <p:nvPr/>
          </p:nvSpPr>
          <p:spPr>
            <a:xfrm>
              <a:off x="5498975" y="3347875"/>
              <a:ext cx="256325" cy="311075"/>
            </a:xfrm>
            <a:custGeom>
              <a:avLst/>
              <a:gdLst/>
              <a:ahLst/>
              <a:cxnLst/>
              <a:rect l="l" t="t" r="r" b="b"/>
              <a:pathLst>
                <a:path w="10253" h="12443" extrusionOk="0">
                  <a:moveTo>
                    <a:pt x="4887" y="0"/>
                  </a:moveTo>
                  <a:cubicBezTo>
                    <a:pt x="4221" y="0"/>
                    <a:pt x="3560" y="144"/>
                    <a:pt x="2961" y="451"/>
                  </a:cubicBezTo>
                  <a:cubicBezTo>
                    <a:pt x="1414" y="1247"/>
                    <a:pt x="245" y="3492"/>
                    <a:pt x="37" y="5220"/>
                  </a:cubicBezTo>
                  <a:cubicBezTo>
                    <a:pt x="1" y="5535"/>
                    <a:pt x="614" y="6109"/>
                    <a:pt x="605" y="6407"/>
                  </a:cubicBezTo>
                  <a:cubicBezTo>
                    <a:pt x="569" y="7753"/>
                    <a:pt x="624" y="8161"/>
                    <a:pt x="1275" y="9426"/>
                  </a:cubicBezTo>
                  <a:cubicBezTo>
                    <a:pt x="2093" y="11009"/>
                    <a:pt x="2537" y="12210"/>
                    <a:pt x="3185" y="12392"/>
                  </a:cubicBezTo>
                  <a:cubicBezTo>
                    <a:pt x="3308" y="12427"/>
                    <a:pt x="3442" y="12443"/>
                    <a:pt x="3582" y="12443"/>
                  </a:cubicBezTo>
                  <a:cubicBezTo>
                    <a:pt x="4166" y="12443"/>
                    <a:pt x="4853" y="12170"/>
                    <a:pt x="5301" y="11877"/>
                  </a:cubicBezTo>
                  <a:cubicBezTo>
                    <a:pt x="7235" y="10612"/>
                    <a:pt x="8721" y="9636"/>
                    <a:pt x="9485" y="7680"/>
                  </a:cubicBezTo>
                  <a:cubicBezTo>
                    <a:pt x="10252" y="5725"/>
                    <a:pt x="10001" y="3345"/>
                    <a:pt x="8652" y="1737"/>
                  </a:cubicBezTo>
                  <a:cubicBezTo>
                    <a:pt x="7734" y="645"/>
                    <a:pt x="6298" y="0"/>
                    <a:pt x="4887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3"/>
            <p:cNvSpPr/>
            <p:nvPr/>
          </p:nvSpPr>
          <p:spPr>
            <a:xfrm>
              <a:off x="5448100" y="3331275"/>
              <a:ext cx="320125" cy="223500"/>
            </a:xfrm>
            <a:custGeom>
              <a:avLst/>
              <a:gdLst/>
              <a:ahLst/>
              <a:cxnLst/>
              <a:rect l="l" t="t" r="r" b="b"/>
              <a:pathLst>
                <a:path w="12805" h="8940" extrusionOk="0">
                  <a:moveTo>
                    <a:pt x="8041" y="1"/>
                  </a:moveTo>
                  <a:cubicBezTo>
                    <a:pt x="7672" y="1"/>
                    <a:pt x="7297" y="49"/>
                    <a:pt x="6934" y="118"/>
                  </a:cubicBezTo>
                  <a:cubicBezTo>
                    <a:pt x="5672" y="354"/>
                    <a:pt x="4461" y="808"/>
                    <a:pt x="3354" y="1460"/>
                  </a:cubicBezTo>
                  <a:cubicBezTo>
                    <a:pt x="2664" y="1863"/>
                    <a:pt x="1946" y="2362"/>
                    <a:pt x="1161" y="2362"/>
                  </a:cubicBezTo>
                  <a:cubicBezTo>
                    <a:pt x="1097" y="2362"/>
                    <a:pt x="1032" y="2359"/>
                    <a:pt x="967" y="2352"/>
                  </a:cubicBezTo>
                  <a:lnTo>
                    <a:pt x="967" y="2352"/>
                  </a:lnTo>
                  <a:cubicBezTo>
                    <a:pt x="1038" y="2556"/>
                    <a:pt x="1216" y="2703"/>
                    <a:pt x="1429" y="2736"/>
                  </a:cubicBezTo>
                  <a:cubicBezTo>
                    <a:pt x="1057" y="2911"/>
                    <a:pt x="652" y="3002"/>
                    <a:pt x="244" y="3002"/>
                  </a:cubicBezTo>
                  <a:cubicBezTo>
                    <a:pt x="163" y="3002"/>
                    <a:pt x="81" y="2998"/>
                    <a:pt x="0" y="2991"/>
                  </a:cubicBezTo>
                  <a:lnTo>
                    <a:pt x="0" y="2991"/>
                  </a:lnTo>
                  <a:cubicBezTo>
                    <a:pt x="188" y="3725"/>
                    <a:pt x="903" y="4287"/>
                    <a:pt x="1661" y="4298"/>
                  </a:cubicBezTo>
                  <a:cubicBezTo>
                    <a:pt x="1641" y="4794"/>
                    <a:pt x="2114" y="5178"/>
                    <a:pt x="2589" y="5322"/>
                  </a:cubicBezTo>
                  <a:cubicBezTo>
                    <a:pt x="3063" y="5465"/>
                    <a:pt x="3576" y="5460"/>
                    <a:pt x="4041" y="5633"/>
                  </a:cubicBezTo>
                  <a:cubicBezTo>
                    <a:pt x="4751" y="5897"/>
                    <a:pt x="5239" y="6534"/>
                    <a:pt x="5763" y="7082"/>
                  </a:cubicBezTo>
                  <a:cubicBezTo>
                    <a:pt x="6022" y="7354"/>
                    <a:pt x="6322" y="7616"/>
                    <a:pt x="6650" y="7800"/>
                  </a:cubicBezTo>
                  <a:cubicBezTo>
                    <a:pt x="6619" y="7519"/>
                    <a:pt x="6610" y="7239"/>
                    <a:pt x="6675" y="6966"/>
                  </a:cubicBezTo>
                  <a:cubicBezTo>
                    <a:pt x="6761" y="6602"/>
                    <a:pt x="7014" y="6254"/>
                    <a:pt x="7376" y="6161"/>
                  </a:cubicBezTo>
                  <a:cubicBezTo>
                    <a:pt x="7438" y="6145"/>
                    <a:pt x="7502" y="6138"/>
                    <a:pt x="7565" y="6138"/>
                  </a:cubicBezTo>
                  <a:cubicBezTo>
                    <a:pt x="7840" y="6138"/>
                    <a:pt x="8114" y="6278"/>
                    <a:pt x="8299" y="6487"/>
                  </a:cubicBezTo>
                  <a:cubicBezTo>
                    <a:pt x="8527" y="6745"/>
                    <a:pt x="8634" y="7088"/>
                    <a:pt x="8673" y="7428"/>
                  </a:cubicBezTo>
                  <a:cubicBezTo>
                    <a:pt x="8695" y="7652"/>
                    <a:pt x="8687" y="7878"/>
                    <a:pt x="8647" y="8100"/>
                  </a:cubicBezTo>
                  <a:cubicBezTo>
                    <a:pt x="9420" y="8635"/>
                    <a:pt x="10355" y="8939"/>
                    <a:pt x="11293" y="8939"/>
                  </a:cubicBezTo>
                  <a:cubicBezTo>
                    <a:pt x="11496" y="8939"/>
                    <a:pt x="11698" y="8925"/>
                    <a:pt x="11899" y="8896"/>
                  </a:cubicBezTo>
                  <a:cubicBezTo>
                    <a:pt x="11828" y="7204"/>
                    <a:pt x="12804" y="5509"/>
                    <a:pt x="12351" y="3878"/>
                  </a:cubicBezTo>
                  <a:cubicBezTo>
                    <a:pt x="12112" y="3018"/>
                    <a:pt x="11506" y="2315"/>
                    <a:pt x="10918" y="1645"/>
                  </a:cubicBezTo>
                  <a:cubicBezTo>
                    <a:pt x="10423" y="1079"/>
                    <a:pt x="9902" y="496"/>
                    <a:pt x="9208" y="210"/>
                  </a:cubicBezTo>
                  <a:cubicBezTo>
                    <a:pt x="8838" y="58"/>
                    <a:pt x="8442" y="1"/>
                    <a:pt x="8041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3"/>
            <p:cNvSpPr/>
            <p:nvPr/>
          </p:nvSpPr>
          <p:spPr>
            <a:xfrm>
              <a:off x="5626075" y="3419200"/>
              <a:ext cx="249075" cy="130675"/>
            </a:xfrm>
            <a:custGeom>
              <a:avLst/>
              <a:gdLst/>
              <a:ahLst/>
              <a:cxnLst/>
              <a:rect l="l" t="t" r="r" b="b"/>
              <a:pathLst>
                <a:path w="9963" h="5227" extrusionOk="0">
                  <a:moveTo>
                    <a:pt x="3948" y="0"/>
                  </a:moveTo>
                  <a:lnTo>
                    <a:pt x="1" y="1408"/>
                  </a:lnTo>
                  <a:lnTo>
                    <a:pt x="6390" y="4922"/>
                  </a:lnTo>
                  <a:cubicBezTo>
                    <a:pt x="6662" y="5072"/>
                    <a:pt x="6952" y="5226"/>
                    <a:pt x="7264" y="5226"/>
                  </a:cubicBezTo>
                  <a:cubicBezTo>
                    <a:pt x="7269" y="5226"/>
                    <a:pt x="7275" y="5226"/>
                    <a:pt x="7280" y="5226"/>
                  </a:cubicBezTo>
                  <a:cubicBezTo>
                    <a:pt x="7719" y="5217"/>
                    <a:pt x="8085" y="4904"/>
                    <a:pt x="8476" y="4703"/>
                  </a:cubicBezTo>
                  <a:cubicBezTo>
                    <a:pt x="8654" y="4612"/>
                    <a:pt x="8871" y="4554"/>
                    <a:pt x="9074" y="4554"/>
                  </a:cubicBezTo>
                  <a:cubicBezTo>
                    <a:pt x="9318" y="4554"/>
                    <a:pt x="9543" y="4638"/>
                    <a:pt x="9660" y="4847"/>
                  </a:cubicBezTo>
                  <a:cubicBezTo>
                    <a:pt x="9871" y="4794"/>
                    <a:pt x="9962" y="4525"/>
                    <a:pt x="9900" y="4315"/>
                  </a:cubicBezTo>
                  <a:cubicBezTo>
                    <a:pt x="9837" y="4108"/>
                    <a:pt x="9669" y="3951"/>
                    <a:pt x="9505" y="3807"/>
                  </a:cubicBezTo>
                  <a:cubicBezTo>
                    <a:pt x="7817" y="2314"/>
                    <a:pt x="5951" y="1034"/>
                    <a:pt x="3948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3"/>
            <p:cNvSpPr/>
            <p:nvPr/>
          </p:nvSpPr>
          <p:spPr>
            <a:xfrm>
              <a:off x="5482100" y="3291350"/>
              <a:ext cx="283750" cy="178425"/>
            </a:xfrm>
            <a:custGeom>
              <a:avLst/>
              <a:gdLst/>
              <a:ahLst/>
              <a:cxnLst/>
              <a:rect l="l" t="t" r="r" b="b"/>
              <a:pathLst>
                <a:path w="11350" h="7137" extrusionOk="0">
                  <a:moveTo>
                    <a:pt x="4614" y="1"/>
                  </a:moveTo>
                  <a:cubicBezTo>
                    <a:pt x="4290" y="1"/>
                    <a:pt x="3967" y="33"/>
                    <a:pt x="3653" y="112"/>
                  </a:cubicBezTo>
                  <a:cubicBezTo>
                    <a:pt x="2387" y="431"/>
                    <a:pt x="1413" y="1494"/>
                    <a:pt x="874" y="2681"/>
                  </a:cubicBezTo>
                  <a:cubicBezTo>
                    <a:pt x="335" y="3870"/>
                    <a:pt x="164" y="5189"/>
                    <a:pt x="0" y="6483"/>
                  </a:cubicBezTo>
                  <a:cubicBezTo>
                    <a:pt x="3320" y="6767"/>
                    <a:pt x="6644" y="6984"/>
                    <a:pt x="9975" y="7132"/>
                  </a:cubicBezTo>
                  <a:cubicBezTo>
                    <a:pt x="10048" y="7135"/>
                    <a:pt x="10123" y="7137"/>
                    <a:pt x="10198" y="7137"/>
                  </a:cubicBezTo>
                  <a:cubicBezTo>
                    <a:pt x="10530" y="7137"/>
                    <a:pt x="10868" y="7091"/>
                    <a:pt x="11091" y="6858"/>
                  </a:cubicBezTo>
                  <a:cubicBezTo>
                    <a:pt x="11340" y="6594"/>
                    <a:pt x="11349" y="6190"/>
                    <a:pt x="11340" y="5826"/>
                  </a:cubicBezTo>
                  <a:lnTo>
                    <a:pt x="11295" y="3687"/>
                  </a:lnTo>
                  <a:cubicBezTo>
                    <a:pt x="11286" y="3224"/>
                    <a:pt x="11269" y="2738"/>
                    <a:pt x="11031" y="2341"/>
                  </a:cubicBezTo>
                  <a:cubicBezTo>
                    <a:pt x="10739" y="1858"/>
                    <a:pt x="10184" y="1613"/>
                    <a:pt x="9665" y="1398"/>
                  </a:cubicBezTo>
                  <a:cubicBezTo>
                    <a:pt x="8290" y="828"/>
                    <a:pt x="6896" y="251"/>
                    <a:pt x="5421" y="58"/>
                  </a:cubicBezTo>
                  <a:cubicBezTo>
                    <a:pt x="5154" y="23"/>
                    <a:pt x="4883" y="1"/>
                    <a:pt x="4614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3"/>
            <p:cNvSpPr/>
            <p:nvPr/>
          </p:nvSpPr>
          <p:spPr>
            <a:xfrm>
              <a:off x="5618475" y="3546325"/>
              <a:ext cx="184525" cy="145250"/>
            </a:xfrm>
            <a:custGeom>
              <a:avLst/>
              <a:gdLst/>
              <a:ahLst/>
              <a:cxnLst/>
              <a:rect l="l" t="t" r="r" b="b"/>
              <a:pathLst>
                <a:path w="7381" h="5810" extrusionOk="0">
                  <a:moveTo>
                    <a:pt x="6346" y="1"/>
                  </a:moveTo>
                  <a:cubicBezTo>
                    <a:pt x="3984" y="618"/>
                    <a:pt x="1880" y="1964"/>
                    <a:pt x="325" y="3846"/>
                  </a:cubicBezTo>
                  <a:cubicBezTo>
                    <a:pt x="199" y="3999"/>
                    <a:pt x="71" y="4169"/>
                    <a:pt x="53" y="4365"/>
                  </a:cubicBezTo>
                  <a:cubicBezTo>
                    <a:pt x="0" y="4935"/>
                    <a:pt x="820" y="5243"/>
                    <a:pt x="887" y="5809"/>
                  </a:cubicBezTo>
                  <a:cubicBezTo>
                    <a:pt x="2876" y="4369"/>
                    <a:pt x="5064" y="3227"/>
                    <a:pt x="7380" y="2417"/>
                  </a:cubicBezTo>
                  <a:cubicBezTo>
                    <a:pt x="6954" y="1649"/>
                    <a:pt x="6606" y="840"/>
                    <a:pt x="6346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3"/>
            <p:cNvSpPr/>
            <p:nvPr/>
          </p:nvSpPr>
          <p:spPr>
            <a:xfrm>
              <a:off x="5633225" y="3596850"/>
              <a:ext cx="169775" cy="94725"/>
            </a:xfrm>
            <a:custGeom>
              <a:avLst/>
              <a:gdLst/>
              <a:ahLst/>
              <a:cxnLst/>
              <a:rect l="l" t="t" r="r" b="b"/>
              <a:pathLst>
                <a:path w="6791" h="3789" extrusionOk="0">
                  <a:moveTo>
                    <a:pt x="6583" y="1"/>
                  </a:moveTo>
                  <a:cubicBezTo>
                    <a:pt x="4278" y="749"/>
                    <a:pt x="2069" y="1858"/>
                    <a:pt x="0" y="3246"/>
                  </a:cubicBezTo>
                  <a:cubicBezTo>
                    <a:pt x="148" y="3409"/>
                    <a:pt x="274" y="3581"/>
                    <a:pt x="297" y="3788"/>
                  </a:cubicBezTo>
                  <a:cubicBezTo>
                    <a:pt x="2286" y="2348"/>
                    <a:pt x="4472" y="1206"/>
                    <a:pt x="6790" y="396"/>
                  </a:cubicBezTo>
                  <a:cubicBezTo>
                    <a:pt x="6717" y="267"/>
                    <a:pt x="6650" y="134"/>
                    <a:pt x="6583" y="1"/>
                  </a:cubicBez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43"/>
            <p:cNvSpPr/>
            <p:nvPr/>
          </p:nvSpPr>
          <p:spPr>
            <a:xfrm>
              <a:off x="5131550" y="5135675"/>
              <a:ext cx="262175" cy="187500"/>
            </a:xfrm>
            <a:custGeom>
              <a:avLst/>
              <a:gdLst/>
              <a:ahLst/>
              <a:cxnLst/>
              <a:rect l="l" t="t" r="r" b="b"/>
              <a:pathLst>
                <a:path w="10487" h="7500" extrusionOk="0">
                  <a:moveTo>
                    <a:pt x="9132" y="1"/>
                  </a:moveTo>
                  <a:cubicBezTo>
                    <a:pt x="8760" y="143"/>
                    <a:pt x="8362" y="188"/>
                    <a:pt x="7954" y="188"/>
                  </a:cubicBezTo>
                  <a:cubicBezTo>
                    <a:pt x="7252" y="188"/>
                    <a:pt x="6520" y="55"/>
                    <a:pt x="5832" y="55"/>
                  </a:cubicBezTo>
                  <a:cubicBezTo>
                    <a:pt x="5784" y="55"/>
                    <a:pt x="5736" y="56"/>
                    <a:pt x="5688" y="57"/>
                  </a:cubicBezTo>
                  <a:cubicBezTo>
                    <a:pt x="5688" y="649"/>
                    <a:pt x="5972" y="2148"/>
                    <a:pt x="5829" y="2721"/>
                  </a:cubicBezTo>
                  <a:cubicBezTo>
                    <a:pt x="5683" y="3295"/>
                    <a:pt x="5118" y="3757"/>
                    <a:pt x="4658" y="4112"/>
                  </a:cubicBezTo>
                  <a:cubicBezTo>
                    <a:pt x="3831" y="4748"/>
                    <a:pt x="2666" y="4619"/>
                    <a:pt x="1728" y="5059"/>
                  </a:cubicBezTo>
                  <a:cubicBezTo>
                    <a:pt x="785" y="5502"/>
                    <a:pt x="0" y="5942"/>
                    <a:pt x="193" y="7384"/>
                  </a:cubicBezTo>
                  <a:cubicBezTo>
                    <a:pt x="1108" y="7459"/>
                    <a:pt x="2025" y="7500"/>
                    <a:pt x="2940" y="7500"/>
                  </a:cubicBezTo>
                  <a:cubicBezTo>
                    <a:pt x="5501" y="7500"/>
                    <a:pt x="8046" y="7177"/>
                    <a:pt x="10486" y="6352"/>
                  </a:cubicBezTo>
                  <a:cubicBezTo>
                    <a:pt x="10213" y="3360"/>
                    <a:pt x="9381" y="2306"/>
                    <a:pt x="9132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43"/>
            <p:cNvSpPr/>
            <p:nvPr/>
          </p:nvSpPr>
          <p:spPr>
            <a:xfrm>
              <a:off x="5135900" y="5255075"/>
              <a:ext cx="259950" cy="83850"/>
            </a:xfrm>
            <a:custGeom>
              <a:avLst/>
              <a:gdLst/>
              <a:ahLst/>
              <a:cxnLst/>
              <a:rect l="l" t="t" r="r" b="b"/>
              <a:pathLst>
                <a:path w="10398" h="3354" extrusionOk="0">
                  <a:moveTo>
                    <a:pt x="9698" y="1"/>
                  </a:moveTo>
                  <a:cubicBezTo>
                    <a:pt x="9555" y="1"/>
                    <a:pt x="9401" y="55"/>
                    <a:pt x="9271" y="121"/>
                  </a:cubicBezTo>
                  <a:cubicBezTo>
                    <a:pt x="8723" y="402"/>
                    <a:pt x="8277" y="844"/>
                    <a:pt x="7993" y="1388"/>
                  </a:cubicBezTo>
                  <a:cubicBezTo>
                    <a:pt x="7898" y="1572"/>
                    <a:pt x="7816" y="1776"/>
                    <a:pt x="7652" y="1904"/>
                  </a:cubicBezTo>
                  <a:cubicBezTo>
                    <a:pt x="7508" y="2015"/>
                    <a:pt x="7322" y="2055"/>
                    <a:pt x="7144" y="2088"/>
                  </a:cubicBezTo>
                  <a:cubicBezTo>
                    <a:pt x="5795" y="2337"/>
                    <a:pt x="4428" y="2462"/>
                    <a:pt x="3061" y="2462"/>
                  </a:cubicBezTo>
                  <a:cubicBezTo>
                    <a:pt x="2039" y="2462"/>
                    <a:pt x="1017" y="2392"/>
                    <a:pt x="1" y="2251"/>
                  </a:cubicBezTo>
                  <a:lnTo>
                    <a:pt x="1" y="2251"/>
                  </a:lnTo>
                  <a:cubicBezTo>
                    <a:pt x="26" y="2543"/>
                    <a:pt x="50" y="2836"/>
                    <a:pt x="74" y="3127"/>
                  </a:cubicBezTo>
                  <a:cubicBezTo>
                    <a:pt x="1342" y="3260"/>
                    <a:pt x="2617" y="3354"/>
                    <a:pt x="3892" y="3354"/>
                  </a:cubicBezTo>
                  <a:cubicBezTo>
                    <a:pt x="4361" y="3354"/>
                    <a:pt x="4831" y="3341"/>
                    <a:pt x="5300" y="3313"/>
                  </a:cubicBezTo>
                  <a:cubicBezTo>
                    <a:pt x="7042" y="3207"/>
                    <a:pt x="8779" y="2887"/>
                    <a:pt x="10398" y="2237"/>
                  </a:cubicBezTo>
                  <a:cubicBezTo>
                    <a:pt x="10354" y="1662"/>
                    <a:pt x="10276" y="1090"/>
                    <a:pt x="10165" y="525"/>
                  </a:cubicBezTo>
                  <a:cubicBezTo>
                    <a:pt x="10132" y="363"/>
                    <a:pt x="10088" y="187"/>
                    <a:pt x="9959" y="85"/>
                  </a:cubicBezTo>
                  <a:cubicBezTo>
                    <a:pt x="9883" y="25"/>
                    <a:pt x="9793" y="1"/>
                    <a:pt x="9698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3"/>
            <p:cNvSpPr/>
            <p:nvPr/>
          </p:nvSpPr>
          <p:spPr>
            <a:xfrm>
              <a:off x="5141475" y="4284950"/>
              <a:ext cx="883250" cy="902100"/>
            </a:xfrm>
            <a:custGeom>
              <a:avLst/>
              <a:gdLst/>
              <a:ahLst/>
              <a:cxnLst/>
              <a:rect l="l" t="t" r="r" b="b"/>
              <a:pathLst>
                <a:path w="35330" h="36084" extrusionOk="0">
                  <a:moveTo>
                    <a:pt x="34468" y="3440"/>
                  </a:moveTo>
                  <a:cubicBezTo>
                    <a:pt x="34468" y="3440"/>
                    <a:pt x="34470" y="3451"/>
                    <a:pt x="34472" y="3471"/>
                  </a:cubicBezTo>
                  <a:lnTo>
                    <a:pt x="34472" y="3471"/>
                  </a:lnTo>
                  <a:cubicBezTo>
                    <a:pt x="34502" y="3470"/>
                    <a:pt x="34502" y="3460"/>
                    <a:pt x="34468" y="3440"/>
                  </a:cubicBezTo>
                  <a:close/>
                  <a:moveTo>
                    <a:pt x="21804" y="0"/>
                  </a:moveTo>
                  <a:lnTo>
                    <a:pt x="21116" y="4680"/>
                  </a:lnTo>
                  <a:cubicBezTo>
                    <a:pt x="21116" y="4680"/>
                    <a:pt x="11690" y="3455"/>
                    <a:pt x="8867" y="3165"/>
                  </a:cubicBezTo>
                  <a:cubicBezTo>
                    <a:pt x="8560" y="3133"/>
                    <a:pt x="8233" y="3117"/>
                    <a:pt x="7893" y="3117"/>
                  </a:cubicBezTo>
                  <a:cubicBezTo>
                    <a:pt x="4700" y="3117"/>
                    <a:pt x="369" y="4534"/>
                    <a:pt x="195" y="7706"/>
                  </a:cubicBezTo>
                  <a:cubicBezTo>
                    <a:pt x="0" y="11291"/>
                    <a:pt x="2078" y="26016"/>
                    <a:pt x="3145" y="34618"/>
                  </a:cubicBezTo>
                  <a:cubicBezTo>
                    <a:pt x="3281" y="35719"/>
                    <a:pt x="4053" y="36084"/>
                    <a:pt x="5015" y="36084"/>
                  </a:cubicBezTo>
                  <a:cubicBezTo>
                    <a:pt x="6899" y="36084"/>
                    <a:pt x="9510" y="34687"/>
                    <a:pt x="9510" y="34687"/>
                  </a:cubicBezTo>
                  <a:lnTo>
                    <a:pt x="9374" y="32278"/>
                  </a:lnTo>
                  <a:cubicBezTo>
                    <a:pt x="9339" y="22644"/>
                    <a:pt x="8179" y="12661"/>
                    <a:pt x="8179" y="12661"/>
                  </a:cubicBezTo>
                  <a:lnTo>
                    <a:pt x="8179" y="12661"/>
                  </a:lnTo>
                  <a:cubicBezTo>
                    <a:pt x="8180" y="12661"/>
                    <a:pt x="22040" y="16794"/>
                    <a:pt x="25367" y="16794"/>
                  </a:cubicBezTo>
                  <a:cubicBezTo>
                    <a:pt x="25421" y="16794"/>
                    <a:pt x="25472" y="16793"/>
                    <a:pt x="25521" y="16790"/>
                  </a:cubicBezTo>
                  <a:cubicBezTo>
                    <a:pt x="28549" y="16652"/>
                    <a:pt x="29925" y="16652"/>
                    <a:pt x="32678" y="13901"/>
                  </a:cubicBezTo>
                  <a:cubicBezTo>
                    <a:pt x="35330" y="11249"/>
                    <a:pt x="34534" y="4003"/>
                    <a:pt x="34472" y="3471"/>
                  </a:cubicBezTo>
                  <a:lnTo>
                    <a:pt x="34472" y="3471"/>
                  </a:lnTo>
                  <a:cubicBezTo>
                    <a:pt x="34471" y="3471"/>
                    <a:pt x="34469" y="3471"/>
                    <a:pt x="34468" y="3471"/>
                  </a:cubicBezTo>
                  <a:cubicBezTo>
                    <a:pt x="33830" y="3471"/>
                    <a:pt x="21804" y="0"/>
                    <a:pt x="21804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3"/>
            <p:cNvSpPr/>
            <p:nvPr/>
          </p:nvSpPr>
          <p:spPr>
            <a:xfrm>
              <a:off x="5209600" y="5109925"/>
              <a:ext cx="183200" cy="88775"/>
            </a:xfrm>
            <a:custGeom>
              <a:avLst/>
              <a:gdLst/>
              <a:ahLst/>
              <a:cxnLst/>
              <a:rect l="l" t="t" r="r" b="b"/>
              <a:pathLst>
                <a:path w="7328" h="3551" extrusionOk="0">
                  <a:moveTo>
                    <a:pt x="6876" y="0"/>
                  </a:moveTo>
                  <a:lnTo>
                    <a:pt x="6876" y="0"/>
                  </a:lnTo>
                  <a:cubicBezTo>
                    <a:pt x="5572" y="542"/>
                    <a:pt x="4182" y="816"/>
                    <a:pt x="2786" y="816"/>
                  </a:cubicBezTo>
                  <a:cubicBezTo>
                    <a:pt x="1912" y="816"/>
                    <a:pt x="1036" y="709"/>
                    <a:pt x="177" y="492"/>
                  </a:cubicBezTo>
                  <a:lnTo>
                    <a:pt x="177" y="492"/>
                  </a:lnTo>
                  <a:cubicBezTo>
                    <a:pt x="218" y="1348"/>
                    <a:pt x="1" y="2171"/>
                    <a:pt x="500" y="2786"/>
                  </a:cubicBezTo>
                  <a:cubicBezTo>
                    <a:pt x="655" y="2977"/>
                    <a:pt x="889" y="3083"/>
                    <a:pt x="1121" y="3169"/>
                  </a:cubicBezTo>
                  <a:cubicBezTo>
                    <a:pt x="1818" y="3426"/>
                    <a:pt x="2559" y="3551"/>
                    <a:pt x="3301" y="3551"/>
                  </a:cubicBezTo>
                  <a:cubicBezTo>
                    <a:pt x="4746" y="3551"/>
                    <a:pt x="6194" y="3077"/>
                    <a:pt x="7328" y="2180"/>
                  </a:cubicBezTo>
                  <a:cubicBezTo>
                    <a:pt x="6996" y="1502"/>
                    <a:pt x="6842" y="752"/>
                    <a:pt x="6876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3"/>
            <p:cNvSpPr/>
            <p:nvPr/>
          </p:nvSpPr>
          <p:spPr>
            <a:xfrm>
              <a:off x="5472075" y="3656900"/>
              <a:ext cx="659800" cy="885350"/>
            </a:xfrm>
            <a:custGeom>
              <a:avLst/>
              <a:gdLst/>
              <a:ahLst/>
              <a:cxnLst/>
              <a:rect l="l" t="t" r="r" b="b"/>
              <a:pathLst>
                <a:path w="26392" h="35414" extrusionOk="0">
                  <a:moveTo>
                    <a:pt x="12476" y="0"/>
                  </a:moveTo>
                  <a:cubicBezTo>
                    <a:pt x="11810" y="0"/>
                    <a:pt x="11081" y="121"/>
                    <a:pt x="10061" y="266"/>
                  </a:cubicBezTo>
                  <a:cubicBezTo>
                    <a:pt x="8446" y="498"/>
                    <a:pt x="6496" y="1080"/>
                    <a:pt x="4667" y="1941"/>
                  </a:cubicBezTo>
                  <a:cubicBezTo>
                    <a:pt x="1148" y="3604"/>
                    <a:pt x="1" y="8056"/>
                    <a:pt x="2273" y="11215"/>
                  </a:cubicBezTo>
                  <a:cubicBezTo>
                    <a:pt x="4908" y="14882"/>
                    <a:pt x="5314" y="15561"/>
                    <a:pt x="6102" y="16575"/>
                  </a:cubicBezTo>
                  <a:cubicBezTo>
                    <a:pt x="6625" y="17247"/>
                    <a:pt x="7277" y="18509"/>
                    <a:pt x="7546" y="19314"/>
                  </a:cubicBezTo>
                  <a:cubicBezTo>
                    <a:pt x="8293" y="24250"/>
                    <a:pt x="7847" y="24523"/>
                    <a:pt x="6878" y="29913"/>
                  </a:cubicBezTo>
                  <a:cubicBezTo>
                    <a:pt x="11054" y="33547"/>
                    <a:pt x="14631" y="35413"/>
                    <a:pt x="17925" y="35413"/>
                  </a:cubicBezTo>
                  <a:cubicBezTo>
                    <a:pt x="19753" y="35413"/>
                    <a:pt x="21493" y="34839"/>
                    <a:pt x="23200" y="33673"/>
                  </a:cubicBezTo>
                  <a:cubicBezTo>
                    <a:pt x="23773" y="30108"/>
                    <a:pt x="23823" y="26479"/>
                    <a:pt x="23345" y="22901"/>
                  </a:cubicBezTo>
                  <a:lnTo>
                    <a:pt x="23345" y="22901"/>
                  </a:lnTo>
                  <a:cubicBezTo>
                    <a:pt x="24666" y="25692"/>
                    <a:pt x="25354" y="28780"/>
                    <a:pt x="25359" y="31869"/>
                  </a:cubicBezTo>
                  <a:cubicBezTo>
                    <a:pt x="25703" y="31526"/>
                    <a:pt x="26048" y="31162"/>
                    <a:pt x="26392" y="30772"/>
                  </a:cubicBezTo>
                  <a:cubicBezTo>
                    <a:pt x="25787" y="26437"/>
                    <a:pt x="24483" y="23875"/>
                    <a:pt x="22863" y="19722"/>
                  </a:cubicBezTo>
                  <a:cubicBezTo>
                    <a:pt x="22854" y="15423"/>
                    <a:pt x="22022" y="12652"/>
                    <a:pt x="20490" y="8635"/>
                  </a:cubicBezTo>
                  <a:cubicBezTo>
                    <a:pt x="19462" y="5933"/>
                    <a:pt x="17890" y="2280"/>
                    <a:pt x="15359" y="885"/>
                  </a:cubicBezTo>
                  <a:cubicBezTo>
                    <a:pt x="14148" y="218"/>
                    <a:pt x="13370" y="0"/>
                    <a:pt x="12476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3"/>
            <p:cNvSpPr/>
            <p:nvPr/>
          </p:nvSpPr>
          <p:spPr>
            <a:xfrm>
              <a:off x="5694900" y="3683025"/>
              <a:ext cx="329325" cy="399525"/>
            </a:xfrm>
            <a:custGeom>
              <a:avLst/>
              <a:gdLst/>
              <a:ahLst/>
              <a:cxnLst/>
              <a:rect l="l" t="t" r="r" b="b"/>
              <a:pathLst>
                <a:path w="13173" h="15981" extrusionOk="0">
                  <a:moveTo>
                    <a:pt x="4312" y="0"/>
                  </a:moveTo>
                  <a:cubicBezTo>
                    <a:pt x="3170" y="0"/>
                    <a:pt x="1994" y="343"/>
                    <a:pt x="887" y="691"/>
                  </a:cubicBezTo>
                  <a:lnTo>
                    <a:pt x="75" y="1567"/>
                  </a:lnTo>
                  <a:cubicBezTo>
                    <a:pt x="1" y="1894"/>
                    <a:pt x="201" y="2226"/>
                    <a:pt x="456" y="2448"/>
                  </a:cubicBezTo>
                  <a:cubicBezTo>
                    <a:pt x="709" y="2672"/>
                    <a:pt x="1017" y="2823"/>
                    <a:pt x="1266" y="3049"/>
                  </a:cubicBezTo>
                  <a:cubicBezTo>
                    <a:pt x="1811" y="3544"/>
                    <a:pt x="1998" y="4316"/>
                    <a:pt x="2089" y="5046"/>
                  </a:cubicBezTo>
                  <a:cubicBezTo>
                    <a:pt x="2178" y="5776"/>
                    <a:pt x="2202" y="6536"/>
                    <a:pt x="2521" y="7200"/>
                  </a:cubicBezTo>
                  <a:cubicBezTo>
                    <a:pt x="3058" y="8313"/>
                    <a:pt x="4281" y="8894"/>
                    <a:pt x="5430" y="9351"/>
                  </a:cubicBezTo>
                  <a:cubicBezTo>
                    <a:pt x="6579" y="9808"/>
                    <a:pt x="7821" y="10285"/>
                    <a:pt x="8502" y="11317"/>
                  </a:cubicBezTo>
                  <a:cubicBezTo>
                    <a:pt x="8966" y="12020"/>
                    <a:pt x="9114" y="12908"/>
                    <a:pt x="9655" y="13553"/>
                  </a:cubicBezTo>
                  <a:cubicBezTo>
                    <a:pt x="10530" y="14596"/>
                    <a:pt x="12244" y="14773"/>
                    <a:pt x="12877" y="15980"/>
                  </a:cubicBezTo>
                  <a:cubicBezTo>
                    <a:pt x="13172" y="11122"/>
                    <a:pt x="11585" y="6175"/>
                    <a:pt x="8520" y="2395"/>
                  </a:cubicBezTo>
                  <a:cubicBezTo>
                    <a:pt x="7819" y="1530"/>
                    <a:pt x="7009" y="700"/>
                    <a:pt x="5971" y="294"/>
                  </a:cubicBezTo>
                  <a:cubicBezTo>
                    <a:pt x="5435" y="84"/>
                    <a:pt x="4878" y="0"/>
                    <a:pt x="4312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43"/>
            <p:cNvSpPr/>
            <p:nvPr/>
          </p:nvSpPr>
          <p:spPr>
            <a:xfrm>
              <a:off x="5506125" y="3663975"/>
              <a:ext cx="120300" cy="103550"/>
            </a:xfrm>
            <a:custGeom>
              <a:avLst/>
              <a:gdLst/>
              <a:ahLst/>
              <a:cxnLst/>
              <a:rect l="l" t="t" r="r" b="b"/>
              <a:pathLst>
                <a:path w="4812" h="4142" extrusionOk="0">
                  <a:moveTo>
                    <a:pt x="2885" y="1"/>
                  </a:moveTo>
                  <a:cubicBezTo>
                    <a:pt x="2264" y="1"/>
                    <a:pt x="1649" y="131"/>
                    <a:pt x="1079" y="382"/>
                  </a:cubicBezTo>
                  <a:cubicBezTo>
                    <a:pt x="609" y="590"/>
                    <a:pt x="134" y="941"/>
                    <a:pt x="64" y="1449"/>
                  </a:cubicBezTo>
                  <a:cubicBezTo>
                    <a:pt x="1" y="1921"/>
                    <a:pt x="305" y="2352"/>
                    <a:pt x="461" y="2802"/>
                  </a:cubicBezTo>
                  <a:cubicBezTo>
                    <a:pt x="614" y="3243"/>
                    <a:pt x="669" y="3782"/>
                    <a:pt x="1066" y="4026"/>
                  </a:cubicBezTo>
                  <a:cubicBezTo>
                    <a:pt x="1205" y="4110"/>
                    <a:pt x="1364" y="4142"/>
                    <a:pt x="1528" y="4142"/>
                  </a:cubicBezTo>
                  <a:cubicBezTo>
                    <a:pt x="1688" y="4142"/>
                    <a:pt x="1852" y="4112"/>
                    <a:pt x="2007" y="4071"/>
                  </a:cubicBezTo>
                  <a:cubicBezTo>
                    <a:pt x="2677" y="3896"/>
                    <a:pt x="3298" y="3569"/>
                    <a:pt x="3821" y="3113"/>
                  </a:cubicBezTo>
                  <a:cubicBezTo>
                    <a:pt x="4210" y="2771"/>
                    <a:pt x="4549" y="2345"/>
                    <a:pt x="4680" y="1842"/>
                  </a:cubicBezTo>
                  <a:cubicBezTo>
                    <a:pt x="4811" y="1342"/>
                    <a:pt x="4702" y="757"/>
                    <a:pt x="4318" y="408"/>
                  </a:cubicBezTo>
                  <a:cubicBezTo>
                    <a:pt x="4008" y="127"/>
                    <a:pt x="3573" y="32"/>
                    <a:pt x="3156" y="9"/>
                  </a:cubicBezTo>
                  <a:cubicBezTo>
                    <a:pt x="3066" y="3"/>
                    <a:pt x="2975" y="1"/>
                    <a:pt x="2885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43"/>
            <p:cNvSpPr/>
            <p:nvPr/>
          </p:nvSpPr>
          <p:spPr>
            <a:xfrm>
              <a:off x="5600625" y="3660050"/>
              <a:ext cx="44000" cy="37400"/>
            </a:xfrm>
            <a:custGeom>
              <a:avLst/>
              <a:gdLst/>
              <a:ahLst/>
              <a:cxnLst/>
              <a:rect l="l" t="t" r="r" b="b"/>
              <a:pathLst>
                <a:path w="1760" h="1496" extrusionOk="0">
                  <a:moveTo>
                    <a:pt x="1434" y="0"/>
                  </a:moveTo>
                  <a:cubicBezTo>
                    <a:pt x="969" y="277"/>
                    <a:pt x="492" y="526"/>
                    <a:pt x="1" y="750"/>
                  </a:cubicBezTo>
                  <a:cubicBezTo>
                    <a:pt x="172" y="972"/>
                    <a:pt x="299" y="1226"/>
                    <a:pt x="378" y="1495"/>
                  </a:cubicBezTo>
                  <a:cubicBezTo>
                    <a:pt x="747" y="1060"/>
                    <a:pt x="1224" y="728"/>
                    <a:pt x="1760" y="532"/>
                  </a:cubicBezTo>
                  <a:cubicBezTo>
                    <a:pt x="1625" y="372"/>
                    <a:pt x="1516" y="193"/>
                    <a:pt x="1434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3"/>
            <p:cNvSpPr/>
            <p:nvPr/>
          </p:nvSpPr>
          <p:spPr>
            <a:xfrm>
              <a:off x="5518500" y="3673325"/>
              <a:ext cx="76050" cy="64000"/>
            </a:xfrm>
            <a:custGeom>
              <a:avLst/>
              <a:gdLst/>
              <a:ahLst/>
              <a:cxnLst/>
              <a:rect l="l" t="t" r="r" b="b"/>
              <a:pathLst>
                <a:path w="3042" h="2560" extrusionOk="0">
                  <a:moveTo>
                    <a:pt x="1989" y="0"/>
                  </a:moveTo>
                  <a:cubicBezTo>
                    <a:pt x="1805" y="0"/>
                    <a:pt x="1615" y="25"/>
                    <a:pt x="1438" y="55"/>
                  </a:cubicBezTo>
                  <a:cubicBezTo>
                    <a:pt x="946" y="139"/>
                    <a:pt x="392" y="274"/>
                    <a:pt x="147" y="709"/>
                  </a:cubicBezTo>
                  <a:cubicBezTo>
                    <a:pt x="21" y="931"/>
                    <a:pt x="1" y="1197"/>
                    <a:pt x="3" y="1454"/>
                  </a:cubicBezTo>
                  <a:cubicBezTo>
                    <a:pt x="5" y="1742"/>
                    <a:pt x="41" y="2051"/>
                    <a:pt x="229" y="2273"/>
                  </a:cubicBezTo>
                  <a:cubicBezTo>
                    <a:pt x="394" y="2470"/>
                    <a:pt x="659" y="2560"/>
                    <a:pt x="919" y="2560"/>
                  </a:cubicBezTo>
                  <a:cubicBezTo>
                    <a:pt x="965" y="2560"/>
                    <a:pt x="1010" y="2557"/>
                    <a:pt x="1055" y="2552"/>
                  </a:cubicBezTo>
                  <a:cubicBezTo>
                    <a:pt x="1357" y="2517"/>
                    <a:pt x="1636" y="2379"/>
                    <a:pt x="1900" y="2229"/>
                  </a:cubicBezTo>
                  <a:cubicBezTo>
                    <a:pt x="2261" y="2024"/>
                    <a:pt x="2619" y="1778"/>
                    <a:pt x="2825" y="1416"/>
                  </a:cubicBezTo>
                  <a:cubicBezTo>
                    <a:pt x="3033" y="1055"/>
                    <a:pt x="3042" y="553"/>
                    <a:pt x="2749" y="259"/>
                  </a:cubicBezTo>
                  <a:cubicBezTo>
                    <a:pt x="2550" y="61"/>
                    <a:pt x="2276" y="0"/>
                    <a:pt x="198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3"/>
            <p:cNvSpPr/>
            <p:nvPr/>
          </p:nvSpPr>
          <p:spPr>
            <a:xfrm>
              <a:off x="5615475" y="3892100"/>
              <a:ext cx="374325" cy="640375"/>
            </a:xfrm>
            <a:custGeom>
              <a:avLst/>
              <a:gdLst/>
              <a:ahLst/>
              <a:cxnLst/>
              <a:rect l="l" t="t" r="r" b="b"/>
              <a:pathLst>
                <a:path w="14973" h="25615" extrusionOk="0">
                  <a:moveTo>
                    <a:pt x="193" y="1"/>
                  </a:moveTo>
                  <a:lnTo>
                    <a:pt x="0" y="117"/>
                  </a:lnTo>
                  <a:cubicBezTo>
                    <a:pt x="3944" y="6736"/>
                    <a:pt x="4993" y="13526"/>
                    <a:pt x="3234" y="21164"/>
                  </a:cubicBezTo>
                  <a:cubicBezTo>
                    <a:pt x="2681" y="20700"/>
                    <a:pt x="2125" y="20216"/>
                    <a:pt x="1557" y="19709"/>
                  </a:cubicBezTo>
                  <a:lnTo>
                    <a:pt x="1257" y="20046"/>
                  </a:lnTo>
                  <a:cubicBezTo>
                    <a:pt x="3311" y="21871"/>
                    <a:pt x="5193" y="23468"/>
                    <a:pt x="7435" y="24522"/>
                  </a:cubicBezTo>
                  <a:cubicBezTo>
                    <a:pt x="8977" y="25248"/>
                    <a:pt x="10568" y="25614"/>
                    <a:pt x="12063" y="25614"/>
                  </a:cubicBezTo>
                  <a:cubicBezTo>
                    <a:pt x="13096" y="25614"/>
                    <a:pt x="14081" y="25439"/>
                    <a:pt x="14973" y="25086"/>
                  </a:cubicBezTo>
                  <a:lnTo>
                    <a:pt x="14807" y="24667"/>
                  </a:lnTo>
                  <a:cubicBezTo>
                    <a:pt x="13967" y="25001"/>
                    <a:pt x="13037" y="25165"/>
                    <a:pt x="12062" y="25165"/>
                  </a:cubicBezTo>
                  <a:cubicBezTo>
                    <a:pt x="10633" y="25165"/>
                    <a:pt x="9107" y="24812"/>
                    <a:pt x="7626" y="24116"/>
                  </a:cubicBezTo>
                  <a:cubicBezTo>
                    <a:pt x="6126" y="23409"/>
                    <a:pt x="4782" y="22442"/>
                    <a:pt x="3431" y="21326"/>
                  </a:cubicBezTo>
                  <a:cubicBezTo>
                    <a:pt x="5241" y="13584"/>
                    <a:pt x="4188" y="6707"/>
                    <a:pt x="193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3"/>
            <p:cNvSpPr/>
            <p:nvPr/>
          </p:nvSpPr>
          <p:spPr>
            <a:xfrm>
              <a:off x="4844075" y="3299350"/>
              <a:ext cx="184425" cy="216600"/>
            </a:xfrm>
            <a:custGeom>
              <a:avLst/>
              <a:gdLst/>
              <a:ahLst/>
              <a:cxnLst/>
              <a:rect l="l" t="t" r="r" b="b"/>
              <a:pathLst>
                <a:path w="7377" h="8664" extrusionOk="0">
                  <a:moveTo>
                    <a:pt x="2796" y="0"/>
                  </a:moveTo>
                  <a:cubicBezTo>
                    <a:pt x="2784" y="0"/>
                    <a:pt x="2772" y="1"/>
                    <a:pt x="2759" y="4"/>
                  </a:cubicBezTo>
                  <a:cubicBezTo>
                    <a:pt x="2617" y="25"/>
                    <a:pt x="2532" y="186"/>
                    <a:pt x="2539" y="329"/>
                  </a:cubicBezTo>
                  <a:cubicBezTo>
                    <a:pt x="2544" y="473"/>
                    <a:pt x="2623" y="604"/>
                    <a:pt x="2697" y="728"/>
                  </a:cubicBezTo>
                  <a:lnTo>
                    <a:pt x="4163" y="3141"/>
                  </a:lnTo>
                  <a:cubicBezTo>
                    <a:pt x="4061" y="3177"/>
                    <a:pt x="3963" y="3217"/>
                    <a:pt x="3864" y="3259"/>
                  </a:cubicBezTo>
                  <a:cubicBezTo>
                    <a:pt x="3218" y="2382"/>
                    <a:pt x="2471" y="1579"/>
                    <a:pt x="1643" y="867"/>
                  </a:cubicBezTo>
                  <a:cubicBezTo>
                    <a:pt x="1560" y="795"/>
                    <a:pt x="1456" y="722"/>
                    <a:pt x="1354" y="722"/>
                  </a:cubicBezTo>
                  <a:cubicBezTo>
                    <a:pt x="1326" y="722"/>
                    <a:pt x="1299" y="727"/>
                    <a:pt x="1272" y="739"/>
                  </a:cubicBezTo>
                  <a:cubicBezTo>
                    <a:pt x="1171" y="783"/>
                    <a:pt x="1130" y="910"/>
                    <a:pt x="1148" y="1020"/>
                  </a:cubicBezTo>
                  <a:cubicBezTo>
                    <a:pt x="1166" y="1127"/>
                    <a:pt x="1230" y="1220"/>
                    <a:pt x="1293" y="1311"/>
                  </a:cubicBezTo>
                  <a:lnTo>
                    <a:pt x="3012" y="3774"/>
                  </a:lnTo>
                  <a:cubicBezTo>
                    <a:pt x="2985" y="3796"/>
                    <a:pt x="2956" y="3818"/>
                    <a:pt x="2930" y="3842"/>
                  </a:cubicBezTo>
                  <a:cubicBezTo>
                    <a:pt x="2260" y="3454"/>
                    <a:pt x="1585" y="3077"/>
                    <a:pt x="898" y="2720"/>
                  </a:cubicBezTo>
                  <a:cubicBezTo>
                    <a:pt x="810" y="2675"/>
                    <a:pt x="700" y="2634"/>
                    <a:pt x="603" y="2634"/>
                  </a:cubicBezTo>
                  <a:cubicBezTo>
                    <a:pt x="529" y="2634"/>
                    <a:pt x="464" y="2657"/>
                    <a:pt x="421" y="2720"/>
                  </a:cubicBezTo>
                  <a:cubicBezTo>
                    <a:pt x="368" y="2798"/>
                    <a:pt x="387" y="2906"/>
                    <a:pt x="438" y="2984"/>
                  </a:cubicBezTo>
                  <a:cubicBezTo>
                    <a:pt x="489" y="3063"/>
                    <a:pt x="567" y="3117"/>
                    <a:pt x="643" y="3172"/>
                  </a:cubicBezTo>
                  <a:lnTo>
                    <a:pt x="2450" y="4426"/>
                  </a:lnTo>
                  <a:cubicBezTo>
                    <a:pt x="2375" y="4556"/>
                    <a:pt x="2311" y="4690"/>
                    <a:pt x="2262" y="4832"/>
                  </a:cubicBezTo>
                  <a:lnTo>
                    <a:pt x="2166" y="4796"/>
                  </a:lnTo>
                  <a:cubicBezTo>
                    <a:pt x="1614" y="4593"/>
                    <a:pt x="735" y="4208"/>
                    <a:pt x="270" y="4208"/>
                  </a:cubicBezTo>
                  <a:cubicBezTo>
                    <a:pt x="146" y="4208"/>
                    <a:pt x="52" y="4235"/>
                    <a:pt x="1" y="4301"/>
                  </a:cubicBezTo>
                  <a:cubicBezTo>
                    <a:pt x="41" y="4625"/>
                    <a:pt x="924" y="5004"/>
                    <a:pt x="1463" y="5220"/>
                  </a:cubicBezTo>
                  <a:cubicBezTo>
                    <a:pt x="1831" y="5368"/>
                    <a:pt x="2207" y="5501"/>
                    <a:pt x="2564" y="5668"/>
                  </a:cubicBezTo>
                  <a:cubicBezTo>
                    <a:pt x="3642" y="6353"/>
                    <a:pt x="5063" y="7580"/>
                    <a:pt x="5842" y="8663"/>
                  </a:cubicBezTo>
                  <a:cubicBezTo>
                    <a:pt x="6080" y="8363"/>
                    <a:pt x="6415" y="8157"/>
                    <a:pt x="6710" y="7915"/>
                  </a:cubicBezTo>
                  <a:cubicBezTo>
                    <a:pt x="7007" y="7673"/>
                    <a:pt x="7284" y="7360"/>
                    <a:pt x="7326" y="6979"/>
                  </a:cubicBezTo>
                  <a:cubicBezTo>
                    <a:pt x="7377" y="6524"/>
                    <a:pt x="7085" y="6114"/>
                    <a:pt x="6892" y="5697"/>
                  </a:cubicBezTo>
                  <a:cubicBezTo>
                    <a:pt x="6623" y="5109"/>
                    <a:pt x="6541" y="4450"/>
                    <a:pt x="6658" y="3813"/>
                  </a:cubicBezTo>
                  <a:cubicBezTo>
                    <a:pt x="6725" y="3449"/>
                    <a:pt x="6856" y="3095"/>
                    <a:pt x="6889" y="2726"/>
                  </a:cubicBezTo>
                  <a:cubicBezTo>
                    <a:pt x="6956" y="1979"/>
                    <a:pt x="6612" y="1213"/>
                    <a:pt x="6821" y="491"/>
                  </a:cubicBezTo>
                  <a:lnTo>
                    <a:pt x="6821" y="491"/>
                  </a:lnTo>
                  <a:cubicBezTo>
                    <a:pt x="6423" y="508"/>
                    <a:pt x="6029" y="1030"/>
                    <a:pt x="6017" y="1429"/>
                  </a:cubicBezTo>
                  <a:cubicBezTo>
                    <a:pt x="6004" y="1826"/>
                    <a:pt x="5924" y="2411"/>
                    <a:pt x="5651" y="2702"/>
                  </a:cubicBezTo>
                  <a:cubicBezTo>
                    <a:pt x="5515" y="2845"/>
                    <a:pt x="5457" y="2851"/>
                    <a:pt x="5359" y="2851"/>
                  </a:cubicBezTo>
                  <a:cubicBezTo>
                    <a:pt x="5350" y="2851"/>
                    <a:pt x="5341" y="2851"/>
                    <a:pt x="5331" y="2851"/>
                  </a:cubicBezTo>
                  <a:cubicBezTo>
                    <a:pt x="5282" y="2851"/>
                    <a:pt x="5221" y="2852"/>
                    <a:pt x="5137" y="2868"/>
                  </a:cubicBezTo>
                  <a:lnTo>
                    <a:pt x="3140" y="244"/>
                  </a:lnTo>
                  <a:cubicBezTo>
                    <a:pt x="3053" y="128"/>
                    <a:pt x="2936" y="0"/>
                    <a:pt x="2796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3"/>
            <p:cNvSpPr/>
            <p:nvPr/>
          </p:nvSpPr>
          <p:spPr>
            <a:xfrm>
              <a:off x="4940275" y="3419875"/>
              <a:ext cx="107675" cy="103125"/>
            </a:xfrm>
            <a:custGeom>
              <a:avLst/>
              <a:gdLst/>
              <a:ahLst/>
              <a:cxnLst/>
              <a:rect l="l" t="t" r="r" b="b"/>
              <a:pathLst>
                <a:path w="4307" h="4125" extrusionOk="0">
                  <a:moveTo>
                    <a:pt x="3101" y="0"/>
                  </a:moveTo>
                  <a:cubicBezTo>
                    <a:pt x="2114" y="341"/>
                    <a:pt x="1187" y="836"/>
                    <a:pt x="355" y="1464"/>
                  </a:cubicBezTo>
                  <a:cubicBezTo>
                    <a:pt x="184" y="1594"/>
                    <a:pt x="2" y="1759"/>
                    <a:pt x="0" y="1974"/>
                  </a:cubicBezTo>
                  <a:cubicBezTo>
                    <a:pt x="0" y="2127"/>
                    <a:pt x="95" y="2262"/>
                    <a:pt x="184" y="2386"/>
                  </a:cubicBezTo>
                  <a:lnTo>
                    <a:pt x="1451" y="4125"/>
                  </a:lnTo>
                  <a:cubicBezTo>
                    <a:pt x="2338" y="3367"/>
                    <a:pt x="3294" y="2695"/>
                    <a:pt x="4306" y="2118"/>
                  </a:cubicBezTo>
                  <a:cubicBezTo>
                    <a:pt x="3786" y="1488"/>
                    <a:pt x="3376" y="771"/>
                    <a:pt x="3101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3"/>
            <p:cNvSpPr/>
            <p:nvPr/>
          </p:nvSpPr>
          <p:spPr>
            <a:xfrm>
              <a:off x="4951500" y="3450875"/>
              <a:ext cx="795000" cy="492100"/>
            </a:xfrm>
            <a:custGeom>
              <a:avLst/>
              <a:gdLst/>
              <a:ahLst/>
              <a:cxnLst/>
              <a:rect l="l" t="t" r="r" b="b"/>
              <a:pathLst>
                <a:path w="31800" h="19684" extrusionOk="0">
                  <a:moveTo>
                    <a:pt x="3509" y="0"/>
                  </a:moveTo>
                  <a:cubicBezTo>
                    <a:pt x="2342" y="388"/>
                    <a:pt x="678" y="1499"/>
                    <a:pt x="1" y="2613"/>
                  </a:cubicBezTo>
                  <a:cubicBezTo>
                    <a:pt x="2479" y="7191"/>
                    <a:pt x="5250" y="10259"/>
                    <a:pt x="9394" y="13487"/>
                  </a:cubicBezTo>
                  <a:cubicBezTo>
                    <a:pt x="13459" y="16652"/>
                    <a:pt x="20552" y="19683"/>
                    <a:pt x="25778" y="19683"/>
                  </a:cubicBezTo>
                  <a:cubicBezTo>
                    <a:pt x="25880" y="19683"/>
                    <a:pt x="25982" y="19682"/>
                    <a:pt x="26082" y="19680"/>
                  </a:cubicBezTo>
                  <a:cubicBezTo>
                    <a:pt x="27666" y="19644"/>
                    <a:pt x="28857" y="19438"/>
                    <a:pt x="30143" y="18511"/>
                  </a:cubicBezTo>
                  <a:cubicBezTo>
                    <a:pt x="31428" y="17584"/>
                    <a:pt x="31800" y="15521"/>
                    <a:pt x="31244" y="14037"/>
                  </a:cubicBezTo>
                  <a:cubicBezTo>
                    <a:pt x="30474" y="11989"/>
                    <a:pt x="28369" y="11193"/>
                    <a:pt x="26188" y="10995"/>
                  </a:cubicBezTo>
                  <a:cubicBezTo>
                    <a:pt x="21716" y="10587"/>
                    <a:pt x="17992" y="9687"/>
                    <a:pt x="13834" y="7994"/>
                  </a:cubicBezTo>
                  <a:cubicBezTo>
                    <a:pt x="9675" y="6300"/>
                    <a:pt x="7076" y="3609"/>
                    <a:pt x="3509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3"/>
            <p:cNvSpPr/>
            <p:nvPr/>
          </p:nvSpPr>
          <p:spPr>
            <a:xfrm>
              <a:off x="4988825" y="3513475"/>
              <a:ext cx="629225" cy="376025"/>
            </a:xfrm>
            <a:custGeom>
              <a:avLst/>
              <a:gdLst/>
              <a:ahLst/>
              <a:cxnLst/>
              <a:rect l="l" t="t" r="r" b="b"/>
              <a:pathLst>
                <a:path w="25169" h="15041" extrusionOk="0">
                  <a:moveTo>
                    <a:pt x="196" y="0"/>
                  </a:moveTo>
                  <a:lnTo>
                    <a:pt x="1" y="115"/>
                  </a:lnTo>
                  <a:cubicBezTo>
                    <a:pt x="5177" y="8804"/>
                    <a:pt x="15054" y="14661"/>
                    <a:pt x="25159" y="15040"/>
                  </a:cubicBezTo>
                  <a:lnTo>
                    <a:pt x="25168" y="14814"/>
                  </a:lnTo>
                  <a:cubicBezTo>
                    <a:pt x="15136" y="14439"/>
                    <a:pt x="5334" y="8623"/>
                    <a:pt x="196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3"/>
            <p:cNvSpPr/>
            <p:nvPr/>
          </p:nvSpPr>
          <p:spPr>
            <a:xfrm>
              <a:off x="5630450" y="3609275"/>
              <a:ext cx="379025" cy="375075"/>
            </a:xfrm>
            <a:custGeom>
              <a:avLst/>
              <a:gdLst/>
              <a:ahLst/>
              <a:cxnLst/>
              <a:rect l="l" t="t" r="r" b="b"/>
              <a:pathLst>
                <a:path w="15161" h="15003" extrusionOk="0">
                  <a:moveTo>
                    <a:pt x="10554" y="0"/>
                  </a:moveTo>
                  <a:cubicBezTo>
                    <a:pt x="10522" y="0"/>
                    <a:pt x="10489" y="0"/>
                    <a:pt x="10457" y="1"/>
                  </a:cubicBezTo>
                  <a:cubicBezTo>
                    <a:pt x="6998" y="54"/>
                    <a:pt x="3664" y="1439"/>
                    <a:pt x="794" y="3369"/>
                  </a:cubicBezTo>
                  <a:lnTo>
                    <a:pt x="791" y="3370"/>
                  </a:lnTo>
                  <a:lnTo>
                    <a:pt x="791" y="3370"/>
                  </a:lnTo>
                  <a:cubicBezTo>
                    <a:pt x="668" y="3317"/>
                    <a:pt x="538" y="3286"/>
                    <a:pt x="413" y="3286"/>
                  </a:cubicBezTo>
                  <a:cubicBezTo>
                    <a:pt x="262" y="3286"/>
                    <a:pt x="119" y="3330"/>
                    <a:pt x="0" y="3433"/>
                  </a:cubicBezTo>
                  <a:lnTo>
                    <a:pt x="791" y="3370"/>
                  </a:lnTo>
                  <a:lnTo>
                    <a:pt x="791" y="3370"/>
                  </a:lnTo>
                  <a:cubicBezTo>
                    <a:pt x="954" y="3440"/>
                    <a:pt x="1106" y="3549"/>
                    <a:pt x="1222" y="3677"/>
                  </a:cubicBezTo>
                  <a:cubicBezTo>
                    <a:pt x="1532" y="4019"/>
                    <a:pt x="1699" y="4469"/>
                    <a:pt x="2009" y="4810"/>
                  </a:cubicBezTo>
                  <a:cubicBezTo>
                    <a:pt x="2677" y="5542"/>
                    <a:pt x="3851" y="5620"/>
                    <a:pt x="4529" y="6341"/>
                  </a:cubicBezTo>
                  <a:cubicBezTo>
                    <a:pt x="5412" y="7282"/>
                    <a:pt x="5077" y="8852"/>
                    <a:pt x="5714" y="9974"/>
                  </a:cubicBezTo>
                  <a:cubicBezTo>
                    <a:pt x="6042" y="10549"/>
                    <a:pt x="6608" y="10959"/>
                    <a:pt x="7214" y="11224"/>
                  </a:cubicBezTo>
                  <a:cubicBezTo>
                    <a:pt x="7821" y="11490"/>
                    <a:pt x="8476" y="11627"/>
                    <a:pt x="9123" y="11771"/>
                  </a:cubicBezTo>
                  <a:cubicBezTo>
                    <a:pt x="10663" y="12115"/>
                    <a:pt x="12282" y="12566"/>
                    <a:pt x="13352" y="13724"/>
                  </a:cubicBezTo>
                  <a:cubicBezTo>
                    <a:pt x="13815" y="14229"/>
                    <a:pt x="14226" y="14888"/>
                    <a:pt x="14900" y="15003"/>
                  </a:cubicBezTo>
                  <a:cubicBezTo>
                    <a:pt x="15160" y="14533"/>
                    <a:pt x="15095" y="13950"/>
                    <a:pt x="14946" y="13435"/>
                  </a:cubicBezTo>
                  <a:cubicBezTo>
                    <a:pt x="14796" y="12920"/>
                    <a:pt x="14571" y="12419"/>
                    <a:pt x="14527" y="11884"/>
                  </a:cubicBezTo>
                  <a:cubicBezTo>
                    <a:pt x="14450" y="10937"/>
                    <a:pt x="14953" y="10030"/>
                    <a:pt x="14971" y="9081"/>
                  </a:cubicBezTo>
                  <a:cubicBezTo>
                    <a:pt x="15009" y="7049"/>
                    <a:pt x="12879" y="5483"/>
                    <a:pt x="12848" y="3451"/>
                  </a:cubicBezTo>
                  <a:cubicBezTo>
                    <a:pt x="12835" y="2583"/>
                    <a:pt x="13201" y="1638"/>
                    <a:pt x="12766" y="889"/>
                  </a:cubicBezTo>
                  <a:cubicBezTo>
                    <a:pt x="12349" y="167"/>
                    <a:pt x="11398" y="0"/>
                    <a:pt x="10554" y="0"/>
                  </a:cubicBezTo>
                  <a:close/>
                </a:path>
              </a:pathLst>
            </a:custGeom>
            <a:solidFill>
              <a:srgbClr val="347F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43"/>
            <p:cNvSpPr/>
            <p:nvPr/>
          </p:nvSpPr>
          <p:spPr>
            <a:xfrm>
              <a:off x="5894050" y="3903575"/>
              <a:ext cx="416600" cy="771925"/>
            </a:xfrm>
            <a:custGeom>
              <a:avLst/>
              <a:gdLst/>
              <a:ahLst/>
              <a:cxnLst/>
              <a:rect l="l" t="t" r="r" b="b"/>
              <a:pathLst>
                <a:path w="16664" h="30877" extrusionOk="0">
                  <a:moveTo>
                    <a:pt x="13683" y="0"/>
                  </a:moveTo>
                  <a:cubicBezTo>
                    <a:pt x="12993" y="0"/>
                    <a:pt x="12258" y="194"/>
                    <a:pt x="11639" y="481"/>
                  </a:cubicBezTo>
                  <a:cubicBezTo>
                    <a:pt x="8926" y="1741"/>
                    <a:pt x="6878" y="4147"/>
                    <a:pt x="5498" y="6800"/>
                  </a:cubicBezTo>
                  <a:cubicBezTo>
                    <a:pt x="4118" y="9452"/>
                    <a:pt x="3335" y="12369"/>
                    <a:pt x="2561" y="15257"/>
                  </a:cubicBezTo>
                  <a:cubicBezTo>
                    <a:pt x="1718" y="18413"/>
                    <a:pt x="875" y="21572"/>
                    <a:pt x="365" y="24797"/>
                  </a:cubicBezTo>
                  <a:cubicBezTo>
                    <a:pt x="90" y="26545"/>
                    <a:pt x="1" y="28577"/>
                    <a:pt x="1264" y="29817"/>
                  </a:cubicBezTo>
                  <a:cubicBezTo>
                    <a:pt x="2011" y="30550"/>
                    <a:pt x="3103" y="30838"/>
                    <a:pt x="4150" y="30873"/>
                  </a:cubicBezTo>
                  <a:cubicBezTo>
                    <a:pt x="4227" y="30875"/>
                    <a:pt x="4303" y="30876"/>
                    <a:pt x="4379" y="30876"/>
                  </a:cubicBezTo>
                  <a:cubicBezTo>
                    <a:pt x="7226" y="30876"/>
                    <a:pt x="9906" y="29201"/>
                    <a:pt x="11661" y="26947"/>
                  </a:cubicBezTo>
                  <a:cubicBezTo>
                    <a:pt x="13462" y="24635"/>
                    <a:pt x="14416" y="21776"/>
                    <a:pt x="15081" y="18921"/>
                  </a:cubicBezTo>
                  <a:cubicBezTo>
                    <a:pt x="16330" y="13535"/>
                    <a:pt x="16663" y="7978"/>
                    <a:pt x="16064" y="2481"/>
                  </a:cubicBezTo>
                  <a:cubicBezTo>
                    <a:pt x="16002" y="1929"/>
                    <a:pt x="15924" y="1357"/>
                    <a:pt x="15618" y="895"/>
                  </a:cubicBezTo>
                  <a:cubicBezTo>
                    <a:pt x="15190" y="250"/>
                    <a:pt x="14466" y="0"/>
                    <a:pt x="13683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43"/>
            <p:cNvSpPr/>
            <p:nvPr/>
          </p:nvSpPr>
          <p:spPr>
            <a:xfrm>
              <a:off x="5967850" y="3948525"/>
              <a:ext cx="298950" cy="682450"/>
            </a:xfrm>
            <a:custGeom>
              <a:avLst/>
              <a:gdLst/>
              <a:ahLst/>
              <a:cxnLst/>
              <a:rect l="l" t="t" r="r" b="b"/>
              <a:pathLst>
                <a:path w="11958" h="27298" extrusionOk="0">
                  <a:moveTo>
                    <a:pt x="11832" y="0"/>
                  </a:moveTo>
                  <a:cubicBezTo>
                    <a:pt x="11821" y="0"/>
                    <a:pt x="11810" y="2"/>
                    <a:pt x="11799" y="5"/>
                  </a:cubicBezTo>
                  <a:cubicBezTo>
                    <a:pt x="9829" y="590"/>
                    <a:pt x="7968" y="2044"/>
                    <a:pt x="6563" y="4100"/>
                  </a:cubicBezTo>
                  <a:cubicBezTo>
                    <a:pt x="5368" y="5848"/>
                    <a:pt x="4583" y="7804"/>
                    <a:pt x="3773" y="10205"/>
                  </a:cubicBezTo>
                  <a:cubicBezTo>
                    <a:pt x="2274" y="14641"/>
                    <a:pt x="1100" y="19178"/>
                    <a:pt x="255" y="23783"/>
                  </a:cubicBezTo>
                  <a:cubicBezTo>
                    <a:pt x="111" y="24572"/>
                    <a:pt x="0" y="25338"/>
                    <a:pt x="237" y="26045"/>
                  </a:cubicBezTo>
                  <a:cubicBezTo>
                    <a:pt x="454" y="26693"/>
                    <a:pt x="1080" y="27298"/>
                    <a:pt x="1785" y="27298"/>
                  </a:cubicBezTo>
                  <a:cubicBezTo>
                    <a:pt x="1874" y="27298"/>
                    <a:pt x="1961" y="27287"/>
                    <a:pt x="2049" y="27268"/>
                  </a:cubicBezTo>
                  <a:cubicBezTo>
                    <a:pt x="2109" y="27254"/>
                    <a:pt x="2147" y="27196"/>
                    <a:pt x="2134" y="27134"/>
                  </a:cubicBezTo>
                  <a:cubicBezTo>
                    <a:pt x="2123" y="27082"/>
                    <a:pt x="2077" y="27045"/>
                    <a:pt x="2025" y="27045"/>
                  </a:cubicBezTo>
                  <a:cubicBezTo>
                    <a:pt x="2017" y="27045"/>
                    <a:pt x="2008" y="27046"/>
                    <a:pt x="2000" y="27048"/>
                  </a:cubicBezTo>
                  <a:cubicBezTo>
                    <a:pt x="1927" y="27064"/>
                    <a:pt x="1855" y="27071"/>
                    <a:pt x="1784" y="27071"/>
                  </a:cubicBezTo>
                  <a:cubicBezTo>
                    <a:pt x="1181" y="27071"/>
                    <a:pt x="641" y="26541"/>
                    <a:pt x="452" y="25974"/>
                  </a:cubicBezTo>
                  <a:cubicBezTo>
                    <a:pt x="232" y="25316"/>
                    <a:pt x="333" y="24612"/>
                    <a:pt x="477" y="23825"/>
                  </a:cubicBezTo>
                  <a:cubicBezTo>
                    <a:pt x="1319" y="19231"/>
                    <a:pt x="2491" y="14703"/>
                    <a:pt x="3986" y="10278"/>
                  </a:cubicBezTo>
                  <a:cubicBezTo>
                    <a:pt x="4791" y="7895"/>
                    <a:pt x="5568" y="5954"/>
                    <a:pt x="6748" y="4228"/>
                  </a:cubicBezTo>
                  <a:cubicBezTo>
                    <a:pt x="8125" y="2214"/>
                    <a:pt x="9942" y="790"/>
                    <a:pt x="11863" y="222"/>
                  </a:cubicBezTo>
                  <a:cubicBezTo>
                    <a:pt x="11923" y="204"/>
                    <a:pt x="11958" y="142"/>
                    <a:pt x="11939" y="82"/>
                  </a:cubicBezTo>
                  <a:cubicBezTo>
                    <a:pt x="11926" y="32"/>
                    <a:pt x="11881" y="0"/>
                    <a:pt x="11832" y="0"/>
                  </a:cubicBezTo>
                  <a:close/>
                </a:path>
              </a:pathLst>
            </a:custGeom>
            <a:solidFill>
              <a:srgbClr val="E5E3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3"/>
            <p:cNvSpPr/>
            <p:nvPr/>
          </p:nvSpPr>
          <p:spPr>
            <a:xfrm>
              <a:off x="5949600" y="4261650"/>
              <a:ext cx="291800" cy="578400"/>
            </a:xfrm>
            <a:custGeom>
              <a:avLst/>
              <a:gdLst/>
              <a:ahLst/>
              <a:cxnLst/>
              <a:rect l="l" t="t" r="r" b="b"/>
              <a:pathLst>
                <a:path w="11672" h="23136" extrusionOk="0">
                  <a:moveTo>
                    <a:pt x="11290" y="0"/>
                  </a:moveTo>
                  <a:cubicBezTo>
                    <a:pt x="10878" y="0"/>
                    <a:pt x="10459" y="231"/>
                    <a:pt x="10186" y="556"/>
                  </a:cubicBezTo>
                  <a:cubicBezTo>
                    <a:pt x="9829" y="983"/>
                    <a:pt x="9672" y="1539"/>
                    <a:pt x="9532" y="2078"/>
                  </a:cubicBezTo>
                  <a:cubicBezTo>
                    <a:pt x="8543" y="5880"/>
                    <a:pt x="7973" y="9798"/>
                    <a:pt x="6697" y="13514"/>
                  </a:cubicBezTo>
                  <a:cubicBezTo>
                    <a:pt x="5421" y="17231"/>
                    <a:pt x="3318" y="20834"/>
                    <a:pt x="0" y="22943"/>
                  </a:cubicBezTo>
                  <a:cubicBezTo>
                    <a:pt x="359" y="23075"/>
                    <a:pt x="735" y="23136"/>
                    <a:pt x="1114" y="23136"/>
                  </a:cubicBezTo>
                  <a:cubicBezTo>
                    <a:pt x="1963" y="23136"/>
                    <a:pt x="2823" y="22830"/>
                    <a:pt x="3533" y="22345"/>
                  </a:cubicBezTo>
                  <a:cubicBezTo>
                    <a:pt x="4556" y="21646"/>
                    <a:pt x="5308" y="20619"/>
                    <a:pt x="5951" y="19556"/>
                  </a:cubicBezTo>
                  <a:cubicBezTo>
                    <a:pt x="9470" y="13735"/>
                    <a:pt x="10158" y="6708"/>
                    <a:pt x="11672" y="73"/>
                  </a:cubicBezTo>
                  <a:cubicBezTo>
                    <a:pt x="11548" y="23"/>
                    <a:pt x="11419" y="0"/>
                    <a:pt x="11290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60"/>
          <p:cNvSpPr/>
          <p:nvPr/>
        </p:nvSpPr>
        <p:spPr>
          <a:xfrm rot="-5398613" flipH="1">
            <a:off x="4200300" y="-1281775"/>
            <a:ext cx="743400" cy="4197000"/>
          </a:xfrm>
          <a:prstGeom prst="parallelogram">
            <a:avLst>
              <a:gd name="adj" fmla="val 1848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7" name="Google Shape;1597;p60"/>
          <p:cNvSpPr/>
          <p:nvPr/>
        </p:nvSpPr>
        <p:spPr>
          <a:xfrm rot="-5224907" flipH="1">
            <a:off x="1176528" y="3757935"/>
            <a:ext cx="414488" cy="962307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598" name="Google Shape;1598;p60"/>
          <p:cNvSpPr/>
          <p:nvPr/>
        </p:nvSpPr>
        <p:spPr>
          <a:xfrm rot="-5224907" flipH="1">
            <a:off x="2737605" y="3771706"/>
            <a:ext cx="414488" cy="962307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599" name="Google Shape;1599;p60"/>
          <p:cNvSpPr/>
          <p:nvPr/>
        </p:nvSpPr>
        <p:spPr>
          <a:xfrm rot="-5224907" flipH="1">
            <a:off x="4327435" y="3761680"/>
            <a:ext cx="414488" cy="962307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600" name="Google Shape;1600;p60"/>
          <p:cNvSpPr/>
          <p:nvPr/>
        </p:nvSpPr>
        <p:spPr>
          <a:xfrm rot="-5224907" flipH="1">
            <a:off x="5888512" y="3786308"/>
            <a:ext cx="414488" cy="962307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601" name="Google Shape;1601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TOOLSTACK</a:t>
            </a:r>
            <a:r>
              <a:rPr lang="en" dirty="0"/>
              <a:t> </a:t>
            </a:r>
            <a:r>
              <a:rPr lang="en" b="1" dirty="0">
                <a:solidFill>
                  <a:schemeClr val="accent2"/>
                </a:solidFill>
              </a:rPr>
              <a:t>overview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603" name="Google Shape;1603;p60"/>
          <p:cNvSpPr txBox="1">
            <a:spLocks noGrp="1"/>
          </p:cNvSpPr>
          <p:nvPr>
            <p:ph type="subTitle" idx="4294967295"/>
          </p:nvPr>
        </p:nvSpPr>
        <p:spPr>
          <a:xfrm>
            <a:off x="997538" y="4168507"/>
            <a:ext cx="779661" cy="2510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latin typeface="Bahiana"/>
                <a:ea typeface="Bahiana"/>
                <a:cs typeface="Bahiana"/>
                <a:sym typeface="Bahiana"/>
              </a:rPr>
              <a:t>Discovery</a:t>
            </a:r>
            <a:endParaRPr sz="1600" dirty="0">
              <a:solidFill>
                <a:schemeClr val="dk2"/>
              </a:solidFill>
              <a:latin typeface="Bahiana"/>
              <a:ea typeface="Bahiana"/>
              <a:cs typeface="Bahiana"/>
              <a:sym typeface="Bahiana"/>
            </a:endParaRPr>
          </a:p>
        </p:txBody>
      </p:sp>
      <p:sp>
        <p:nvSpPr>
          <p:cNvPr id="1604" name="Google Shape;1604;p60"/>
          <p:cNvSpPr txBox="1">
            <a:spLocks noGrp="1"/>
          </p:cNvSpPr>
          <p:nvPr>
            <p:ph type="body" idx="4294967295"/>
          </p:nvPr>
        </p:nvSpPr>
        <p:spPr>
          <a:xfrm>
            <a:off x="892692" y="1549402"/>
            <a:ext cx="4796908" cy="16917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139700" indent="0">
              <a:buNone/>
            </a:pPr>
            <a:r>
              <a:rPr lang="en-US" b="1" dirty="0"/>
              <a:t>Recommended Tool Ecosystem</a:t>
            </a:r>
            <a:br>
              <a:rPr lang="en-US" b="1" dirty="0"/>
            </a:br>
            <a:endParaRPr lang="en-US" dirty="0"/>
          </a:p>
          <a:p>
            <a:pPr marL="139700" indent="0">
              <a:buNone/>
            </a:pPr>
            <a:r>
              <a:rPr lang="en-US" dirty="0"/>
              <a:t>• Discovery: TikTok Creative Center, YouGov</a:t>
            </a:r>
            <a:br>
              <a:rPr lang="en-US" dirty="0"/>
            </a:br>
            <a:r>
              <a:rPr lang="en-US" dirty="0"/>
              <a:t>• Analytics: Blinkfire, StreamHatchet, Tubular</a:t>
            </a:r>
            <a:br>
              <a:rPr lang="en-US" dirty="0"/>
            </a:br>
            <a:r>
              <a:rPr lang="en-US" dirty="0"/>
              <a:t>• CRM/Management: Aspire, CreatorIQ, HubSpot</a:t>
            </a:r>
            <a:br>
              <a:rPr lang="en-US" dirty="0"/>
            </a:br>
            <a:r>
              <a:rPr lang="en-US" dirty="0"/>
              <a:t>• Workflow: Airtable, Notion, Monday.com</a:t>
            </a:r>
            <a:br>
              <a:rPr lang="en-US" dirty="0"/>
            </a:br>
            <a:r>
              <a:rPr lang="en-US" dirty="0"/>
              <a:t>• Reporting: Looker Studio, Google Sheets</a:t>
            </a:r>
          </a:p>
        </p:txBody>
      </p:sp>
      <p:sp>
        <p:nvSpPr>
          <p:cNvPr id="1605" name="Google Shape;1605;p60"/>
          <p:cNvSpPr txBox="1">
            <a:spLocks noGrp="1"/>
          </p:cNvSpPr>
          <p:nvPr>
            <p:ph type="subTitle" idx="4294967295"/>
          </p:nvPr>
        </p:nvSpPr>
        <p:spPr>
          <a:xfrm>
            <a:off x="4244404" y="4173697"/>
            <a:ext cx="615386" cy="264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dirty="0">
                <a:latin typeface="Bahiana"/>
                <a:ea typeface="Bahiana"/>
                <a:cs typeface="Bahiana"/>
                <a:sym typeface="Bahiana"/>
              </a:rPr>
              <a:t>CRM</a:t>
            </a:r>
            <a:endParaRPr sz="1800" dirty="0">
              <a:solidFill>
                <a:schemeClr val="dk2"/>
              </a:solidFill>
              <a:latin typeface="Bahiana"/>
              <a:ea typeface="Bahiana"/>
              <a:cs typeface="Bahiana"/>
              <a:sym typeface="Bahiana"/>
            </a:endParaRPr>
          </a:p>
        </p:txBody>
      </p:sp>
      <p:sp>
        <p:nvSpPr>
          <p:cNvPr id="1607" name="Google Shape;1607;p60"/>
          <p:cNvSpPr txBox="1">
            <a:spLocks noGrp="1"/>
          </p:cNvSpPr>
          <p:nvPr>
            <p:ph type="subTitle" idx="4294967295"/>
          </p:nvPr>
        </p:nvSpPr>
        <p:spPr>
          <a:xfrm>
            <a:off x="5674508" y="4144927"/>
            <a:ext cx="849168" cy="3540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>
                <a:latin typeface="Bahiana"/>
                <a:ea typeface="Bahiana"/>
                <a:cs typeface="Bahiana"/>
                <a:sym typeface="Bahiana"/>
              </a:rPr>
              <a:t>Workflow</a:t>
            </a:r>
            <a:endParaRPr sz="1600" dirty="0">
              <a:solidFill>
                <a:schemeClr val="dk2"/>
              </a:solidFill>
              <a:latin typeface="Bahiana"/>
              <a:ea typeface="Bahiana"/>
              <a:cs typeface="Bahiana"/>
              <a:sym typeface="Bahiana"/>
            </a:endParaRPr>
          </a:p>
        </p:txBody>
      </p:sp>
      <p:sp>
        <p:nvSpPr>
          <p:cNvPr id="1609" name="Google Shape;1609;p60"/>
          <p:cNvSpPr txBox="1">
            <a:spLocks noGrp="1"/>
          </p:cNvSpPr>
          <p:nvPr>
            <p:ph type="subTitle" idx="4294967295"/>
          </p:nvPr>
        </p:nvSpPr>
        <p:spPr>
          <a:xfrm>
            <a:off x="2524050" y="4173697"/>
            <a:ext cx="852598" cy="26485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latin typeface="Bahiana"/>
                <a:ea typeface="Bahiana"/>
                <a:cs typeface="Bahiana"/>
                <a:sym typeface="Bahiana"/>
              </a:rPr>
              <a:t>Analytics</a:t>
            </a:r>
            <a:endParaRPr sz="1600" dirty="0">
              <a:solidFill>
                <a:schemeClr val="dk2"/>
              </a:solidFill>
              <a:latin typeface="Bahiana"/>
              <a:ea typeface="Bahiana"/>
              <a:cs typeface="Bahiana"/>
              <a:sym typeface="Bahiana"/>
            </a:endParaRPr>
          </a:p>
        </p:txBody>
      </p:sp>
      <p:cxnSp>
        <p:nvCxnSpPr>
          <p:cNvPr id="1614" name="Google Shape;1614;p60"/>
          <p:cNvCxnSpPr>
            <a:cxnSpLocks/>
            <a:stCxn id="1597" idx="3"/>
          </p:cNvCxnSpPr>
          <p:nvPr/>
        </p:nvCxnSpPr>
        <p:spPr>
          <a:xfrm>
            <a:off x="1866252" y="4225317"/>
            <a:ext cx="605489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5" name="Google Shape;1615;p60"/>
          <p:cNvCxnSpPr>
            <a:cxnSpLocks/>
            <a:stCxn id="1598" idx="4"/>
            <a:endCxn id="1599" idx="1"/>
          </p:cNvCxnSpPr>
          <p:nvPr/>
        </p:nvCxnSpPr>
        <p:spPr>
          <a:xfrm flipV="1">
            <a:off x="3425379" y="4256605"/>
            <a:ext cx="626820" cy="20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6" name="Google Shape;1616;p60"/>
          <p:cNvCxnSpPr>
            <a:cxnSpLocks/>
          </p:cNvCxnSpPr>
          <p:nvPr/>
        </p:nvCxnSpPr>
        <p:spPr>
          <a:xfrm>
            <a:off x="5018545" y="4229062"/>
            <a:ext cx="593345" cy="48293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1600;p60">
            <a:extLst>
              <a:ext uri="{FF2B5EF4-FFF2-40B4-BE49-F238E27FC236}">
                <a16:creationId xmlns:a16="http://schemas.microsoft.com/office/drawing/2014/main" id="{DAF7D38C-EEAA-B13E-3CEC-66DECD650675}"/>
              </a:ext>
            </a:extLst>
          </p:cNvPr>
          <p:cNvSpPr/>
          <p:nvPr/>
        </p:nvSpPr>
        <p:spPr>
          <a:xfrm rot="-5224907" flipH="1">
            <a:off x="7478341" y="3757935"/>
            <a:ext cx="414488" cy="962307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50"/>
          </a:p>
        </p:txBody>
      </p:sp>
      <p:sp>
        <p:nvSpPr>
          <p:cNvPr id="12" name="Google Shape;1607;p60">
            <a:extLst>
              <a:ext uri="{FF2B5EF4-FFF2-40B4-BE49-F238E27FC236}">
                <a16:creationId xmlns:a16="http://schemas.microsoft.com/office/drawing/2014/main" id="{DBC040D5-0D5C-F67C-199A-780AC0D420F7}"/>
              </a:ext>
            </a:extLst>
          </p:cNvPr>
          <p:cNvSpPr txBox="1">
            <a:spLocks/>
          </p:cNvSpPr>
          <p:nvPr/>
        </p:nvSpPr>
        <p:spPr>
          <a:xfrm>
            <a:off x="7238859" y="4164202"/>
            <a:ext cx="893452" cy="283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ctr">
              <a:spcAft>
                <a:spcPts val="1200"/>
              </a:spcAft>
              <a:buFont typeface="Barlow"/>
              <a:buNone/>
            </a:pPr>
            <a:r>
              <a:rPr lang="en-US" sz="1600" dirty="0">
                <a:latin typeface="Bahiana"/>
                <a:ea typeface="Bahiana"/>
                <a:cs typeface="Bahiana"/>
                <a:sym typeface="Bahiana"/>
              </a:rPr>
              <a:t>Reporting</a:t>
            </a:r>
            <a:endParaRPr lang="en-US" sz="1600" dirty="0">
              <a:solidFill>
                <a:schemeClr val="dk2"/>
              </a:solidFill>
              <a:latin typeface="Bahiana"/>
              <a:ea typeface="Bahiana"/>
              <a:cs typeface="Bahiana"/>
              <a:sym typeface="Bahiana"/>
            </a:endParaRPr>
          </a:p>
        </p:txBody>
      </p:sp>
      <p:cxnSp>
        <p:nvCxnSpPr>
          <p:cNvPr id="13" name="Google Shape;1616;p60">
            <a:extLst>
              <a:ext uri="{FF2B5EF4-FFF2-40B4-BE49-F238E27FC236}">
                <a16:creationId xmlns:a16="http://schemas.microsoft.com/office/drawing/2014/main" id="{E408D193-4941-EAB0-0EB4-24E898292C99}"/>
              </a:ext>
            </a:extLst>
          </p:cNvPr>
          <p:cNvCxnSpPr>
            <a:cxnSpLocks/>
          </p:cNvCxnSpPr>
          <p:nvPr/>
        </p:nvCxnSpPr>
        <p:spPr>
          <a:xfrm flipV="1">
            <a:off x="6582751" y="4256605"/>
            <a:ext cx="622098" cy="207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596;p60">
            <a:extLst>
              <a:ext uri="{FF2B5EF4-FFF2-40B4-BE49-F238E27FC236}">
                <a16:creationId xmlns:a16="http://schemas.microsoft.com/office/drawing/2014/main" id="{27EB3001-A17C-3AAB-2693-CAA2618BAB79}"/>
              </a:ext>
            </a:extLst>
          </p:cNvPr>
          <p:cNvSpPr/>
          <p:nvPr/>
        </p:nvSpPr>
        <p:spPr>
          <a:xfrm rot="-5398613" flipH="1">
            <a:off x="3877920" y="-1888250"/>
            <a:ext cx="743400" cy="5340525"/>
          </a:xfrm>
          <a:prstGeom prst="parallelogram">
            <a:avLst>
              <a:gd name="adj" fmla="val 1848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09D3E-BF79-27A7-B801-EC7B77DF02F4}"/>
              </a:ext>
            </a:extLst>
          </p:cNvPr>
          <p:cNvSpPr txBox="1"/>
          <p:nvPr/>
        </p:nvSpPr>
        <p:spPr>
          <a:xfrm>
            <a:off x="1912241" y="458846"/>
            <a:ext cx="5569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22A44"/>
                </a:solidFill>
                <a:effectLst/>
                <a:uLnTx/>
                <a:uFillTx/>
                <a:latin typeface="Bahiana"/>
                <a:sym typeface="Bahiana"/>
              </a:rPr>
              <a:t>TOOLSTACK</a:t>
            </a:r>
            <a:r>
              <a:rPr kumimoji="0" lang="en" sz="3600" b="0" i="0" u="none" strike="noStrike" kern="0" cap="none" spc="0" normalizeH="0" baseline="0" noProof="0" dirty="0">
                <a:ln>
                  <a:noFill/>
                </a:ln>
                <a:solidFill>
                  <a:srgbClr val="022A44"/>
                </a:solidFill>
                <a:effectLst/>
                <a:uLnTx/>
                <a:uFillTx/>
                <a:latin typeface="Bahiana"/>
                <a:sym typeface="Bahiana"/>
              </a:rPr>
              <a:t> </a:t>
            </a:r>
            <a:r>
              <a:rPr lang="en" sz="3600" b="1" dirty="0">
                <a:solidFill>
                  <a:srgbClr val="4E93B3"/>
                </a:solidFill>
                <a:latin typeface="Bahiana"/>
                <a:sym typeface="Bahiana"/>
              </a:rPr>
              <a:t>architecture &amp; rationale</a:t>
            </a:r>
            <a:endParaRPr lang="en-US" dirty="0"/>
          </a:p>
        </p:txBody>
      </p:sp>
      <p:sp>
        <p:nvSpPr>
          <p:cNvPr id="8" name="Google Shape;1604;p60">
            <a:extLst>
              <a:ext uri="{FF2B5EF4-FFF2-40B4-BE49-F238E27FC236}">
                <a16:creationId xmlns:a16="http://schemas.microsoft.com/office/drawing/2014/main" id="{FF23619A-D40E-FE18-FA27-407931BC541C}"/>
              </a:ext>
            </a:extLst>
          </p:cNvPr>
          <p:cNvSpPr txBox="1">
            <a:spLocks/>
          </p:cNvSpPr>
          <p:nvPr/>
        </p:nvSpPr>
        <p:spPr>
          <a:xfrm>
            <a:off x="560183" y="1493984"/>
            <a:ext cx="3900981" cy="169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>
              <a:buNone/>
            </a:pPr>
            <a:br>
              <a:rPr lang="en-US" b="1" dirty="0"/>
            </a:br>
            <a:r>
              <a:rPr lang="en-US" b="1" dirty="0"/>
              <a:t>End-to-End Framework</a:t>
            </a:r>
          </a:p>
          <a:p>
            <a:pPr>
              <a:buNone/>
            </a:pPr>
            <a:br>
              <a:rPr lang="en-US" b="1" dirty="0"/>
            </a:br>
            <a:r>
              <a:rPr lang="en-US" dirty="0"/>
              <a:t>• Creator Discovery Layer</a:t>
            </a:r>
            <a:br>
              <a:rPr lang="en-US" dirty="0"/>
            </a:br>
            <a:r>
              <a:rPr lang="en-US" dirty="0"/>
              <a:t>• Talent &amp; Contract Management</a:t>
            </a:r>
            <a:br>
              <a:rPr lang="en-US" dirty="0"/>
            </a:br>
            <a:r>
              <a:rPr lang="en-US" dirty="0"/>
              <a:t>• Cross-Platform Analytics</a:t>
            </a:r>
            <a:br>
              <a:rPr lang="en-US" dirty="0"/>
            </a:br>
            <a:r>
              <a:rPr lang="en-US" dirty="0"/>
              <a:t>• Content Workflow &amp; Project Tracking</a:t>
            </a:r>
            <a:br>
              <a:rPr lang="en-US" dirty="0"/>
            </a:br>
            <a:r>
              <a:rPr lang="en-US" dirty="0"/>
              <a:t>• Automated Reporting &amp; Media Value</a:t>
            </a:r>
          </a:p>
        </p:txBody>
      </p:sp>
      <p:sp>
        <p:nvSpPr>
          <p:cNvPr id="11" name="Google Shape;1604;p60">
            <a:extLst>
              <a:ext uri="{FF2B5EF4-FFF2-40B4-BE49-F238E27FC236}">
                <a16:creationId xmlns:a16="http://schemas.microsoft.com/office/drawing/2014/main" id="{1E0DED9E-764E-9D0E-4DCC-04AA0583732E}"/>
              </a:ext>
            </a:extLst>
          </p:cNvPr>
          <p:cNvSpPr txBox="1">
            <a:spLocks/>
          </p:cNvSpPr>
          <p:nvPr/>
        </p:nvSpPr>
        <p:spPr>
          <a:xfrm>
            <a:off x="4249620" y="1584039"/>
            <a:ext cx="3900981" cy="169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>
              <a:buNone/>
            </a:pPr>
            <a:r>
              <a:rPr lang="en-US" b="1" dirty="0"/>
              <a:t>          Why This Stack Works for FaZe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         </a:t>
            </a:r>
            <a:r>
              <a:rPr lang="en-US" dirty="0"/>
              <a:t>• Scales across 200M+ fan ecosystem</a:t>
            </a:r>
            <a:br>
              <a:rPr lang="en-US" dirty="0"/>
            </a:br>
            <a:r>
              <a:rPr lang="en-US" dirty="0"/>
              <a:t>• Enables fast performance insights</a:t>
            </a:r>
            <a:br>
              <a:rPr lang="en-US" dirty="0"/>
            </a:br>
            <a:r>
              <a:rPr lang="en-US" dirty="0"/>
              <a:t>• Improves brand deal reporting</a:t>
            </a:r>
            <a:br>
              <a:rPr lang="en-US" dirty="0"/>
            </a:br>
            <a:r>
              <a:rPr lang="en-US" dirty="0"/>
              <a:t>• Reduces manual data cleanup</a:t>
            </a:r>
            <a:br>
              <a:rPr lang="en-US" dirty="0"/>
            </a:br>
            <a:r>
              <a:rPr lang="en-US" dirty="0"/>
              <a:t>• Aligns FaZe with UTA/Night Media standards</a:t>
            </a:r>
          </a:p>
        </p:txBody>
      </p:sp>
    </p:spTree>
    <p:extLst>
      <p:ext uri="{BB962C8B-B14F-4D97-AF65-F5344CB8AC3E}">
        <p14:creationId xmlns:p14="http://schemas.microsoft.com/office/powerpoint/2010/main" val="2934379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64"/>
          <p:cNvSpPr/>
          <p:nvPr/>
        </p:nvSpPr>
        <p:spPr>
          <a:xfrm rot="2700000">
            <a:off x="-1753922" y="1251012"/>
            <a:ext cx="3199481" cy="2668205"/>
          </a:xfrm>
          <a:custGeom>
            <a:avLst/>
            <a:gdLst/>
            <a:ahLst/>
            <a:cxnLst/>
            <a:rect l="l" t="t" r="r" b="b"/>
            <a:pathLst>
              <a:path w="108768" h="76470" extrusionOk="0">
                <a:moveTo>
                  <a:pt x="52827" y="0"/>
                </a:moveTo>
                <a:cubicBezTo>
                  <a:pt x="50949" y="0"/>
                  <a:pt x="49060" y="367"/>
                  <a:pt x="47233" y="862"/>
                </a:cubicBezTo>
                <a:cubicBezTo>
                  <a:pt x="33779" y="4502"/>
                  <a:pt x="22916" y="14682"/>
                  <a:pt x="13486" y="25310"/>
                </a:cubicBezTo>
                <a:cubicBezTo>
                  <a:pt x="10471" y="28708"/>
                  <a:pt x="7470" y="32307"/>
                  <a:pt x="6008" y="36676"/>
                </a:cubicBezTo>
                <a:cubicBezTo>
                  <a:pt x="1864" y="49045"/>
                  <a:pt x="649" y="63387"/>
                  <a:pt x="1" y="76466"/>
                </a:cubicBezTo>
                <a:lnTo>
                  <a:pt x="100818" y="76470"/>
                </a:lnTo>
                <a:lnTo>
                  <a:pt x="103600" y="76117"/>
                </a:lnTo>
                <a:cubicBezTo>
                  <a:pt x="105447" y="72828"/>
                  <a:pt x="107320" y="69461"/>
                  <a:pt x="108043" y="65727"/>
                </a:cubicBezTo>
                <a:cubicBezTo>
                  <a:pt x="108768" y="61992"/>
                  <a:pt x="108141" y="57757"/>
                  <a:pt x="105539" y="55079"/>
                </a:cubicBezTo>
                <a:cubicBezTo>
                  <a:pt x="104287" y="53788"/>
                  <a:pt x="102668" y="52939"/>
                  <a:pt x="101373" y="51694"/>
                </a:cubicBezTo>
                <a:cubicBezTo>
                  <a:pt x="98114" y="48557"/>
                  <a:pt x="97429" y="43482"/>
                  <a:pt x="97533" y="38862"/>
                </a:cubicBezTo>
                <a:cubicBezTo>
                  <a:pt x="97639" y="34245"/>
                  <a:pt x="98314" y="29503"/>
                  <a:pt x="97016" y="25084"/>
                </a:cubicBezTo>
                <a:cubicBezTo>
                  <a:pt x="95485" y="19868"/>
                  <a:pt x="91275" y="15782"/>
                  <a:pt x="86417" y="13726"/>
                </a:cubicBezTo>
                <a:cubicBezTo>
                  <a:pt x="83232" y="12379"/>
                  <a:pt x="79800" y="11828"/>
                  <a:pt x="76350" y="11828"/>
                </a:cubicBezTo>
                <a:cubicBezTo>
                  <a:pt x="74540" y="11828"/>
                  <a:pt x="72726" y="11980"/>
                  <a:pt x="70940" y="12247"/>
                </a:cubicBezTo>
                <a:cubicBezTo>
                  <a:pt x="69956" y="12395"/>
                  <a:pt x="68917" y="12564"/>
                  <a:pt x="67914" y="12564"/>
                </a:cubicBezTo>
                <a:cubicBezTo>
                  <a:pt x="66819" y="12564"/>
                  <a:pt x="65767" y="12362"/>
                  <a:pt x="64880" y="11710"/>
                </a:cubicBezTo>
                <a:cubicBezTo>
                  <a:pt x="62781" y="10166"/>
                  <a:pt x="62730" y="6991"/>
                  <a:pt x="61521" y="4631"/>
                </a:cubicBezTo>
                <a:cubicBezTo>
                  <a:pt x="60272" y="2191"/>
                  <a:pt x="57728" y="674"/>
                  <a:pt x="55112" y="199"/>
                </a:cubicBezTo>
                <a:cubicBezTo>
                  <a:pt x="54355" y="61"/>
                  <a:pt x="53592" y="0"/>
                  <a:pt x="52827" y="0"/>
                </a:cubicBezTo>
                <a:close/>
              </a:path>
            </a:pathLst>
          </a:custGeom>
          <a:solidFill>
            <a:srgbClr val="FEFE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3" name="Google Shape;1813;p64"/>
          <p:cNvSpPr/>
          <p:nvPr/>
        </p:nvSpPr>
        <p:spPr>
          <a:xfrm rot="-5090153" flipH="1">
            <a:off x="5130729" y="373159"/>
            <a:ext cx="1796492" cy="4660781"/>
          </a:xfrm>
          <a:prstGeom prst="parallelogram">
            <a:avLst>
              <a:gd name="adj" fmla="val 22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64"/>
          <p:cNvSpPr txBox="1">
            <a:spLocks noGrp="1"/>
          </p:cNvSpPr>
          <p:nvPr>
            <p:ph type="title"/>
          </p:nvPr>
        </p:nvSpPr>
        <p:spPr>
          <a:xfrm>
            <a:off x="3708625" y="2276400"/>
            <a:ext cx="4640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</a:t>
            </a:r>
            <a:r>
              <a:rPr lang="en" dirty="0"/>
              <a:t>reator </a:t>
            </a:r>
            <a:r>
              <a:rPr lang="en" b="1" dirty="0">
                <a:solidFill>
                  <a:schemeClr val="accent2"/>
                </a:solidFill>
              </a:rPr>
              <a:t>scouting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816" name="Google Shape;1816;p64"/>
          <p:cNvSpPr txBox="1">
            <a:spLocks noGrp="1"/>
          </p:cNvSpPr>
          <p:nvPr>
            <p:ph type="title" idx="2"/>
          </p:nvPr>
        </p:nvSpPr>
        <p:spPr>
          <a:xfrm>
            <a:off x="6081275" y="1011848"/>
            <a:ext cx="20997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grpSp>
        <p:nvGrpSpPr>
          <p:cNvPr id="1818" name="Google Shape;1818;p64"/>
          <p:cNvGrpSpPr/>
          <p:nvPr/>
        </p:nvGrpSpPr>
        <p:grpSpPr>
          <a:xfrm>
            <a:off x="-1034272" y="1108010"/>
            <a:ext cx="4415676" cy="3486605"/>
            <a:chOff x="-1206662" y="975960"/>
            <a:chExt cx="4583430" cy="3619063"/>
          </a:xfrm>
        </p:grpSpPr>
        <p:sp>
          <p:nvSpPr>
            <p:cNvPr id="1819" name="Google Shape;1819;p64"/>
            <p:cNvSpPr/>
            <p:nvPr/>
          </p:nvSpPr>
          <p:spPr>
            <a:xfrm>
              <a:off x="777859" y="3449121"/>
              <a:ext cx="672148" cy="864252"/>
            </a:xfrm>
            <a:custGeom>
              <a:avLst/>
              <a:gdLst/>
              <a:ahLst/>
              <a:cxnLst/>
              <a:rect l="l" t="t" r="r" b="b"/>
              <a:pathLst>
                <a:path w="15388" h="19786" extrusionOk="0">
                  <a:moveTo>
                    <a:pt x="0" y="1"/>
                  </a:moveTo>
                  <a:lnTo>
                    <a:pt x="0" y="19786"/>
                  </a:lnTo>
                  <a:lnTo>
                    <a:pt x="15388" y="19786"/>
                  </a:lnTo>
                  <a:lnTo>
                    <a:pt x="15388" y="1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64"/>
            <p:cNvSpPr/>
            <p:nvPr/>
          </p:nvSpPr>
          <p:spPr>
            <a:xfrm>
              <a:off x="856920" y="3488040"/>
              <a:ext cx="268588" cy="256533"/>
            </a:xfrm>
            <a:custGeom>
              <a:avLst/>
              <a:gdLst/>
              <a:ahLst/>
              <a:cxnLst/>
              <a:rect l="l" t="t" r="r" b="b"/>
              <a:pathLst>
                <a:path w="6149" h="5873" extrusionOk="0">
                  <a:moveTo>
                    <a:pt x="572" y="0"/>
                  </a:moveTo>
                  <a:cubicBezTo>
                    <a:pt x="255" y="0"/>
                    <a:pt x="0" y="255"/>
                    <a:pt x="0" y="572"/>
                  </a:cubicBezTo>
                  <a:lnTo>
                    <a:pt x="0" y="5301"/>
                  </a:lnTo>
                  <a:cubicBezTo>
                    <a:pt x="0" y="5617"/>
                    <a:pt x="255" y="5872"/>
                    <a:pt x="572" y="5872"/>
                  </a:cubicBezTo>
                  <a:lnTo>
                    <a:pt x="5577" y="5872"/>
                  </a:lnTo>
                  <a:cubicBezTo>
                    <a:pt x="5894" y="5872"/>
                    <a:pt x="6149" y="5617"/>
                    <a:pt x="6149" y="5301"/>
                  </a:cubicBezTo>
                  <a:lnTo>
                    <a:pt x="6149" y="572"/>
                  </a:lnTo>
                  <a:cubicBezTo>
                    <a:pt x="6149" y="255"/>
                    <a:pt x="5894" y="0"/>
                    <a:pt x="5577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64"/>
            <p:cNvSpPr/>
            <p:nvPr/>
          </p:nvSpPr>
          <p:spPr>
            <a:xfrm>
              <a:off x="859541" y="3495204"/>
              <a:ext cx="251684" cy="242206"/>
            </a:xfrm>
            <a:custGeom>
              <a:avLst/>
              <a:gdLst/>
              <a:ahLst/>
              <a:cxnLst/>
              <a:rect l="l" t="t" r="r" b="b"/>
              <a:pathLst>
                <a:path w="5762" h="5545" extrusionOk="0">
                  <a:moveTo>
                    <a:pt x="2990" y="499"/>
                  </a:moveTo>
                  <a:cubicBezTo>
                    <a:pt x="4244" y="501"/>
                    <a:pt x="5260" y="1517"/>
                    <a:pt x="5262" y="2771"/>
                  </a:cubicBezTo>
                  <a:cubicBezTo>
                    <a:pt x="5262" y="3691"/>
                    <a:pt x="4709" y="4519"/>
                    <a:pt x="3858" y="4873"/>
                  </a:cubicBezTo>
                  <a:cubicBezTo>
                    <a:pt x="3578" y="4989"/>
                    <a:pt x="3283" y="5045"/>
                    <a:pt x="2991" y="5045"/>
                  </a:cubicBezTo>
                  <a:cubicBezTo>
                    <a:pt x="2399" y="5045"/>
                    <a:pt x="1817" y="4814"/>
                    <a:pt x="1382" y="4379"/>
                  </a:cubicBezTo>
                  <a:cubicBezTo>
                    <a:pt x="732" y="3729"/>
                    <a:pt x="537" y="2751"/>
                    <a:pt x="891" y="1903"/>
                  </a:cubicBezTo>
                  <a:cubicBezTo>
                    <a:pt x="1242" y="1053"/>
                    <a:pt x="2070" y="499"/>
                    <a:pt x="2990" y="499"/>
                  </a:cubicBezTo>
                  <a:close/>
                  <a:moveTo>
                    <a:pt x="2991" y="0"/>
                  </a:moveTo>
                  <a:cubicBezTo>
                    <a:pt x="2270" y="0"/>
                    <a:pt x="1560" y="282"/>
                    <a:pt x="1029" y="812"/>
                  </a:cubicBezTo>
                  <a:cubicBezTo>
                    <a:pt x="237" y="1604"/>
                    <a:pt x="0" y="2797"/>
                    <a:pt x="428" y="3833"/>
                  </a:cubicBezTo>
                  <a:cubicBezTo>
                    <a:pt x="858" y="4869"/>
                    <a:pt x="1868" y="5544"/>
                    <a:pt x="2990" y="5544"/>
                  </a:cubicBezTo>
                  <a:cubicBezTo>
                    <a:pt x="4519" y="5543"/>
                    <a:pt x="5759" y="4303"/>
                    <a:pt x="5761" y="2771"/>
                  </a:cubicBezTo>
                  <a:cubicBezTo>
                    <a:pt x="5761" y="1652"/>
                    <a:pt x="5086" y="639"/>
                    <a:pt x="4050" y="211"/>
                  </a:cubicBezTo>
                  <a:cubicBezTo>
                    <a:pt x="3707" y="69"/>
                    <a:pt x="3348" y="0"/>
                    <a:pt x="2991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64"/>
            <p:cNvSpPr/>
            <p:nvPr/>
          </p:nvSpPr>
          <p:spPr>
            <a:xfrm>
              <a:off x="908506" y="3533162"/>
              <a:ext cx="166508" cy="169085"/>
            </a:xfrm>
            <a:custGeom>
              <a:avLst/>
              <a:gdLst/>
              <a:ahLst/>
              <a:cxnLst/>
              <a:rect l="l" t="t" r="r" b="b"/>
              <a:pathLst>
                <a:path w="3812" h="3871" extrusionOk="0">
                  <a:moveTo>
                    <a:pt x="1800" y="1"/>
                  </a:moveTo>
                  <a:cubicBezTo>
                    <a:pt x="1381" y="1"/>
                    <a:pt x="961" y="135"/>
                    <a:pt x="634" y="398"/>
                  </a:cubicBezTo>
                  <a:cubicBezTo>
                    <a:pt x="514" y="495"/>
                    <a:pt x="403" y="611"/>
                    <a:pt x="354" y="755"/>
                  </a:cubicBezTo>
                  <a:cubicBezTo>
                    <a:pt x="252" y="1050"/>
                    <a:pt x="458" y="1334"/>
                    <a:pt x="722" y="1498"/>
                  </a:cubicBezTo>
                  <a:cubicBezTo>
                    <a:pt x="984" y="1664"/>
                    <a:pt x="1294" y="1542"/>
                    <a:pt x="1589" y="1717"/>
                  </a:cubicBezTo>
                  <a:lnTo>
                    <a:pt x="1459" y="1893"/>
                  </a:lnTo>
                  <a:cubicBezTo>
                    <a:pt x="1307" y="1965"/>
                    <a:pt x="1095" y="1985"/>
                    <a:pt x="898" y="1985"/>
                  </a:cubicBezTo>
                  <a:cubicBezTo>
                    <a:pt x="806" y="1985"/>
                    <a:pt x="716" y="1980"/>
                    <a:pt x="638" y="1975"/>
                  </a:cubicBezTo>
                  <a:cubicBezTo>
                    <a:pt x="562" y="1969"/>
                    <a:pt x="480" y="1960"/>
                    <a:pt x="401" y="1960"/>
                  </a:cubicBezTo>
                  <a:cubicBezTo>
                    <a:pt x="286" y="1960"/>
                    <a:pt x="176" y="1981"/>
                    <a:pt x="103" y="2066"/>
                  </a:cubicBezTo>
                  <a:cubicBezTo>
                    <a:pt x="1" y="2185"/>
                    <a:pt x="32" y="2367"/>
                    <a:pt x="83" y="2514"/>
                  </a:cubicBezTo>
                  <a:cubicBezTo>
                    <a:pt x="270" y="3046"/>
                    <a:pt x="645" y="3490"/>
                    <a:pt x="1137" y="3765"/>
                  </a:cubicBezTo>
                  <a:cubicBezTo>
                    <a:pt x="1228" y="3814"/>
                    <a:pt x="1324" y="3858"/>
                    <a:pt x="1426" y="3869"/>
                  </a:cubicBezTo>
                  <a:cubicBezTo>
                    <a:pt x="1439" y="3870"/>
                    <a:pt x="1452" y="3871"/>
                    <a:pt x="1465" y="3871"/>
                  </a:cubicBezTo>
                  <a:cubicBezTo>
                    <a:pt x="1557" y="3871"/>
                    <a:pt x="1650" y="3841"/>
                    <a:pt x="1709" y="3772"/>
                  </a:cubicBezTo>
                  <a:cubicBezTo>
                    <a:pt x="1798" y="3672"/>
                    <a:pt x="1796" y="3525"/>
                    <a:pt x="1789" y="3390"/>
                  </a:cubicBezTo>
                  <a:lnTo>
                    <a:pt x="1756" y="2822"/>
                  </a:lnTo>
                  <a:cubicBezTo>
                    <a:pt x="1749" y="2704"/>
                    <a:pt x="1761" y="2554"/>
                    <a:pt x="1873" y="2514"/>
                  </a:cubicBezTo>
                  <a:cubicBezTo>
                    <a:pt x="1889" y="2508"/>
                    <a:pt x="1905" y="2506"/>
                    <a:pt x="1921" y="2506"/>
                  </a:cubicBezTo>
                  <a:cubicBezTo>
                    <a:pt x="2006" y="2506"/>
                    <a:pt x="2087" y="2579"/>
                    <a:pt x="2140" y="2653"/>
                  </a:cubicBezTo>
                  <a:cubicBezTo>
                    <a:pt x="2259" y="2809"/>
                    <a:pt x="2348" y="2988"/>
                    <a:pt x="2402" y="3175"/>
                  </a:cubicBezTo>
                  <a:cubicBezTo>
                    <a:pt x="2444" y="3321"/>
                    <a:pt x="2483" y="3494"/>
                    <a:pt x="2621" y="3554"/>
                  </a:cubicBezTo>
                  <a:cubicBezTo>
                    <a:pt x="2654" y="3568"/>
                    <a:pt x="2687" y="3574"/>
                    <a:pt x="2721" y="3574"/>
                  </a:cubicBezTo>
                  <a:cubicBezTo>
                    <a:pt x="2809" y="3574"/>
                    <a:pt x="2899" y="3534"/>
                    <a:pt x="2976" y="3486"/>
                  </a:cubicBezTo>
                  <a:cubicBezTo>
                    <a:pt x="3491" y="3177"/>
                    <a:pt x="3812" y="2572"/>
                    <a:pt x="3779" y="1973"/>
                  </a:cubicBezTo>
                  <a:cubicBezTo>
                    <a:pt x="3772" y="1820"/>
                    <a:pt x="3739" y="1662"/>
                    <a:pt x="3659" y="1529"/>
                  </a:cubicBezTo>
                  <a:cubicBezTo>
                    <a:pt x="3579" y="1394"/>
                    <a:pt x="3448" y="1287"/>
                    <a:pt x="3293" y="1263"/>
                  </a:cubicBezTo>
                  <a:cubicBezTo>
                    <a:pt x="3276" y="1261"/>
                    <a:pt x="3259" y="1259"/>
                    <a:pt x="3243" y="1259"/>
                  </a:cubicBezTo>
                  <a:cubicBezTo>
                    <a:pt x="3088" y="1259"/>
                    <a:pt x="2953" y="1367"/>
                    <a:pt x="2810" y="1440"/>
                  </a:cubicBezTo>
                  <a:cubicBezTo>
                    <a:pt x="2592" y="1550"/>
                    <a:pt x="2402" y="1733"/>
                    <a:pt x="2146" y="1733"/>
                  </a:cubicBezTo>
                  <a:cubicBezTo>
                    <a:pt x="2118" y="1733"/>
                    <a:pt x="2090" y="1730"/>
                    <a:pt x="2060" y="1726"/>
                  </a:cubicBezTo>
                  <a:cubicBezTo>
                    <a:pt x="2122" y="1556"/>
                    <a:pt x="2264" y="1418"/>
                    <a:pt x="2415" y="1322"/>
                  </a:cubicBezTo>
                  <a:cubicBezTo>
                    <a:pt x="2568" y="1225"/>
                    <a:pt x="2734" y="1205"/>
                    <a:pt x="2865" y="1081"/>
                  </a:cubicBezTo>
                  <a:cubicBezTo>
                    <a:pt x="2996" y="957"/>
                    <a:pt x="3089" y="775"/>
                    <a:pt x="3045" y="600"/>
                  </a:cubicBezTo>
                  <a:cubicBezTo>
                    <a:pt x="3007" y="444"/>
                    <a:pt x="2872" y="331"/>
                    <a:pt x="2734" y="249"/>
                  </a:cubicBezTo>
                  <a:cubicBezTo>
                    <a:pt x="2452" y="82"/>
                    <a:pt x="2126" y="1"/>
                    <a:pt x="1800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64"/>
            <p:cNvSpPr/>
            <p:nvPr/>
          </p:nvSpPr>
          <p:spPr>
            <a:xfrm>
              <a:off x="2567552" y="2996291"/>
              <a:ext cx="100813" cy="1280610"/>
            </a:xfrm>
            <a:custGeom>
              <a:avLst/>
              <a:gdLst/>
              <a:ahLst/>
              <a:cxnLst/>
              <a:rect l="l" t="t" r="r" b="b"/>
              <a:pathLst>
                <a:path w="2308" h="29318" extrusionOk="0">
                  <a:moveTo>
                    <a:pt x="0" y="0"/>
                  </a:moveTo>
                  <a:lnTo>
                    <a:pt x="0" y="29317"/>
                  </a:lnTo>
                  <a:lnTo>
                    <a:pt x="2307" y="29317"/>
                  </a:lnTo>
                  <a:lnTo>
                    <a:pt x="2307" y="0"/>
                  </a:ln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64"/>
            <p:cNvSpPr/>
            <p:nvPr/>
          </p:nvSpPr>
          <p:spPr>
            <a:xfrm>
              <a:off x="2045969" y="4114106"/>
              <a:ext cx="629123" cy="200884"/>
            </a:xfrm>
            <a:custGeom>
              <a:avLst/>
              <a:gdLst/>
              <a:ahLst/>
              <a:cxnLst/>
              <a:rect l="l" t="t" r="r" b="b"/>
              <a:pathLst>
                <a:path w="14403" h="4599" extrusionOk="0">
                  <a:moveTo>
                    <a:pt x="13398" y="1"/>
                  </a:moveTo>
                  <a:lnTo>
                    <a:pt x="139" y="3387"/>
                  </a:lnTo>
                  <a:lnTo>
                    <a:pt x="0" y="4598"/>
                  </a:lnTo>
                  <a:lnTo>
                    <a:pt x="14403" y="3362"/>
                  </a:lnTo>
                  <a:lnTo>
                    <a:pt x="13398" y="1"/>
                  </a:ln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64"/>
            <p:cNvSpPr/>
            <p:nvPr/>
          </p:nvSpPr>
          <p:spPr>
            <a:xfrm>
              <a:off x="2571352" y="4114106"/>
              <a:ext cx="629254" cy="200884"/>
            </a:xfrm>
            <a:custGeom>
              <a:avLst/>
              <a:gdLst/>
              <a:ahLst/>
              <a:cxnLst/>
              <a:rect l="l" t="t" r="r" b="b"/>
              <a:pathLst>
                <a:path w="14406" h="4599" extrusionOk="0">
                  <a:moveTo>
                    <a:pt x="1006" y="1"/>
                  </a:moveTo>
                  <a:lnTo>
                    <a:pt x="1" y="3362"/>
                  </a:lnTo>
                  <a:lnTo>
                    <a:pt x="14405" y="4598"/>
                  </a:lnTo>
                  <a:lnTo>
                    <a:pt x="14265" y="3387"/>
                  </a:lnTo>
                  <a:lnTo>
                    <a:pt x="1006" y="1"/>
                  </a:ln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64"/>
            <p:cNvSpPr/>
            <p:nvPr/>
          </p:nvSpPr>
          <p:spPr>
            <a:xfrm>
              <a:off x="2043348" y="4263316"/>
              <a:ext cx="143096" cy="137723"/>
            </a:xfrm>
            <a:custGeom>
              <a:avLst/>
              <a:gdLst/>
              <a:ahLst/>
              <a:cxnLst/>
              <a:rect l="l" t="t" r="r" b="b"/>
              <a:pathLst>
                <a:path w="3276" h="3153" extrusionOk="0">
                  <a:moveTo>
                    <a:pt x="1701" y="1"/>
                  </a:moveTo>
                  <a:cubicBezTo>
                    <a:pt x="1062" y="1"/>
                    <a:pt x="488" y="383"/>
                    <a:pt x="244" y="973"/>
                  </a:cubicBezTo>
                  <a:cubicBezTo>
                    <a:pt x="0" y="1561"/>
                    <a:pt x="135" y="2240"/>
                    <a:pt x="585" y="2690"/>
                  </a:cubicBezTo>
                  <a:cubicBezTo>
                    <a:pt x="887" y="2992"/>
                    <a:pt x="1290" y="3152"/>
                    <a:pt x="1700" y="3152"/>
                  </a:cubicBezTo>
                  <a:cubicBezTo>
                    <a:pt x="1903" y="3152"/>
                    <a:pt x="2108" y="3113"/>
                    <a:pt x="2303" y="3032"/>
                  </a:cubicBezTo>
                  <a:cubicBezTo>
                    <a:pt x="2892" y="2788"/>
                    <a:pt x="3276" y="2213"/>
                    <a:pt x="3276" y="1576"/>
                  </a:cubicBezTo>
                  <a:cubicBezTo>
                    <a:pt x="3276" y="705"/>
                    <a:pt x="2571" y="1"/>
                    <a:pt x="1701" y="1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64"/>
            <p:cNvSpPr/>
            <p:nvPr/>
          </p:nvSpPr>
          <p:spPr>
            <a:xfrm>
              <a:off x="3045280" y="4263316"/>
              <a:ext cx="143139" cy="137723"/>
            </a:xfrm>
            <a:custGeom>
              <a:avLst/>
              <a:gdLst/>
              <a:ahLst/>
              <a:cxnLst/>
              <a:rect l="l" t="t" r="r" b="b"/>
              <a:pathLst>
                <a:path w="3277" h="3153" extrusionOk="0">
                  <a:moveTo>
                    <a:pt x="1701" y="1"/>
                  </a:moveTo>
                  <a:cubicBezTo>
                    <a:pt x="1064" y="1"/>
                    <a:pt x="489" y="383"/>
                    <a:pt x="245" y="973"/>
                  </a:cubicBezTo>
                  <a:cubicBezTo>
                    <a:pt x="1" y="1561"/>
                    <a:pt x="137" y="2240"/>
                    <a:pt x="587" y="2690"/>
                  </a:cubicBezTo>
                  <a:cubicBezTo>
                    <a:pt x="889" y="2992"/>
                    <a:pt x="1292" y="3152"/>
                    <a:pt x="1702" y="3152"/>
                  </a:cubicBezTo>
                  <a:cubicBezTo>
                    <a:pt x="1905" y="3152"/>
                    <a:pt x="2109" y="3113"/>
                    <a:pt x="2304" y="3032"/>
                  </a:cubicBezTo>
                  <a:cubicBezTo>
                    <a:pt x="2894" y="2788"/>
                    <a:pt x="3276" y="2213"/>
                    <a:pt x="3276" y="1576"/>
                  </a:cubicBezTo>
                  <a:cubicBezTo>
                    <a:pt x="3276" y="705"/>
                    <a:pt x="2572" y="1"/>
                    <a:pt x="1701" y="1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64"/>
            <p:cNvSpPr/>
            <p:nvPr/>
          </p:nvSpPr>
          <p:spPr>
            <a:xfrm>
              <a:off x="2456343" y="4209808"/>
              <a:ext cx="143227" cy="137679"/>
            </a:xfrm>
            <a:custGeom>
              <a:avLst/>
              <a:gdLst/>
              <a:ahLst/>
              <a:cxnLst/>
              <a:rect l="l" t="t" r="r" b="b"/>
              <a:pathLst>
                <a:path w="3279" h="3152" extrusionOk="0">
                  <a:moveTo>
                    <a:pt x="1705" y="0"/>
                  </a:moveTo>
                  <a:cubicBezTo>
                    <a:pt x="1703" y="0"/>
                    <a:pt x="1702" y="0"/>
                    <a:pt x="1701" y="0"/>
                  </a:cubicBezTo>
                  <a:cubicBezTo>
                    <a:pt x="1064" y="0"/>
                    <a:pt x="489" y="383"/>
                    <a:pt x="245" y="973"/>
                  </a:cubicBezTo>
                  <a:cubicBezTo>
                    <a:pt x="1" y="1561"/>
                    <a:pt x="137" y="2238"/>
                    <a:pt x="587" y="2690"/>
                  </a:cubicBezTo>
                  <a:cubicBezTo>
                    <a:pt x="889" y="2991"/>
                    <a:pt x="1293" y="3152"/>
                    <a:pt x="1703" y="3152"/>
                  </a:cubicBezTo>
                  <a:cubicBezTo>
                    <a:pt x="1906" y="3152"/>
                    <a:pt x="2110" y="3112"/>
                    <a:pt x="2304" y="3032"/>
                  </a:cubicBezTo>
                  <a:cubicBezTo>
                    <a:pt x="2894" y="2788"/>
                    <a:pt x="3278" y="2213"/>
                    <a:pt x="3278" y="1575"/>
                  </a:cubicBezTo>
                  <a:cubicBezTo>
                    <a:pt x="3278" y="706"/>
                    <a:pt x="2573" y="0"/>
                    <a:pt x="1705" y="0"/>
                  </a:cubicBezTo>
                  <a:close/>
                </a:path>
              </a:pathLst>
            </a:custGeom>
            <a:solidFill>
              <a:srgbClr val="9B89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64"/>
            <p:cNvSpPr/>
            <p:nvPr/>
          </p:nvSpPr>
          <p:spPr>
            <a:xfrm>
              <a:off x="132130" y="2833845"/>
              <a:ext cx="49752" cy="1389286"/>
            </a:xfrm>
            <a:custGeom>
              <a:avLst/>
              <a:gdLst/>
              <a:ahLst/>
              <a:cxnLst/>
              <a:rect l="l" t="t" r="r" b="b"/>
              <a:pathLst>
                <a:path w="1139" h="31806" extrusionOk="0">
                  <a:moveTo>
                    <a:pt x="1" y="1"/>
                  </a:moveTo>
                  <a:lnTo>
                    <a:pt x="1" y="31805"/>
                  </a:lnTo>
                  <a:lnTo>
                    <a:pt x="1139" y="31805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64"/>
            <p:cNvSpPr/>
            <p:nvPr/>
          </p:nvSpPr>
          <p:spPr>
            <a:xfrm>
              <a:off x="1864697" y="2833845"/>
              <a:ext cx="49752" cy="1389286"/>
            </a:xfrm>
            <a:custGeom>
              <a:avLst/>
              <a:gdLst/>
              <a:ahLst/>
              <a:cxnLst/>
              <a:rect l="l" t="t" r="r" b="b"/>
              <a:pathLst>
                <a:path w="1139" h="31806" extrusionOk="0">
                  <a:moveTo>
                    <a:pt x="1" y="1"/>
                  </a:moveTo>
                  <a:lnTo>
                    <a:pt x="1" y="31805"/>
                  </a:lnTo>
                  <a:lnTo>
                    <a:pt x="1139" y="31805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64"/>
            <p:cNvSpPr/>
            <p:nvPr/>
          </p:nvSpPr>
          <p:spPr>
            <a:xfrm>
              <a:off x="1743572" y="1874632"/>
              <a:ext cx="1633195" cy="1431437"/>
            </a:xfrm>
            <a:custGeom>
              <a:avLst/>
              <a:gdLst/>
              <a:ahLst/>
              <a:cxnLst/>
              <a:rect l="l" t="t" r="r" b="b"/>
              <a:pathLst>
                <a:path w="37390" h="32771" extrusionOk="0">
                  <a:moveTo>
                    <a:pt x="30046" y="1"/>
                  </a:moveTo>
                  <a:cubicBezTo>
                    <a:pt x="28967" y="1"/>
                    <a:pt x="27892" y="66"/>
                    <a:pt x="26825" y="238"/>
                  </a:cubicBezTo>
                  <a:cubicBezTo>
                    <a:pt x="24146" y="670"/>
                    <a:pt x="21488" y="1866"/>
                    <a:pt x="19835" y="4018"/>
                  </a:cubicBezTo>
                  <a:cubicBezTo>
                    <a:pt x="18580" y="5654"/>
                    <a:pt x="18001" y="7691"/>
                    <a:pt x="17417" y="9667"/>
                  </a:cubicBezTo>
                  <a:cubicBezTo>
                    <a:pt x="16519" y="12702"/>
                    <a:pt x="15537" y="15750"/>
                    <a:pt x="13890" y="18454"/>
                  </a:cubicBezTo>
                  <a:cubicBezTo>
                    <a:pt x="12242" y="21158"/>
                    <a:pt x="9855" y="23520"/>
                    <a:pt x="6867" y="24568"/>
                  </a:cubicBezTo>
                  <a:cubicBezTo>
                    <a:pt x="5426" y="25073"/>
                    <a:pt x="3871" y="25269"/>
                    <a:pt x="2517" y="25970"/>
                  </a:cubicBezTo>
                  <a:cubicBezTo>
                    <a:pt x="1162" y="26671"/>
                    <a:pt x="0" y="28113"/>
                    <a:pt x="294" y="29610"/>
                  </a:cubicBezTo>
                  <a:cubicBezTo>
                    <a:pt x="494" y="30632"/>
                    <a:pt x="1335" y="31435"/>
                    <a:pt x="2287" y="31857"/>
                  </a:cubicBezTo>
                  <a:cubicBezTo>
                    <a:pt x="3240" y="32278"/>
                    <a:pt x="4299" y="32380"/>
                    <a:pt x="5337" y="32460"/>
                  </a:cubicBezTo>
                  <a:cubicBezTo>
                    <a:pt x="8265" y="32682"/>
                    <a:pt x="11199" y="32770"/>
                    <a:pt x="14134" y="32770"/>
                  </a:cubicBezTo>
                  <a:cubicBezTo>
                    <a:pt x="18012" y="32770"/>
                    <a:pt x="21893" y="32616"/>
                    <a:pt x="25767" y="32411"/>
                  </a:cubicBezTo>
                  <a:cubicBezTo>
                    <a:pt x="27682" y="32309"/>
                    <a:pt x="29703" y="32159"/>
                    <a:pt x="31288" y="31078"/>
                  </a:cubicBezTo>
                  <a:cubicBezTo>
                    <a:pt x="32961" y="29932"/>
                    <a:pt x="33837" y="27953"/>
                    <a:pt x="34489" y="26034"/>
                  </a:cubicBezTo>
                  <a:cubicBezTo>
                    <a:pt x="36992" y="18667"/>
                    <a:pt x="37389" y="10603"/>
                    <a:pt x="35659" y="3017"/>
                  </a:cubicBezTo>
                  <a:cubicBezTo>
                    <a:pt x="35284" y="1380"/>
                    <a:pt x="33879" y="184"/>
                    <a:pt x="32203" y="75"/>
                  </a:cubicBezTo>
                  <a:cubicBezTo>
                    <a:pt x="31484" y="29"/>
                    <a:pt x="30764" y="1"/>
                    <a:pt x="30046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64"/>
            <p:cNvSpPr/>
            <p:nvPr/>
          </p:nvSpPr>
          <p:spPr>
            <a:xfrm>
              <a:off x="2030201" y="1914818"/>
              <a:ext cx="1233523" cy="1279212"/>
            </a:xfrm>
            <a:custGeom>
              <a:avLst/>
              <a:gdLst/>
              <a:ahLst/>
              <a:cxnLst/>
              <a:rect l="l" t="t" r="r" b="b"/>
              <a:pathLst>
                <a:path w="28240" h="29286" extrusionOk="0">
                  <a:moveTo>
                    <a:pt x="23158" y="0"/>
                  </a:moveTo>
                  <a:cubicBezTo>
                    <a:pt x="22993" y="0"/>
                    <a:pt x="22829" y="2"/>
                    <a:pt x="22668" y="5"/>
                  </a:cubicBezTo>
                  <a:lnTo>
                    <a:pt x="19167" y="1137"/>
                  </a:lnTo>
                  <a:cubicBezTo>
                    <a:pt x="18952" y="1069"/>
                    <a:pt x="18732" y="1037"/>
                    <a:pt x="18512" y="1037"/>
                  </a:cubicBezTo>
                  <a:cubicBezTo>
                    <a:pt x="17560" y="1037"/>
                    <a:pt x="16612" y="1633"/>
                    <a:pt x="16126" y="2412"/>
                  </a:cubicBezTo>
                  <a:cubicBezTo>
                    <a:pt x="15527" y="3370"/>
                    <a:pt x="15470" y="4526"/>
                    <a:pt x="15496" y="5629"/>
                  </a:cubicBezTo>
                  <a:cubicBezTo>
                    <a:pt x="15540" y="7600"/>
                    <a:pt x="15802" y="9562"/>
                    <a:pt x="15798" y="11534"/>
                  </a:cubicBezTo>
                  <a:cubicBezTo>
                    <a:pt x="15794" y="13504"/>
                    <a:pt x="15510" y="15518"/>
                    <a:pt x="14536" y="17279"/>
                  </a:cubicBezTo>
                  <a:cubicBezTo>
                    <a:pt x="13322" y="19471"/>
                    <a:pt x="11131" y="21092"/>
                    <a:pt x="8790" y="22312"/>
                  </a:cubicBezTo>
                  <a:cubicBezTo>
                    <a:pt x="6450" y="23532"/>
                    <a:pt x="3915" y="24411"/>
                    <a:pt x="1525" y="25547"/>
                  </a:cubicBezTo>
                  <a:cubicBezTo>
                    <a:pt x="1124" y="25739"/>
                    <a:pt x="716" y="25943"/>
                    <a:pt x="429" y="26261"/>
                  </a:cubicBezTo>
                  <a:cubicBezTo>
                    <a:pt x="143" y="26580"/>
                    <a:pt x="1" y="27041"/>
                    <a:pt x="194" y="27412"/>
                  </a:cubicBezTo>
                  <a:cubicBezTo>
                    <a:pt x="410" y="27829"/>
                    <a:pt x="951" y="28002"/>
                    <a:pt x="1439" y="28126"/>
                  </a:cubicBezTo>
                  <a:cubicBezTo>
                    <a:pt x="4505" y="28897"/>
                    <a:pt x="7687" y="29285"/>
                    <a:pt x="10869" y="29285"/>
                  </a:cubicBezTo>
                  <a:cubicBezTo>
                    <a:pt x="13325" y="29285"/>
                    <a:pt x="15782" y="29054"/>
                    <a:pt x="18185" y="28590"/>
                  </a:cubicBezTo>
                  <a:cubicBezTo>
                    <a:pt x="20412" y="28160"/>
                    <a:pt x="22688" y="27483"/>
                    <a:pt x="24305" y="26023"/>
                  </a:cubicBezTo>
                  <a:cubicBezTo>
                    <a:pt x="26193" y="24313"/>
                    <a:pt x="26887" y="21811"/>
                    <a:pt x="27309" y="19419"/>
                  </a:cubicBezTo>
                  <a:cubicBezTo>
                    <a:pt x="28192" y="14413"/>
                    <a:pt x="28240" y="9318"/>
                    <a:pt x="28110" y="4251"/>
                  </a:cubicBezTo>
                  <a:cubicBezTo>
                    <a:pt x="28085" y="3200"/>
                    <a:pt x="28021" y="2073"/>
                    <a:pt x="27308" y="1247"/>
                  </a:cubicBezTo>
                  <a:cubicBezTo>
                    <a:pt x="26373" y="164"/>
                    <a:pt x="24707" y="0"/>
                    <a:pt x="23158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64"/>
            <p:cNvSpPr/>
            <p:nvPr/>
          </p:nvSpPr>
          <p:spPr>
            <a:xfrm>
              <a:off x="2057326" y="1721970"/>
              <a:ext cx="382462" cy="609860"/>
            </a:xfrm>
            <a:custGeom>
              <a:avLst/>
              <a:gdLst/>
              <a:ahLst/>
              <a:cxnLst/>
              <a:rect l="l" t="t" r="r" b="b"/>
              <a:pathLst>
                <a:path w="8756" h="13962" extrusionOk="0">
                  <a:moveTo>
                    <a:pt x="7501" y="0"/>
                  </a:moveTo>
                  <a:cubicBezTo>
                    <a:pt x="6835" y="0"/>
                    <a:pt x="6003" y="529"/>
                    <a:pt x="5532" y="951"/>
                  </a:cubicBezTo>
                  <a:cubicBezTo>
                    <a:pt x="5108" y="1328"/>
                    <a:pt x="4329" y="2513"/>
                    <a:pt x="4143" y="3049"/>
                  </a:cubicBezTo>
                  <a:cubicBezTo>
                    <a:pt x="3320" y="5414"/>
                    <a:pt x="2623" y="7140"/>
                    <a:pt x="1040" y="9081"/>
                  </a:cubicBezTo>
                  <a:cubicBezTo>
                    <a:pt x="658" y="9549"/>
                    <a:pt x="226" y="10019"/>
                    <a:pt x="108" y="10611"/>
                  </a:cubicBezTo>
                  <a:cubicBezTo>
                    <a:pt x="1" y="11144"/>
                    <a:pt x="170" y="11692"/>
                    <a:pt x="381" y="12193"/>
                  </a:cubicBezTo>
                  <a:cubicBezTo>
                    <a:pt x="723" y="13009"/>
                    <a:pt x="1313" y="13861"/>
                    <a:pt x="2193" y="13954"/>
                  </a:cubicBezTo>
                  <a:cubicBezTo>
                    <a:pt x="2243" y="13959"/>
                    <a:pt x="2293" y="13962"/>
                    <a:pt x="2343" y="13962"/>
                  </a:cubicBezTo>
                  <a:cubicBezTo>
                    <a:pt x="2927" y="13962"/>
                    <a:pt x="3482" y="13611"/>
                    <a:pt x="3859" y="13156"/>
                  </a:cubicBezTo>
                  <a:cubicBezTo>
                    <a:pt x="4269" y="12663"/>
                    <a:pt x="4513" y="12058"/>
                    <a:pt x="4775" y="11472"/>
                  </a:cubicBezTo>
                  <a:cubicBezTo>
                    <a:pt x="5439" y="9988"/>
                    <a:pt x="6255" y="8577"/>
                    <a:pt x="7107" y="7193"/>
                  </a:cubicBezTo>
                  <a:cubicBezTo>
                    <a:pt x="7528" y="6514"/>
                    <a:pt x="7958" y="5836"/>
                    <a:pt x="8267" y="5099"/>
                  </a:cubicBezTo>
                  <a:cubicBezTo>
                    <a:pt x="8575" y="4363"/>
                    <a:pt x="8755" y="3555"/>
                    <a:pt x="8651" y="2763"/>
                  </a:cubicBezTo>
                  <a:cubicBezTo>
                    <a:pt x="8546" y="1971"/>
                    <a:pt x="8669" y="532"/>
                    <a:pt x="7985" y="123"/>
                  </a:cubicBezTo>
                  <a:cubicBezTo>
                    <a:pt x="7842" y="37"/>
                    <a:pt x="7677" y="0"/>
                    <a:pt x="7501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64"/>
            <p:cNvSpPr/>
            <p:nvPr/>
          </p:nvSpPr>
          <p:spPr>
            <a:xfrm>
              <a:off x="1970141" y="1512612"/>
              <a:ext cx="261905" cy="819917"/>
            </a:xfrm>
            <a:custGeom>
              <a:avLst/>
              <a:gdLst/>
              <a:ahLst/>
              <a:cxnLst/>
              <a:rect l="l" t="t" r="r" b="b"/>
              <a:pathLst>
                <a:path w="5996" h="18771" extrusionOk="0">
                  <a:moveTo>
                    <a:pt x="2089" y="1"/>
                  </a:moveTo>
                  <a:cubicBezTo>
                    <a:pt x="1935" y="1"/>
                    <a:pt x="1821" y="194"/>
                    <a:pt x="1667" y="247"/>
                  </a:cubicBezTo>
                  <a:cubicBezTo>
                    <a:pt x="1636" y="257"/>
                    <a:pt x="1604" y="262"/>
                    <a:pt x="1573" y="262"/>
                  </a:cubicBezTo>
                  <a:cubicBezTo>
                    <a:pt x="1466" y="262"/>
                    <a:pt x="1357" y="212"/>
                    <a:pt x="1250" y="182"/>
                  </a:cubicBezTo>
                  <a:cubicBezTo>
                    <a:pt x="1137" y="150"/>
                    <a:pt x="1037" y="132"/>
                    <a:pt x="946" y="132"/>
                  </a:cubicBezTo>
                  <a:cubicBezTo>
                    <a:pt x="767" y="132"/>
                    <a:pt x="618" y="200"/>
                    <a:pt x="451" y="371"/>
                  </a:cubicBezTo>
                  <a:cubicBezTo>
                    <a:pt x="223" y="1099"/>
                    <a:pt x="474" y="1862"/>
                    <a:pt x="154" y="2459"/>
                  </a:cubicBezTo>
                  <a:cubicBezTo>
                    <a:pt x="85" y="2587"/>
                    <a:pt x="1" y="2720"/>
                    <a:pt x="5" y="2871"/>
                  </a:cubicBezTo>
                  <a:cubicBezTo>
                    <a:pt x="8" y="2969"/>
                    <a:pt x="50" y="3058"/>
                    <a:pt x="90" y="3146"/>
                  </a:cubicBezTo>
                  <a:cubicBezTo>
                    <a:pt x="338" y="3681"/>
                    <a:pt x="587" y="4218"/>
                    <a:pt x="882" y="4723"/>
                  </a:cubicBezTo>
                  <a:cubicBezTo>
                    <a:pt x="1075" y="6139"/>
                    <a:pt x="873" y="7607"/>
                    <a:pt x="744" y="9045"/>
                  </a:cubicBezTo>
                  <a:cubicBezTo>
                    <a:pt x="602" y="10622"/>
                    <a:pt x="551" y="12226"/>
                    <a:pt x="829" y="13779"/>
                  </a:cubicBezTo>
                  <a:cubicBezTo>
                    <a:pt x="1108" y="15333"/>
                    <a:pt x="1738" y="16844"/>
                    <a:pt x="2790" y="17913"/>
                  </a:cubicBezTo>
                  <a:cubicBezTo>
                    <a:pt x="3135" y="18262"/>
                    <a:pt x="3531" y="18566"/>
                    <a:pt x="3983" y="18701"/>
                  </a:cubicBezTo>
                  <a:cubicBezTo>
                    <a:pt x="4134" y="18746"/>
                    <a:pt x="4292" y="18770"/>
                    <a:pt x="4449" y="18770"/>
                  </a:cubicBezTo>
                  <a:cubicBezTo>
                    <a:pt x="4761" y="18770"/>
                    <a:pt x="5070" y="18677"/>
                    <a:pt x="5320" y="18470"/>
                  </a:cubicBezTo>
                  <a:cubicBezTo>
                    <a:pt x="5962" y="17935"/>
                    <a:pt x="5995" y="16884"/>
                    <a:pt x="5904" y="15995"/>
                  </a:cubicBezTo>
                  <a:cubicBezTo>
                    <a:pt x="5534" y="12332"/>
                    <a:pt x="3511" y="10673"/>
                    <a:pt x="3579" y="5245"/>
                  </a:cubicBezTo>
                  <a:cubicBezTo>
                    <a:pt x="3919" y="4757"/>
                    <a:pt x="4200" y="4348"/>
                    <a:pt x="4172" y="3814"/>
                  </a:cubicBezTo>
                  <a:cubicBezTo>
                    <a:pt x="4152" y="3377"/>
                    <a:pt x="3779" y="3099"/>
                    <a:pt x="4047" y="2778"/>
                  </a:cubicBezTo>
                  <a:cubicBezTo>
                    <a:pt x="4138" y="2669"/>
                    <a:pt x="4129" y="2632"/>
                    <a:pt x="4183" y="2496"/>
                  </a:cubicBezTo>
                  <a:cubicBezTo>
                    <a:pt x="4236" y="2367"/>
                    <a:pt x="4203" y="2215"/>
                    <a:pt x="4171" y="2079"/>
                  </a:cubicBezTo>
                  <a:cubicBezTo>
                    <a:pt x="4065" y="1640"/>
                    <a:pt x="4254" y="1343"/>
                    <a:pt x="4149" y="903"/>
                  </a:cubicBezTo>
                  <a:cubicBezTo>
                    <a:pt x="3977" y="648"/>
                    <a:pt x="3806" y="624"/>
                    <a:pt x="3674" y="624"/>
                  </a:cubicBezTo>
                  <a:cubicBezTo>
                    <a:pt x="3643" y="624"/>
                    <a:pt x="3615" y="625"/>
                    <a:pt x="3589" y="625"/>
                  </a:cubicBezTo>
                  <a:cubicBezTo>
                    <a:pt x="3529" y="625"/>
                    <a:pt x="3483" y="619"/>
                    <a:pt x="3455" y="575"/>
                  </a:cubicBezTo>
                  <a:cubicBezTo>
                    <a:pt x="3360" y="429"/>
                    <a:pt x="3258" y="251"/>
                    <a:pt x="3098" y="249"/>
                  </a:cubicBezTo>
                  <a:cubicBezTo>
                    <a:pt x="2925" y="249"/>
                    <a:pt x="2790" y="467"/>
                    <a:pt x="2623" y="467"/>
                  </a:cubicBezTo>
                  <a:cubicBezTo>
                    <a:pt x="2611" y="467"/>
                    <a:pt x="2599" y="466"/>
                    <a:pt x="2586" y="464"/>
                  </a:cubicBezTo>
                  <a:cubicBezTo>
                    <a:pt x="2375" y="422"/>
                    <a:pt x="2332" y="40"/>
                    <a:pt x="2119" y="3"/>
                  </a:cubicBezTo>
                  <a:cubicBezTo>
                    <a:pt x="2108" y="1"/>
                    <a:pt x="2099" y="1"/>
                    <a:pt x="2089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64"/>
            <p:cNvSpPr/>
            <p:nvPr/>
          </p:nvSpPr>
          <p:spPr>
            <a:xfrm>
              <a:off x="1601132" y="4115241"/>
              <a:ext cx="419721" cy="322009"/>
            </a:xfrm>
            <a:custGeom>
              <a:avLst/>
              <a:gdLst/>
              <a:ahLst/>
              <a:cxnLst/>
              <a:rect l="l" t="t" r="r" b="b"/>
              <a:pathLst>
                <a:path w="9609" h="7372" extrusionOk="0">
                  <a:moveTo>
                    <a:pt x="4758" y="0"/>
                  </a:moveTo>
                  <a:cubicBezTo>
                    <a:pt x="4374" y="1368"/>
                    <a:pt x="3751" y="2659"/>
                    <a:pt x="2823" y="3727"/>
                  </a:cubicBezTo>
                  <a:cubicBezTo>
                    <a:pt x="2089" y="4571"/>
                    <a:pt x="1169" y="5275"/>
                    <a:pt x="437" y="6107"/>
                  </a:cubicBezTo>
                  <a:cubicBezTo>
                    <a:pt x="0" y="6604"/>
                    <a:pt x="354" y="7372"/>
                    <a:pt x="994" y="7372"/>
                  </a:cubicBezTo>
                  <a:cubicBezTo>
                    <a:pt x="1016" y="7372"/>
                    <a:pt x="1038" y="7371"/>
                    <a:pt x="1060" y="7369"/>
                  </a:cubicBezTo>
                  <a:cubicBezTo>
                    <a:pt x="1679" y="7318"/>
                    <a:pt x="2293" y="7231"/>
                    <a:pt x="2892" y="7072"/>
                  </a:cubicBezTo>
                  <a:cubicBezTo>
                    <a:pt x="3981" y="6786"/>
                    <a:pt x="5031" y="6253"/>
                    <a:pt x="5763" y="5397"/>
                  </a:cubicBezTo>
                  <a:cubicBezTo>
                    <a:pt x="6226" y="4856"/>
                    <a:pt x="6581" y="4177"/>
                    <a:pt x="7220" y="3862"/>
                  </a:cubicBezTo>
                  <a:cubicBezTo>
                    <a:pt x="7626" y="3662"/>
                    <a:pt x="8094" y="3640"/>
                    <a:pt x="8531" y="3524"/>
                  </a:cubicBezTo>
                  <a:cubicBezTo>
                    <a:pt x="8970" y="3405"/>
                    <a:pt x="9423" y="3136"/>
                    <a:pt x="9521" y="2693"/>
                  </a:cubicBezTo>
                  <a:cubicBezTo>
                    <a:pt x="9609" y="2305"/>
                    <a:pt x="9343" y="1319"/>
                    <a:pt x="9277" y="927"/>
                  </a:cubicBezTo>
                  <a:cubicBezTo>
                    <a:pt x="9228" y="636"/>
                    <a:pt x="9185" y="363"/>
                    <a:pt x="9144" y="99"/>
                  </a:cubicBezTo>
                  <a:cubicBezTo>
                    <a:pt x="8441" y="257"/>
                    <a:pt x="7738" y="348"/>
                    <a:pt x="7035" y="348"/>
                  </a:cubicBezTo>
                  <a:cubicBezTo>
                    <a:pt x="6276" y="348"/>
                    <a:pt x="5517" y="242"/>
                    <a:pt x="4758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64"/>
            <p:cNvSpPr/>
            <p:nvPr/>
          </p:nvSpPr>
          <p:spPr>
            <a:xfrm>
              <a:off x="1761219" y="3174199"/>
              <a:ext cx="293748" cy="956286"/>
            </a:xfrm>
            <a:custGeom>
              <a:avLst/>
              <a:gdLst/>
              <a:ahLst/>
              <a:cxnLst/>
              <a:rect l="l" t="t" r="r" b="b"/>
              <a:pathLst>
                <a:path w="6725" h="21893" extrusionOk="0">
                  <a:moveTo>
                    <a:pt x="656" y="0"/>
                  </a:moveTo>
                  <a:lnTo>
                    <a:pt x="1" y="2515"/>
                  </a:lnTo>
                  <a:lnTo>
                    <a:pt x="1195" y="12391"/>
                  </a:lnTo>
                  <a:cubicBezTo>
                    <a:pt x="1465" y="14616"/>
                    <a:pt x="1734" y="16863"/>
                    <a:pt x="1536" y="19097"/>
                  </a:cubicBezTo>
                  <a:cubicBezTo>
                    <a:pt x="1463" y="19924"/>
                    <a:pt x="1315" y="20743"/>
                    <a:pt x="1093" y="21544"/>
                  </a:cubicBezTo>
                  <a:cubicBezTo>
                    <a:pt x="1852" y="21786"/>
                    <a:pt x="2611" y="21892"/>
                    <a:pt x="3370" y="21892"/>
                  </a:cubicBezTo>
                  <a:cubicBezTo>
                    <a:pt x="4073" y="21892"/>
                    <a:pt x="4776" y="21801"/>
                    <a:pt x="5479" y="21643"/>
                  </a:cubicBezTo>
                  <a:cubicBezTo>
                    <a:pt x="5103" y="19168"/>
                    <a:pt x="5155" y="17857"/>
                    <a:pt x="5716" y="14818"/>
                  </a:cubicBezTo>
                  <a:cubicBezTo>
                    <a:pt x="6281" y="11754"/>
                    <a:pt x="6426" y="9603"/>
                    <a:pt x="6647" y="6491"/>
                  </a:cubicBezTo>
                  <a:cubicBezTo>
                    <a:pt x="6725" y="5370"/>
                    <a:pt x="6242" y="1426"/>
                    <a:pt x="5560" y="699"/>
                  </a:cubicBezTo>
                  <a:cubicBezTo>
                    <a:pt x="5265" y="385"/>
                    <a:pt x="5170" y="287"/>
                    <a:pt x="5118" y="287"/>
                  </a:cubicBezTo>
                  <a:cubicBezTo>
                    <a:pt x="5030" y="287"/>
                    <a:pt x="5066" y="572"/>
                    <a:pt x="4459" y="572"/>
                  </a:cubicBezTo>
                  <a:cubicBezTo>
                    <a:pt x="4404" y="572"/>
                    <a:pt x="4344" y="570"/>
                    <a:pt x="4278" y="565"/>
                  </a:cubicBezTo>
                  <a:cubicBezTo>
                    <a:pt x="3052" y="472"/>
                    <a:pt x="1774" y="510"/>
                    <a:pt x="656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64"/>
            <p:cNvSpPr/>
            <p:nvPr/>
          </p:nvSpPr>
          <p:spPr>
            <a:xfrm>
              <a:off x="1602573" y="4215618"/>
              <a:ext cx="425356" cy="250068"/>
            </a:xfrm>
            <a:custGeom>
              <a:avLst/>
              <a:gdLst/>
              <a:ahLst/>
              <a:cxnLst/>
              <a:rect l="l" t="t" r="r" b="b"/>
              <a:pathLst>
                <a:path w="9738" h="5725" extrusionOk="0">
                  <a:moveTo>
                    <a:pt x="8714" y="1"/>
                  </a:moveTo>
                  <a:cubicBezTo>
                    <a:pt x="8273" y="1"/>
                    <a:pt x="7830" y="69"/>
                    <a:pt x="7404" y="180"/>
                  </a:cubicBezTo>
                  <a:cubicBezTo>
                    <a:pt x="6706" y="362"/>
                    <a:pt x="6047" y="661"/>
                    <a:pt x="5399" y="976"/>
                  </a:cubicBezTo>
                  <a:cubicBezTo>
                    <a:pt x="3613" y="1841"/>
                    <a:pt x="1874" y="2864"/>
                    <a:pt x="466" y="4265"/>
                  </a:cubicBezTo>
                  <a:cubicBezTo>
                    <a:pt x="237" y="4494"/>
                    <a:pt x="0" y="4785"/>
                    <a:pt x="62" y="5102"/>
                  </a:cubicBezTo>
                  <a:cubicBezTo>
                    <a:pt x="129" y="5439"/>
                    <a:pt x="501" y="5621"/>
                    <a:pt x="839" y="5681"/>
                  </a:cubicBezTo>
                  <a:cubicBezTo>
                    <a:pt x="1011" y="5712"/>
                    <a:pt x="1183" y="5725"/>
                    <a:pt x="1356" y="5725"/>
                  </a:cubicBezTo>
                  <a:cubicBezTo>
                    <a:pt x="1810" y="5725"/>
                    <a:pt x="2267" y="5634"/>
                    <a:pt x="2711" y="5528"/>
                  </a:cubicBezTo>
                  <a:cubicBezTo>
                    <a:pt x="4166" y="5180"/>
                    <a:pt x="5652" y="4625"/>
                    <a:pt x="6626" y="3491"/>
                  </a:cubicBezTo>
                  <a:cubicBezTo>
                    <a:pt x="6985" y="3072"/>
                    <a:pt x="7280" y="2571"/>
                    <a:pt x="7757" y="2294"/>
                  </a:cubicBezTo>
                  <a:cubicBezTo>
                    <a:pt x="8050" y="2125"/>
                    <a:pt x="8387" y="2054"/>
                    <a:pt x="8705" y="1945"/>
                  </a:cubicBezTo>
                  <a:cubicBezTo>
                    <a:pt x="9026" y="1836"/>
                    <a:pt x="9348" y="1668"/>
                    <a:pt x="9518" y="1375"/>
                  </a:cubicBezTo>
                  <a:cubicBezTo>
                    <a:pt x="9738" y="994"/>
                    <a:pt x="9643" y="515"/>
                    <a:pt x="9541" y="88"/>
                  </a:cubicBezTo>
                  <a:cubicBezTo>
                    <a:pt x="9269" y="28"/>
                    <a:pt x="8992" y="1"/>
                    <a:pt x="8714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64"/>
            <p:cNvSpPr/>
            <p:nvPr/>
          </p:nvSpPr>
          <p:spPr>
            <a:xfrm>
              <a:off x="1596284" y="4139658"/>
              <a:ext cx="431253" cy="307027"/>
            </a:xfrm>
            <a:custGeom>
              <a:avLst/>
              <a:gdLst/>
              <a:ahLst/>
              <a:cxnLst/>
              <a:rect l="l" t="t" r="r" b="b"/>
              <a:pathLst>
                <a:path w="9873" h="7029" extrusionOk="0">
                  <a:moveTo>
                    <a:pt x="9412" y="0"/>
                  </a:moveTo>
                  <a:cubicBezTo>
                    <a:pt x="9152" y="284"/>
                    <a:pt x="9121" y="561"/>
                    <a:pt x="8860" y="845"/>
                  </a:cubicBezTo>
                  <a:cubicBezTo>
                    <a:pt x="8574" y="1156"/>
                    <a:pt x="8259" y="1482"/>
                    <a:pt x="7846" y="1568"/>
                  </a:cubicBezTo>
                  <a:cubicBezTo>
                    <a:pt x="7775" y="1583"/>
                    <a:pt x="7703" y="1590"/>
                    <a:pt x="7631" y="1590"/>
                  </a:cubicBezTo>
                  <a:cubicBezTo>
                    <a:pt x="7299" y="1590"/>
                    <a:pt x="6969" y="1442"/>
                    <a:pt x="6686" y="1257"/>
                  </a:cubicBezTo>
                  <a:cubicBezTo>
                    <a:pt x="6342" y="1031"/>
                    <a:pt x="6038" y="745"/>
                    <a:pt x="5676" y="550"/>
                  </a:cubicBezTo>
                  <a:cubicBezTo>
                    <a:pt x="5449" y="429"/>
                    <a:pt x="5187" y="346"/>
                    <a:pt x="4932" y="346"/>
                  </a:cubicBezTo>
                  <a:cubicBezTo>
                    <a:pt x="4780" y="346"/>
                    <a:pt x="4630" y="376"/>
                    <a:pt x="4492" y="445"/>
                  </a:cubicBezTo>
                  <a:cubicBezTo>
                    <a:pt x="4135" y="623"/>
                    <a:pt x="3944" y="1011"/>
                    <a:pt x="3747" y="1359"/>
                  </a:cubicBezTo>
                  <a:cubicBezTo>
                    <a:pt x="3351" y="2069"/>
                    <a:pt x="2843" y="2711"/>
                    <a:pt x="2245" y="3265"/>
                  </a:cubicBezTo>
                  <a:cubicBezTo>
                    <a:pt x="1757" y="3713"/>
                    <a:pt x="1213" y="4103"/>
                    <a:pt x="774" y="4598"/>
                  </a:cubicBezTo>
                  <a:cubicBezTo>
                    <a:pt x="333" y="5091"/>
                    <a:pt x="0" y="5730"/>
                    <a:pt x="51" y="6390"/>
                  </a:cubicBezTo>
                  <a:cubicBezTo>
                    <a:pt x="66" y="6559"/>
                    <a:pt x="109" y="6735"/>
                    <a:pt x="231" y="6856"/>
                  </a:cubicBezTo>
                  <a:cubicBezTo>
                    <a:pt x="366" y="6988"/>
                    <a:pt x="923" y="7029"/>
                    <a:pt x="1352" y="7029"/>
                  </a:cubicBezTo>
                  <a:cubicBezTo>
                    <a:pt x="1556" y="7029"/>
                    <a:pt x="1730" y="7020"/>
                    <a:pt x="1819" y="7007"/>
                  </a:cubicBezTo>
                  <a:cubicBezTo>
                    <a:pt x="2793" y="6863"/>
                    <a:pt x="2981" y="6697"/>
                    <a:pt x="3911" y="6379"/>
                  </a:cubicBezTo>
                  <a:cubicBezTo>
                    <a:pt x="4844" y="6060"/>
                    <a:pt x="5732" y="5554"/>
                    <a:pt x="6359" y="4794"/>
                  </a:cubicBezTo>
                  <a:cubicBezTo>
                    <a:pt x="6737" y="4336"/>
                    <a:pt x="7030" y="3777"/>
                    <a:pt x="7548" y="3487"/>
                  </a:cubicBezTo>
                  <a:cubicBezTo>
                    <a:pt x="8172" y="3134"/>
                    <a:pt x="9037" y="3227"/>
                    <a:pt x="9518" y="2693"/>
                  </a:cubicBezTo>
                  <a:cubicBezTo>
                    <a:pt x="9829" y="2349"/>
                    <a:pt x="9873" y="1837"/>
                    <a:pt x="9818" y="1375"/>
                  </a:cubicBezTo>
                  <a:cubicBezTo>
                    <a:pt x="9765" y="912"/>
                    <a:pt x="9776" y="40"/>
                    <a:pt x="9412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64"/>
            <p:cNvSpPr/>
            <p:nvPr/>
          </p:nvSpPr>
          <p:spPr>
            <a:xfrm>
              <a:off x="1693384" y="2640124"/>
              <a:ext cx="1194866" cy="1464416"/>
            </a:xfrm>
            <a:custGeom>
              <a:avLst/>
              <a:gdLst/>
              <a:ahLst/>
              <a:cxnLst/>
              <a:rect l="l" t="t" r="r" b="b"/>
              <a:pathLst>
                <a:path w="27355" h="33526" extrusionOk="0">
                  <a:moveTo>
                    <a:pt x="17069" y="0"/>
                  </a:moveTo>
                  <a:lnTo>
                    <a:pt x="14955" y="1415"/>
                  </a:lnTo>
                  <a:cubicBezTo>
                    <a:pt x="13762" y="3724"/>
                    <a:pt x="11459" y="4937"/>
                    <a:pt x="9252" y="5869"/>
                  </a:cubicBezTo>
                  <a:cubicBezTo>
                    <a:pt x="7047" y="6803"/>
                    <a:pt x="4698" y="7666"/>
                    <a:pt x="3085" y="9614"/>
                  </a:cubicBezTo>
                  <a:cubicBezTo>
                    <a:pt x="907" y="12247"/>
                    <a:pt x="1890" y="15869"/>
                    <a:pt x="1699" y="19478"/>
                  </a:cubicBezTo>
                  <a:cubicBezTo>
                    <a:pt x="1570" y="21927"/>
                    <a:pt x="1222" y="24429"/>
                    <a:pt x="1093" y="26878"/>
                  </a:cubicBezTo>
                  <a:cubicBezTo>
                    <a:pt x="1035" y="28003"/>
                    <a:pt x="0" y="30685"/>
                    <a:pt x="447" y="31690"/>
                  </a:cubicBezTo>
                  <a:cubicBezTo>
                    <a:pt x="873" y="32651"/>
                    <a:pt x="1610" y="32067"/>
                    <a:pt x="2464" y="32529"/>
                  </a:cubicBezTo>
                  <a:cubicBezTo>
                    <a:pt x="3693" y="33193"/>
                    <a:pt x="5048" y="33525"/>
                    <a:pt x="6405" y="33525"/>
                  </a:cubicBezTo>
                  <a:cubicBezTo>
                    <a:pt x="7714" y="33525"/>
                    <a:pt x="9025" y="33215"/>
                    <a:pt x="10223" y="32593"/>
                  </a:cubicBezTo>
                  <a:cubicBezTo>
                    <a:pt x="10365" y="28928"/>
                    <a:pt x="10206" y="25257"/>
                    <a:pt x="9744" y="21617"/>
                  </a:cubicBezTo>
                  <a:cubicBezTo>
                    <a:pt x="9491" y="19609"/>
                    <a:pt x="9183" y="17382"/>
                    <a:pt x="10177" y="15696"/>
                  </a:cubicBezTo>
                  <a:cubicBezTo>
                    <a:pt x="10789" y="14658"/>
                    <a:pt x="11805" y="14017"/>
                    <a:pt x="12841" y="13609"/>
                  </a:cubicBezTo>
                  <a:cubicBezTo>
                    <a:pt x="15050" y="12737"/>
                    <a:pt x="17438" y="12761"/>
                    <a:pt x="19755" y="12398"/>
                  </a:cubicBezTo>
                  <a:cubicBezTo>
                    <a:pt x="22071" y="12034"/>
                    <a:pt x="24503" y="11149"/>
                    <a:pt x="25898" y="9015"/>
                  </a:cubicBezTo>
                  <a:cubicBezTo>
                    <a:pt x="27264" y="6925"/>
                    <a:pt x="27335" y="4126"/>
                    <a:pt x="27355" y="1523"/>
                  </a:cubicBezTo>
                  <a:lnTo>
                    <a:pt x="17069" y="0"/>
                  </a:ln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64"/>
            <p:cNvSpPr/>
            <p:nvPr/>
          </p:nvSpPr>
          <p:spPr>
            <a:xfrm>
              <a:off x="2224926" y="4141973"/>
              <a:ext cx="391635" cy="362762"/>
            </a:xfrm>
            <a:custGeom>
              <a:avLst/>
              <a:gdLst/>
              <a:ahLst/>
              <a:cxnLst/>
              <a:rect l="l" t="t" r="r" b="b"/>
              <a:pathLst>
                <a:path w="8966" h="8305" extrusionOk="0">
                  <a:moveTo>
                    <a:pt x="4186" y="0"/>
                  </a:moveTo>
                  <a:cubicBezTo>
                    <a:pt x="3918" y="2402"/>
                    <a:pt x="2972" y="4261"/>
                    <a:pt x="898" y="6209"/>
                  </a:cubicBezTo>
                  <a:cubicBezTo>
                    <a:pt x="628" y="6464"/>
                    <a:pt x="337" y="6712"/>
                    <a:pt x="169" y="7043"/>
                  </a:cubicBezTo>
                  <a:cubicBezTo>
                    <a:pt x="2" y="7376"/>
                    <a:pt x="0" y="7822"/>
                    <a:pt x="269" y="8077"/>
                  </a:cubicBezTo>
                  <a:cubicBezTo>
                    <a:pt x="479" y="8274"/>
                    <a:pt x="784" y="8305"/>
                    <a:pt x="1076" y="8305"/>
                  </a:cubicBezTo>
                  <a:cubicBezTo>
                    <a:pt x="1122" y="8305"/>
                    <a:pt x="1168" y="8304"/>
                    <a:pt x="1213" y="8303"/>
                  </a:cubicBezTo>
                  <a:cubicBezTo>
                    <a:pt x="2236" y="8281"/>
                    <a:pt x="3321" y="8237"/>
                    <a:pt x="4170" y="7664"/>
                  </a:cubicBezTo>
                  <a:cubicBezTo>
                    <a:pt x="5253" y="6930"/>
                    <a:pt x="5730" y="5464"/>
                    <a:pt x="6910" y="4898"/>
                  </a:cubicBezTo>
                  <a:cubicBezTo>
                    <a:pt x="7482" y="4625"/>
                    <a:pt x="8210" y="4561"/>
                    <a:pt x="8572" y="4042"/>
                  </a:cubicBezTo>
                  <a:cubicBezTo>
                    <a:pt x="8966" y="3483"/>
                    <a:pt x="8711" y="2720"/>
                    <a:pt x="8483" y="2076"/>
                  </a:cubicBezTo>
                  <a:cubicBezTo>
                    <a:pt x="8270" y="1468"/>
                    <a:pt x="8092" y="845"/>
                    <a:pt x="7950" y="217"/>
                  </a:cubicBezTo>
                  <a:cubicBezTo>
                    <a:pt x="7357" y="287"/>
                    <a:pt x="6764" y="358"/>
                    <a:pt x="6170" y="358"/>
                  </a:cubicBezTo>
                  <a:cubicBezTo>
                    <a:pt x="5509" y="358"/>
                    <a:pt x="4848" y="271"/>
                    <a:pt x="4186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64"/>
            <p:cNvSpPr/>
            <p:nvPr/>
          </p:nvSpPr>
          <p:spPr>
            <a:xfrm>
              <a:off x="2241524" y="3354161"/>
              <a:ext cx="339961" cy="803450"/>
            </a:xfrm>
            <a:custGeom>
              <a:avLst/>
              <a:gdLst/>
              <a:ahLst/>
              <a:cxnLst/>
              <a:rect l="l" t="t" r="r" b="b"/>
              <a:pathLst>
                <a:path w="7783" h="18394" extrusionOk="0">
                  <a:moveTo>
                    <a:pt x="5274" y="1"/>
                  </a:moveTo>
                  <a:lnTo>
                    <a:pt x="1523" y="1244"/>
                  </a:lnTo>
                  <a:lnTo>
                    <a:pt x="1" y="2239"/>
                  </a:lnTo>
                  <a:cubicBezTo>
                    <a:pt x="1528" y="5731"/>
                    <a:pt x="3673" y="11576"/>
                    <a:pt x="3863" y="15383"/>
                  </a:cubicBezTo>
                  <a:cubicBezTo>
                    <a:pt x="3912" y="16346"/>
                    <a:pt x="3897" y="17222"/>
                    <a:pt x="3806" y="18036"/>
                  </a:cubicBezTo>
                  <a:cubicBezTo>
                    <a:pt x="4466" y="18306"/>
                    <a:pt x="5126" y="18393"/>
                    <a:pt x="5787" y="18393"/>
                  </a:cubicBezTo>
                  <a:cubicBezTo>
                    <a:pt x="6382" y="18393"/>
                    <a:pt x="6977" y="18323"/>
                    <a:pt x="7572" y="18251"/>
                  </a:cubicBezTo>
                  <a:cubicBezTo>
                    <a:pt x="7267" y="16922"/>
                    <a:pt x="7125" y="15558"/>
                    <a:pt x="7149" y="14194"/>
                  </a:cubicBezTo>
                  <a:cubicBezTo>
                    <a:pt x="7196" y="11734"/>
                    <a:pt x="7783" y="9294"/>
                    <a:pt x="7661" y="6838"/>
                  </a:cubicBezTo>
                  <a:cubicBezTo>
                    <a:pt x="7533" y="4378"/>
                    <a:pt x="6705" y="2005"/>
                    <a:pt x="5274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64"/>
            <p:cNvSpPr/>
            <p:nvPr/>
          </p:nvSpPr>
          <p:spPr>
            <a:xfrm>
              <a:off x="2209856" y="4259429"/>
              <a:ext cx="406704" cy="270903"/>
            </a:xfrm>
            <a:custGeom>
              <a:avLst/>
              <a:gdLst/>
              <a:ahLst/>
              <a:cxnLst/>
              <a:rect l="l" t="t" r="r" b="b"/>
              <a:pathLst>
                <a:path w="9311" h="6202" extrusionOk="0">
                  <a:moveTo>
                    <a:pt x="8192" y="1"/>
                  </a:moveTo>
                  <a:cubicBezTo>
                    <a:pt x="6810" y="1"/>
                    <a:pt x="5434" y="353"/>
                    <a:pt x="4194" y="964"/>
                  </a:cubicBezTo>
                  <a:cubicBezTo>
                    <a:pt x="2885" y="1606"/>
                    <a:pt x="1722" y="2533"/>
                    <a:pt x="746" y="3620"/>
                  </a:cubicBezTo>
                  <a:cubicBezTo>
                    <a:pt x="513" y="3879"/>
                    <a:pt x="287" y="4152"/>
                    <a:pt x="157" y="4472"/>
                  </a:cubicBezTo>
                  <a:cubicBezTo>
                    <a:pt x="26" y="4793"/>
                    <a:pt x="1" y="5173"/>
                    <a:pt x="163" y="5479"/>
                  </a:cubicBezTo>
                  <a:cubicBezTo>
                    <a:pt x="376" y="5880"/>
                    <a:pt x="851" y="6062"/>
                    <a:pt x="1297" y="6140"/>
                  </a:cubicBezTo>
                  <a:cubicBezTo>
                    <a:pt x="1538" y="6182"/>
                    <a:pt x="1781" y="6202"/>
                    <a:pt x="2024" y="6202"/>
                  </a:cubicBezTo>
                  <a:cubicBezTo>
                    <a:pt x="2657" y="6202"/>
                    <a:pt x="3291" y="6067"/>
                    <a:pt x="3879" y="5831"/>
                  </a:cubicBezTo>
                  <a:cubicBezTo>
                    <a:pt x="4695" y="5503"/>
                    <a:pt x="5423" y="4982"/>
                    <a:pt x="6050" y="4367"/>
                  </a:cubicBezTo>
                  <a:cubicBezTo>
                    <a:pt x="6594" y="3828"/>
                    <a:pt x="7095" y="3194"/>
                    <a:pt x="7812" y="2925"/>
                  </a:cubicBezTo>
                  <a:cubicBezTo>
                    <a:pt x="8205" y="2777"/>
                    <a:pt x="8664" y="2739"/>
                    <a:pt x="8968" y="2448"/>
                  </a:cubicBezTo>
                  <a:cubicBezTo>
                    <a:pt x="9185" y="2240"/>
                    <a:pt x="9283" y="1930"/>
                    <a:pt x="9298" y="1632"/>
                  </a:cubicBezTo>
                  <a:cubicBezTo>
                    <a:pt x="9311" y="1333"/>
                    <a:pt x="9249" y="1035"/>
                    <a:pt x="9187" y="741"/>
                  </a:cubicBezTo>
                  <a:lnTo>
                    <a:pt x="8424" y="4"/>
                  </a:lnTo>
                  <a:cubicBezTo>
                    <a:pt x="8347" y="2"/>
                    <a:pt x="8269" y="1"/>
                    <a:pt x="8192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64"/>
            <p:cNvSpPr/>
            <p:nvPr/>
          </p:nvSpPr>
          <p:spPr>
            <a:xfrm>
              <a:off x="2200640" y="4161848"/>
              <a:ext cx="417756" cy="350357"/>
            </a:xfrm>
            <a:custGeom>
              <a:avLst/>
              <a:gdLst/>
              <a:ahLst/>
              <a:cxnLst/>
              <a:rect l="l" t="t" r="r" b="b"/>
              <a:pathLst>
                <a:path w="9564" h="8021" extrusionOk="0">
                  <a:moveTo>
                    <a:pt x="8602" y="0"/>
                  </a:moveTo>
                  <a:cubicBezTo>
                    <a:pt x="8081" y="361"/>
                    <a:pt x="8386" y="1277"/>
                    <a:pt x="7939" y="1726"/>
                  </a:cubicBezTo>
                  <a:cubicBezTo>
                    <a:pt x="7791" y="1876"/>
                    <a:pt x="7587" y="1940"/>
                    <a:pt x="7375" y="1940"/>
                  </a:cubicBezTo>
                  <a:cubicBezTo>
                    <a:pt x="7197" y="1940"/>
                    <a:pt x="7014" y="1895"/>
                    <a:pt x="6854" y="1817"/>
                  </a:cubicBezTo>
                  <a:cubicBezTo>
                    <a:pt x="6506" y="1648"/>
                    <a:pt x="6233" y="1359"/>
                    <a:pt x="5933" y="1115"/>
                  </a:cubicBezTo>
                  <a:cubicBezTo>
                    <a:pt x="5654" y="885"/>
                    <a:pt x="5317" y="682"/>
                    <a:pt x="4959" y="682"/>
                  </a:cubicBezTo>
                  <a:cubicBezTo>
                    <a:pt x="4934" y="682"/>
                    <a:pt x="4909" y="683"/>
                    <a:pt x="4884" y="685"/>
                  </a:cubicBezTo>
                  <a:cubicBezTo>
                    <a:pt x="4407" y="723"/>
                    <a:pt x="4041" y="1120"/>
                    <a:pt x="3764" y="1512"/>
                  </a:cubicBezTo>
                  <a:cubicBezTo>
                    <a:pt x="3058" y="2513"/>
                    <a:pt x="2581" y="3680"/>
                    <a:pt x="1732" y="4567"/>
                  </a:cubicBezTo>
                  <a:cubicBezTo>
                    <a:pt x="1284" y="5037"/>
                    <a:pt x="736" y="5423"/>
                    <a:pt x="396" y="5976"/>
                  </a:cubicBezTo>
                  <a:cubicBezTo>
                    <a:pt x="55" y="6530"/>
                    <a:pt x="1" y="7345"/>
                    <a:pt x="503" y="7757"/>
                  </a:cubicBezTo>
                  <a:cubicBezTo>
                    <a:pt x="753" y="7961"/>
                    <a:pt x="1074" y="8020"/>
                    <a:pt x="1403" y="8020"/>
                  </a:cubicBezTo>
                  <a:cubicBezTo>
                    <a:pt x="1584" y="8020"/>
                    <a:pt x="1769" y="8002"/>
                    <a:pt x="1945" y="7981"/>
                  </a:cubicBezTo>
                  <a:cubicBezTo>
                    <a:pt x="3409" y="7804"/>
                    <a:pt x="4975" y="7493"/>
                    <a:pt x="5991" y="6422"/>
                  </a:cubicBezTo>
                  <a:cubicBezTo>
                    <a:pt x="6479" y="5907"/>
                    <a:pt x="6827" y="5230"/>
                    <a:pt x="7448" y="4884"/>
                  </a:cubicBezTo>
                  <a:cubicBezTo>
                    <a:pt x="7970" y="4594"/>
                    <a:pt x="8640" y="4572"/>
                    <a:pt x="9074" y="4161"/>
                  </a:cubicBezTo>
                  <a:cubicBezTo>
                    <a:pt x="9525" y="3733"/>
                    <a:pt x="9564" y="3019"/>
                    <a:pt x="9425" y="2413"/>
                  </a:cubicBezTo>
                  <a:cubicBezTo>
                    <a:pt x="9287" y="1807"/>
                    <a:pt x="9005" y="1235"/>
                    <a:pt x="8917" y="618"/>
                  </a:cubicBezTo>
                  <a:lnTo>
                    <a:pt x="8602" y="0"/>
                  </a:ln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64"/>
            <p:cNvSpPr/>
            <p:nvPr/>
          </p:nvSpPr>
          <p:spPr>
            <a:xfrm>
              <a:off x="2263496" y="4191201"/>
              <a:ext cx="252645" cy="202675"/>
            </a:xfrm>
            <a:custGeom>
              <a:avLst/>
              <a:gdLst/>
              <a:ahLst/>
              <a:cxnLst/>
              <a:rect l="l" t="t" r="r" b="b"/>
              <a:pathLst>
                <a:path w="5784" h="4640" extrusionOk="0">
                  <a:moveTo>
                    <a:pt x="3737" y="1"/>
                  </a:moveTo>
                  <a:cubicBezTo>
                    <a:pt x="3236" y="1"/>
                    <a:pt x="2745" y="170"/>
                    <a:pt x="2373" y="514"/>
                  </a:cubicBezTo>
                  <a:cubicBezTo>
                    <a:pt x="1916" y="934"/>
                    <a:pt x="1624" y="1499"/>
                    <a:pt x="1344" y="2054"/>
                  </a:cubicBezTo>
                  <a:cubicBezTo>
                    <a:pt x="1065" y="2608"/>
                    <a:pt x="779" y="3176"/>
                    <a:pt x="333" y="3607"/>
                  </a:cubicBezTo>
                  <a:cubicBezTo>
                    <a:pt x="193" y="3740"/>
                    <a:pt x="31" y="3880"/>
                    <a:pt x="13" y="4072"/>
                  </a:cubicBezTo>
                  <a:cubicBezTo>
                    <a:pt x="0" y="4208"/>
                    <a:pt x="71" y="4345"/>
                    <a:pt x="175" y="4434"/>
                  </a:cubicBezTo>
                  <a:cubicBezTo>
                    <a:pt x="279" y="4523"/>
                    <a:pt x="412" y="4572"/>
                    <a:pt x="546" y="4603"/>
                  </a:cubicBezTo>
                  <a:cubicBezTo>
                    <a:pt x="660" y="4628"/>
                    <a:pt x="776" y="4639"/>
                    <a:pt x="893" y="4639"/>
                  </a:cubicBezTo>
                  <a:cubicBezTo>
                    <a:pt x="1186" y="4639"/>
                    <a:pt x="1483" y="4568"/>
                    <a:pt x="1761" y="4465"/>
                  </a:cubicBezTo>
                  <a:cubicBezTo>
                    <a:pt x="2373" y="4235"/>
                    <a:pt x="2915" y="3853"/>
                    <a:pt x="3339" y="3356"/>
                  </a:cubicBezTo>
                  <a:cubicBezTo>
                    <a:pt x="3815" y="2795"/>
                    <a:pt x="4124" y="2101"/>
                    <a:pt x="4640" y="1577"/>
                  </a:cubicBezTo>
                  <a:cubicBezTo>
                    <a:pt x="4827" y="1384"/>
                    <a:pt x="5060" y="1175"/>
                    <a:pt x="5040" y="905"/>
                  </a:cubicBezTo>
                  <a:cubicBezTo>
                    <a:pt x="5026" y="723"/>
                    <a:pt x="4578" y="466"/>
                    <a:pt x="4760" y="448"/>
                  </a:cubicBezTo>
                  <a:cubicBezTo>
                    <a:pt x="5783" y="341"/>
                    <a:pt x="4774" y="137"/>
                    <a:pt x="4082" y="27"/>
                  </a:cubicBezTo>
                  <a:cubicBezTo>
                    <a:pt x="3968" y="10"/>
                    <a:pt x="3852" y="1"/>
                    <a:pt x="3737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64"/>
            <p:cNvSpPr/>
            <p:nvPr/>
          </p:nvSpPr>
          <p:spPr>
            <a:xfrm>
              <a:off x="2141410" y="2643094"/>
              <a:ext cx="876002" cy="1433971"/>
            </a:xfrm>
            <a:custGeom>
              <a:avLst/>
              <a:gdLst/>
              <a:ahLst/>
              <a:cxnLst/>
              <a:rect l="l" t="t" r="r" b="b"/>
              <a:pathLst>
                <a:path w="20055" h="32829" extrusionOk="0">
                  <a:moveTo>
                    <a:pt x="17387" y="1"/>
                  </a:moveTo>
                  <a:cubicBezTo>
                    <a:pt x="14399" y="1"/>
                    <a:pt x="11412" y="147"/>
                    <a:pt x="8440" y="440"/>
                  </a:cubicBezTo>
                  <a:cubicBezTo>
                    <a:pt x="7852" y="1140"/>
                    <a:pt x="7955" y="2176"/>
                    <a:pt x="8163" y="3066"/>
                  </a:cubicBezTo>
                  <a:cubicBezTo>
                    <a:pt x="8372" y="3956"/>
                    <a:pt x="8651" y="4909"/>
                    <a:pt x="8319" y="5759"/>
                  </a:cubicBezTo>
                  <a:cubicBezTo>
                    <a:pt x="8008" y="6557"/>
                    <a:pt x="7240" y="7063"/>
                    <a:pt x="6517" y="7518"/>
                  </a:cubicBezTo>
                  <a:lnTo>
                    <a:pt x="4636" y="8696"/>
                  </a:lnTo>
                  <a:cubicBezTo>
                    <a:pt x="1613" y="10593"/>
                    <a:pt x="0" y="14124"/>
                    <a:pt x="601" y="17642"/>
                  </a:cubicBezTo>
                  <a:cubicBezTo>
                    <a:pt x="1399" y="22314"/>
                    <a:pt x="1848" y="27037"/>
                    <a:pt x="1464" y="31750"/>
                  </a:cubicBezTo>
                  <a:cubicBezTo>
                    <a:pt x="1952" y="32508"/>
                    <a:pt x="2846" y="32829"/>
                    <a:pt x="3973" y="32829"/>
                  </a:cubicBezTo>
                  <a:cubicBezTo>
                    <a:pt x="6434" y="32829"/>
                    <a:pt x="10004" y="31298"/>
                    <a:pt x="12870" y="29433"/>
                  </a:cubicBezTo>
                  <a:cubicBezTo>
                    <a:pt x="12722" y="25329"/>
                    <a:pt x="11300" y="20657"/>
                    <a:pt x="10583" y="17727"/>
                  </a:cubicBezTo>
                  <a:cubicBezTo>
                    <a:pt x="10311" y="16624"/>
                    <a:pt x="9645" y="15287"/>
                    <a:pt x="10244" y="14322"/>
                  </a:cubicBezTo>
                  <a:cubicBezTo>
                    <a:pt x="10849" y="13345"/>
                    <a:pt x="11974" y="12818"/>
                    <a:pt x="13079" y="12505"/>
                  </a:cubicBezTo>
                  <a:cubicBezTo>
                    <a:pt x="14184" y="12192"/>
                    <a:pt x="15344" y="12030"/>
                    <a:pt x="16378" y="11531"/>
                  </a:cubicBezTo>
                  <a:cubicBezTo>
                    <a:pt x="18363" y="10577"/>
                    <a:pt x="19629" y="8437"/>
                    <a:pt x="19842" y="6245"/>
                  </a:cubicBezTo>
                  <a:cubicBezTo>
                    <a:pt x="20055" y="4055"/>
                    <a:pt x="19315" y="1844"/>
                    <a:pt x="18108" y="3"/>
                  </a:cubicBezTo>
                  <a:cubicBezTo>
                    <a:pt x="17868" y="1"/>
                    <a:pt x="17627" y="1"/>
                    <a:pt x="17387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64"/>
            <p:cNvSpPr/>
            <p:nvPr/>
          </p:nvSpPr>
          <p:spPr>
            <a:xfrm>
              <a:off x="2217195" y="1668987"/>
              <a:ext cx="796898" cy="1077760"/>
            </a:xfrm>
            <a:custGeom>
              <a:avLst/>
              <a:gdLst/>
              <a:ahLst/>
              <a:cxnLst/>
              <a:rect l="l" t="t" r="r" b="b"/>
              <a:pathLst>
                <a:path w="18244" h="24674" extrusionOk="0">
                  <a:moveTo>
                    <a:pt x="9035" y="1"/>
                  </a:moveTo>
                  <a:cubicBezTo>
                    <a:pt x="7435" y="1"/>
                    <a:pt x="5835" y="197"/>
                    <a:pt x="4259" y="593"/>
                  </a:cubicBezTo>
                  <a:cubicBezTo>
                    <a:pt x="3074" y="890"/>
                    <a:pt x="2307" y="1632"/>
                    <a:pt x="1989" y="2812"/>
                  </a:cubicBezTo>
                  <a:lnTo>
                    <a:pt x="1754" y="3879"/>
                  </a:lnTo>
                  <a:cubicBezTo>
                    <a:pt x="1222" y="5948"/>
                    <a:pt x="1736" y="4899"/>
                    <a:pt x="995" y="6880"/>
                  </a:cubicBezTo>
                  <a:cubicBezTo>
                    <a:pt x="618" y="7889"/>
                    <a:pt x="0" y="8879"/>
                    <a:pt x="115" y="9950"/>
                  </a:cubicBezTo>
                  <a:cubicBezTo>
                    <a:pt x="277" y="11463"/>
                    <a:pt x="1781" y="12405"/>
                    <a:pt x="2688" y="13628"/>
                  </a:cubicBezTo>
                  <a:cubicBezTo>
                    <a:pt x="4114" y="15556"/>
                    <a:pt x="4019" y="18186"/>
                    <a:pt x="3760" y="20569"/>
                  </a:cubicBezTo>
                  <a:cubicBezTo>
                    <a:pt x="3617" y="21920"/>
                    <a:pt x="3447" y="23322"/>
                    <a:pt x="3527" y="24673"/>
                  </a:cubicBezTo>
                  <a:lnTo>
                    <a:pt x="18243" y="24673"/>
                  </a:lnTo>
                  <a:cubicBezTo>
                    <a:pt x="15867" y="20027"/>
                    <a:pt x="14977" y="14590"/>
                    <a:pt x="16056" y="9488"/>
                  </a:cubicBezTo>
                  <a:cubicBezTo>
                    <a:pt x="16350" y="8098"/>
                    <a:pt x="16785" y="6733"/>
                    <a:pt x="16919" y="5318"/>
                  </a:cubicBezTo>
                  <a:cubicBezTo>
                    <a:pt x="17052" y="3903"/>
                    <a:pt x="16848" y="2390"/>
                    <a:pt x="15985" y="1261"/>
                  </a:cubicBezTo>
                  <a:cubicBezTo>
                    <a:pt x="13721" y="423"/>
                    <a:pt x="11378" y="1"/>
                    <a:pt x="9035" y="1"/>
                  </a:cubicBezTo>
                  <a:close/>
                </a:path>
              </a:pathLst>
            </a:custGeom>
            <a:solidFill>
              <a:srgbClr val="D3B8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64"/>
            <p:cNvSpPr/>
            <p:nvPr/>
          </p:nvSpPr>
          <p:spPr>
            <a:xfrm>
              <a:off x="2400432" y="1704498"/>
              <a:ext cx="299033" cy="296937"/>
            </a:xfrm>
            <a:custGeom>
              <a:avLst/>
              <a:gdLst/>
              <a:ahLst/>
              <a:cxnLst/>
              <a:rect l="l" t="t" r="r" b="b"/>
              <a:pathLst>
                <a:path w="6846" h="6798" extrusionOk="0">
                  <a:moveTo>
                    <a:pt x="6384" y="0"/>
                  </a:moveTo>
                  <a:lnTo>
                    <a:pt x="6149" y="84"/>
                  </a:lnTo>
                  <a:cubicBezTo>
                    <a:pt x="6566" y="1242"/>
                    <a:pt x="5709" y="2456"/>
                    <a:pt x="5319" y="2926"/>
                  </a:cubicBezTo>
                  <a:cubicBezTo>
                    <a:pt x="3919" y="4614"/>
                    <a:pt x="1838" y="5656"/>
                    <a:pt x="1" y="6573"/>
                  </a:cubicBezTo>
                  <a:lnTo>
                    <a:pt x="112" y="6797"/>
                  </a:lnTo>
                  <a:cubicBezTo>
                    <a:pt x="1971" y="5867"/>
                    <a:pt x="4077" y="4814"/>
                    <a:pt x="5512" y="3085"/>
                  </a:cubicBezTo>
                  <a:cubicBezTo>
                    <a:pt x="5929" y="2582"/>
                    <a:pt x="6845" y="1278"/>
                    <a:pt x="6384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64"/>
            <p:cNvSpPr/>
            <p:nvPr/>
          </p:nvSpPr>
          <p:spPr>
            <a:xfrm>
              <a:off x="2192122" y="1671171"/>
              <a:ext cx="263784" cy="756625"/>
            </a:xfrm>
            <a:custGeom>
              <a:avLst/>
              <a:gdLst/>
              <a:ahLst/>
              <a:cxnLst/>
              <a:rect l="l" t="t" r="r" b="b"/>
              <a:pathLst>
                <a:path w="6039" h="17322" extrusionOk="0">
                  <a:moveTo>
                    <a:pt x="6039" y="0"/>
                  </a:moveTo>
                  <a:lnTo>
                    <a:pt x="2665" y="499"/>
                  </a:lnTo>
                  <a:cubicBezTo>
                    <a:pt x="789" y="4042"/>
                    <a:pt x="1" y="8150"/>
                    <a:pt x="432" y="12134"/>
                  </a:cubicBezTo>
                  <a:cubicBezTo>
                    <a:pt x="569" y="13405"/>
                    <a:pt x="846" y="14705"/>
                    <a:pt x="1587" y="15749"/>
                  </a:cubicBezTo>
                  <a:cubicBezTo>
                    <a:pt x="2228" y="16652"/>
                    <a:pt x="3288" y="17321"/>
                    <a:pt x="4376" y="17321"/>
                  </a:cubicBezTo>
                  <a:cubicBezTo>
                    <a:pt x="4542" y="17321"/>
                    <a:pt x="4709" y="17305"/>
                    <a:pt x="4875" y="17273"/>
                  </a:cubicBezTo>
                  <a:cubicBezTo>
                    <a:pt x="3834" y="14359"/>
                    <a:pt x="2778" y="11386"/>
                    <a:pt x="2681" y="8292"/>
                  </a:cubicBezTo>
                  <a:cubicBezTo>
                    <a:pt x="2585" y="5199"/>
                    <a:pt x="3602" y="1908"/>
                    <a:pt x="6039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64"/>
            <p:cNvSpPr/>
            <p:nvPr/>
          </p:nvSpPr>
          <p:spPr>
            <a:xfrm>
              <a:off x="2223223" y="1628146"/>
              <a:ext cx="231242" cy="724520"/>
            </a:xfrm>
            <a:custGeom>
              <a:avLst/>
              <a:gdLst/>
              <a:ahLst/>
              <a:cxnLst/>
              <a:rect l="l" t="t" r="r" b="b"/>
              <a:pathLst>
                <a:path w="5294" h="16587" extrusionOk="0">
                  <a:moveTo>
                    <a:pt x="5032" y="0"/>
                  </a:moveTo>
                  <a:cubicBezTo>
                    <a:pt x="3404" y="1876"/>
                    <a:pt x="1771" y="3760"/>
                    <a:pt x="412" y="5840"/>
                  </a:cubicBezTo>
                  <a:cubicBezTo>
                    <a:pt x="252" y="6082"/>
                    <a:pt x="95" y="6337"/>
                    <a:pt x="48" y="6622"/>
                  </a:cubicBezTo>
                  <a:cubicBezTo>
                    <a:pt x="1" y="6910"/>
                    <a:pt x="95" y="7238"/>
                    <a:pt x="343" y="7387"/>
                  </a:cubicBezTo>
                  <a:cubicBezTo>
                    <a:pt x="514" y="7489"/>
                    <a:pt x="722" y="7491"/>
                    <a:pt x="911" y="7547"/>
                  </a:cubicBezTo>
                  <a:cubicBezTo>
                    <a:pt x="1101" y="7602"/>
                    <a:pt x="1297" y="7757"/>
                    <a:pt x="1275" y="7952"/>
                  </a:cubicBezTo>
                  <a:cubicBezTo>
                    <a:pt x="1255" y="8123"/>
                    <a:pt x="1088" y="8228"/>
                    <a:pt x="948" y="8327"/>
                  </a:cubicBezTo>
                  <a:cubicBezTo>
                    <a:pt x="460" y="8675"/>
                    <a:pt x="137" y="9206"/>
                    <a:pt x="55" y="9800"/>
                  </a:cubicBezTo>
                  <a:cubicBezTo>
                    <a:pt x="1060" y="12145"/>
                    <a:pt x="2237" y="14414"/>
                    <a:pt x="3577" y="16586"/>
                  </a:cubicBezTo>
                  <a:cubicBezTo>
                    <a:pt x="2981" y="13917"/>
                    <a:pt x="2382" y="11215"/>
                    <a:pt x="2464" y="8483"/>
                  </a:cubicBezTo>
                  <a:cubicBezTo>
                    <a:pt x="2544" y="5752"/>
                    <a:pt x="3378" y="2939"/>
                    <a:pt x="5294" y="987"/>
                  </a:cubicBezTo>
                  <a:cubicBezTo>
                    <a:pt x="5206" y="657"/>
                    <a:pt x="5119" y="330"/>
                    <a:pt x="5032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64"/>
            <p:cNvSpPr/>
            <p:nvPr/>
          </p:nvSpPr>
          <p:spPr>
            <a:xfrm>
              <a:off x="2457216" y="1652476"/>
              <a:ext cx="576358" cy="852983"/>
            </a:xfrm>
            <a:custGeom>
              <a:avLst/>
              <a:gdLst/>
              <a:ahLst/>
              <a:cxnLst/>
              <a:rect l="l" t="t" r="r" b="b"/>
              <a:pathLst>
                <a:path w="13195" h="19528" extrusionOk="0">
                  <a:moveTo>
                    <a:pt x="5721" y="0"/>
                  </a:moveTo>
                  <a:cubicBezTo>
                    <a:pt x="5654" y="0"/>
                    <a:pt x="5589" y="11"/>
                    <a:pt x="5540" y="55"/>
                  </a:cubicBezTo>
                  <a:cubicBezTo>
                    <a:pt x="5414" y="166"/>
                    <a:pt x="5505" y="370"/>
                    <a:pt x="5581" y="519"/>
                  </a:cubicBezTo>
                  <a:cubicBezTo>
                    <a:pt x="6077" y="1475"/>
                    <a:pt x="5663" y="2635"/>
                    <a:pt x="5170" y="3591"/>
                  </a:cubicBezTo>
                  <a:cubicBezTo>
                    <a:pt x="4212" y="5450"/>
                    <a:pt x="2965" y="7143"/>
                    <a:pt x="1925" y="8959"/>
                  </a:cubicBezTo>
                  <a:cubicBezTo>
                    <a:pt x="887" y="10774"/>
                    <a:pt x="44" y="12772"/>
                    <a:pt x="13" y="14862"/>
                  </a:cubicBezTo>
                  <a:cubicBezTo>
                    <a:pt x="1" y="15699"/>
                    <a:pt x="146" y="16592"/>
                    <a:pt x="709" y="17211"/>
                  </a:cubicBezTo>
                  <a:cubicBezTo>
                    <a:pt x="1124" y="17668"/>
                    <a:pt x="1716" y="17917"/>
                    <a:pt x="2289" y="18149"/>
                  </a:cubicBezTo>
                  <a:cubicBezTo>
                    <a:pt x="3764" y="18742"/>
                    <a:pt x="5274" y="19307"/>
                    <a:pt x="6856" y="19478"/>
                  </a:cubicBezTo>
                  <a:cubicBezTo>
                    <a:pt x="7156" y="19510"/>
                    <a:pt x="7460" y="19527"/>
                    <a:pt x="7764" y="19527"/>
                  </a:cubicBezTo>
                  <a:cubicBezTo>
                    <a:pt x="9062" y="19527"/>
                    <a:pt x="10364" y="19216"/>
                    <a:pt x="11410" y="18464"/>
                  </a:cubicBezTo>
                  <a:cubicBezTo>
                    <a:pt x="12288" y="17835"/>
                    <a:pt x="12970" y="16854"/>
                    <a:pt x="13001" y="15774"/>
                  </a:cubicBezTo>
                  <a:cubicBezTo>
                    <a:pt x="13025" y="14927"/>
                    <a:pt x="12661" y="14128"/>
                    <a:pt x="12448" y="13309"/>
                  </a:cubicBezTo>
                  <a:cubicBezTo>
                    <a:pt x="11818" y="10882"/>
                    <a:pt x="12535" y="8340"/>
                    <a:pt x="12959" y="5869"/>
                  </a:cubicBezTo>
                  <a:cubicBezTo>
                    <a:pt x="13092" y="5091"/>
                    <a:pt x="13194" y="4270"/>
                    <a:pt x="12918" y="3531"/>
                  </a:cubicBezTo>
                  <a:cubicBezTo>
                    <a:pt x="12588" y="2648"/>
                    <a:pt x="11778" y="2038"/>
                    <a:pt x="10957" y="1574"/>
                  </a:cubicBezTo>
                  <a:cubicBezTo>
                    <a:pt x="9372" y="681"/>
                    <a:pt x="7613" y="146"/>
                    <a:pt x="5802" y="4"/>
                  </a:cubicBezTo>
                  <a:cubicBezTo>
                    <a:pt x="5775" y="2"/>
                    <a:pt x="5748" y="0"/>
                    <a:pt x="5721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64"/>
            <p:cNvSpPr/>
            <p:nvPr/>
          </p:nvSpPr>
          <p:spPr>
            <a:xfrm>
              <a:off x="2649146" y="1736341"/>
              <a:ext cx="380846" cy="692634"/>
            </a:xfrm>
            <a:custGeom>
              <a:avLst/>
              <a:gdLst/>
              <a:ahLst/>
              <a:cxnLst/>
              <a:rect l="l" t="t" r="r" b="b"/>
              <a:pathLst>
                <a:path w="8719" h="15857" extrusionOk="0">
                  <a:moveTo>
                    <a:pt x="6219" y="1"/>
                  </a:moveTo>
                  <a:cubicBezTo>
                    <a:pt x="6170" y="1"/>
                    <a:pt x="6120" y="3"/>
                    <a:pt x="6071" y="7"/>
                  </a:cubicBezTo>
                  <a:cubicBezTo>
                    <a:pt x="5018" y="94"/>
                    <a:pt x="4246" y="1083"/>
                    <a:pt x="3942" y="2093"/>
                  </a:cubicBezTo>
                  <a:cubicBezTo>
                    <a:pt x="3638" y="3104"/>
                    <a:pt x="3666" y="4186"/>
                    <a:pt x="3453" y="5220"/>
                  </a:cubicBezTo>
                  <a:cubicBezTo>
                    <a:pt x="3127" y="6800"/>
                    <a:pt x="2260" y="8204"/>
                    <a:pt x="1535" y="9646"/>
                  </a:cubicBezTo>
                  <a:cubicBezTo>
                    <a:pt x="811" y="11086"/>
                    <a:pt x="0" y="11828"/>
                    <a:pt x="261" y="13421"/>
                  </a:cubicBezTo>
                  <a:cubicBezTo>
                    <a:pt x="343" y="13934"/>
                    <a:pt x="1242" y="15138"/>
                    <a:pt x="1648" y="15460"/>
                  </a:cubicBezTo>
                  <a:cubicBezTo>
                    <a:pt x="1979" y="15720"/>
                    <a:pt x="2536" y="15856"/>
                    <a:pt x="3021" y="15856"/>
                  </a:cubicBezTo>
                  <a:cubicBezTo>
                    <a:pt x="3175" y="15856"/>
                    <a:pt x="3321" y="15843"/>
                    <a:pt x="3451" y="15815"/>
                  </a:cubicBezTo>
                  <a:cubicBezTo>
                    <a:pt x="4319" y="15629"/>
                    <a:pt x="4716" y="15167"/>
                    <a:pt x="5284" y="14484"/>
                  </a:cubicBezTo>
                  <a:cubicBezTo>
                    <a:pt x="5852" y="13803"/>
                    <a:pt x="5887" y="13007"/>
                    <a:pt x="6266" y="12204"/>
                  </a:cubicBezTo>
                  <a:cubicBezTo>
                    <a:pt x="7482" y="9626"/>
                    <a:pt x="8518" y="6899"/>
                    <a:pt x="8669" y="4051"/>
                  </a:cubicBezTo>
                  <a:cubicBezTo>
                    <a:pt x="8718" y="3140"/>
                    <a:pt x="8667" y="2194"/>
                    <a:pt x="8252" y="1381"/>
                  </a:cubicBezTo>
                  <a:cubicBezTo>
                    <a:pt x="7858" y="615"/>
                    <a:pt x="7071" y="1"/>
                    <a:pt x="6219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64"/>
            <p:cNvSpPr/>
            <p:nvPr/>
          </p:nvSpPr>
          <p:spPr>
            <a:xfrm>
              <a:off x="2329671" y="1682309"/>
              <a:ext cx="103958" cy="330876"/>
            </a:xfrm>
            <a:custGeom>
              <a:avLst/>
              <a:gdLst/>
              <a:ahLst/>
              <a:cxnLst/>
              <a:rect l="l" t="t" r="r" b="b"/>
              <a:pathLst>
                <a:path w="2380" h="7575" extrusionOk="0">
                  <a:moveTo>
                    <a:pt x="2243" y="0"/>
                  </a:moveTo>
                  <a:cubicBezTo>
                    <a:pt x="712" y="2172"/>
                    <a:pt x="0" y="4933"/>
                    <a:pt x="291" y="7575"/>
                  </a:cubicBezTo>
                  <a:lnTo>
                    <a:pt x="457" y="7557"/>
                  </a:lnTo>
                  <a:cubicBezTo>
                    <a:pt x="169" y="4955"/>
                    <a:pt x="870" y="2236"/>
                    <a:pt x="2380" y="97"/>
                  </a:cubicBezTo>
                  <a:lnTo>
                    <a:pt x="2243" y="0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64"/>
            <p:cNvSpPr/>
            <p:nvPr/>
          </p:nvSpPr>
          <p:spPr>
            <a:xfrm>
              <a:off x="2660678" y="1529735"/>
              <a:ext cx="340835" cy="901249"/>
            </a:xfrm>
            <a:custGeom>
              <a:avLst/>
              <a:gdLst/>
              <a:ahLst/>
              <a:cxnLst/>
              <a:rect l="l" t="t" r="r" b="b"/>
              <a:pathLst>
                <a:path w="7803" h="20633" extrusionOk="0">
                  <a:moveTo>
                    <a:pt x="4751" y="0"/>
                  </a:moveTo>
                  <a:cubicBezTo>
                    <a:pt x="4463" y="0"/>
                    <a:pt x="4089" y="213"/>
                    <a:pt x="4083" y="501"/>
                  </a:cubicBezTo>
                  <a:cubicBezTo>
                    <a:pt x="4016" y="445"/>
                    <a:pt x="3938" y="420"/>
                    <a:pt x="3858" y="420"/>
                  </a:cubicBezTo>
                  <a:cubicBezTo>
                    <a:pt x="3675" y="420"/>
                    <a:pt x="3478" y="548"/>
                    <a:pt x="3367" y="722"/>
                  </a:cubicBezTo>
                  <a:cubicBezTo>
                    <a:pt x="3205" y="973"/>
                    <a:pt x="3183" y="1314"/>
                    <a:pt x="3221" y="1625"/>
                  </a:cubicBezTo>
                  <a:cubicBezTo>
                    <a:pt x="3261" y="1936"/>
                    <a:pt x="3356" y="2233"/>
                    <a:pt x="3405" y="2543"/>
                  </a:cubicBezTo>
                  <a:cubicBezTo>
                    <a:pt x="3531" y="3326"/>
                    <a:pt x="3367" y="4141"/>
                    <a:pt x="3487" y="4926"/>
                  </a:cubicBezTo>
                  <a:cubicBezTo>
                    <a:pt x="3527" y="5186"/>
                    <a:pt x="3598" y="5443"/>
                    <a:pt x="3697" y="5689"/>
                  </a:cubicBezTo>
                  <a:cubicBezTo>
                    <a:pt x="3092" y="7300"/>
                    <a:pt x="2320" y="8830"/>
                    <a:pt x="1635" y="10403"/>
                  </a:cubicBezTo>
                  <a:cubicBezTo>
                    <a:pt x="750" y="12439"/>
                    <a:pt x="0" y="14637"/>
                    <a:pt x="26" y="16922"/>
                  </a:cubicBezTo>
                  <a:cubicBezTo>
                    <a:pt x="33" y="17615"/>
                    <a:pt x="117" y="18320"/>
                    <a:pt x="359" y="18954"/>
                  </a:cubicBezTo>
                  <a:cubicBezTo>
                    <a:pt x="599" y="19587"/>
                    <a:pt x="1014" y="20146"/>
                    <a:pt x="1557" y="20425"/>
                  </a:cubicBezTo>
                  <a:cubicBezTo>
                    <a:pt x="1841" y="20570"/>
                    <a:pt x="2147" y="20632"/>
                    <a:pt x="2456" y="20632"/>
                  </a:cubicBezTo>
                  <a:cubicBezTo>
                    <a:pt x="2824" y="20632"/>
                    <a:pt x="3198" y="20545"/>
                    <a:pt x="3547" y="20405"/>
                  </a:cubicBezTo>
                  <a:cubicBezTo>
                    <a:pt x="4221" y="20137"/>
                    <a:pt x="4858" y="19660"/>
                    <a:pt x="5237" y="18954"/>
                  </a:cubicBezTo>
                  <a:cubicBezTo>
                    <a:pt x="5789" y="17930"/>
                    <a:pt x="5718" y="16627"/>
                    <a:pt x="5676" y="15416"/>
                  </a:cubicBezTo>
                  <a:cubicBezTo>
                    <a:pt x="5585" y="12714"/>
                    <a:pt x="5750" y="9997"/>
                    <a:pt x="6211" y="7350"/>
                  </a:cubicBezTo>
                  <a:cubicBezTo>
                    <a:pt x="6688" y="6527"/>
                    <a:pt x="7151" y="5693"/>
                    <a:pt x="7586" y="4837"/>
                  </a:cubicBezTo>
                  <a:cubicBezTo>
                    <a:pt x="7693" y="4627"/>
                    <a:pt x="7803" y="4398"/>
                    <a:pt x="7784" y="4154"/>
                  </a:cubicBezTo>
                  <a:cubicBezTo>
                    <a:pt x="7768" y="3919"/>
                    <a:pt x="7635" y="3721"/>
                    <a:pt x="7531" y="3517"/>
                  </a:cubicBezTo>
                  <a:cubicBezTo>
                    <a:pt x="7165" y="2796"/>
                    <a:pt x="7273" y="1767"/>
                    <a:pt x="7256" y="928"/>
                  </a:cubicBezTo>
                  <a:cubicBezTo>
                    <a:pt x="7188" y="783"/>
                    <a:pt x="7073" y="736"/>
                    <a:pt x="6911" y="736"/>
                  </a:cubicBezTo>
                  <a:cubicBezTo>
                    <a:pt x="6834" y="736"/>
                    <a:pt x="6747" y="747"/>
                    <a:pt x="6650" y="762"/>
                  </a:cubicBezTo>
                  <a:cubicBezTo>
                    <a:pt x="6593" y="771"/>
                    <a:pt x="6550" y="778"/>
                    <a:pt x="6514" y="778"/>
                  </a:cubicBezTo>
                  <a:cubicBezTo>
                    <a:pt x="6438" y="778"/>
                    <a:pt x="6397" y="745"/>
                    <a:pt x="6339" y="620"/>
                  </a:cubicBezTo>
                  <a:cubicBezTo>
                    <a:pt x="6253" y="436"/>
                    <a:pt x="6144" y="247"/>
                    <a:pt x="5974" y="181"/>
                  </a:cubicBezTo>
                  <a:cubicBezTo>
                    <a:pt x="5876" y="143"/>
                    <a:pt x="5765" y="65"/>
                    <a:pt x="5661" y="65"/>
                  </a:cubicBezTo>
                  <a:cubicBezTo>
                    <a:pt x="5640" y="65"/>
                    <a:pt x="5619" y="68"/>
                    <a:pt x="5599" y="75"/>
                  </a:cubicBezTo>
                  <a:cubicBezTo>
                    <a:pt x="5365" y="160"/>
                    <a:pt x="5233" y="191"/>
                    <a:pt x="5153" y="191"/>
                  </a:cubicBezTo>
                  <a:cubicBezTo>
                    <a:pt x="4999" y="191"/>
                    <a:pt x="5040" y="77"/>
                    <a:pt x="4913" y="28"/>
                  </a:cubicBezTo>
                  <a:cubicBezTo>
                    <a:pt x="4865" y="9"/>
                    <a:pt x="4810" y="0"/>
                    <a:pt x="4751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64"/>
            <p:cNvSpPr/>
            <p:nvPr/>
          </p:nvSpPr>
          <p:spPr>
            <a:xfrm>
              <a:off x="2354000" y="1457270"/>
              <a:ext cx="345989" cy="534381"/>
            </a:xfrm>
            <a:custGeom>
              <a:avLst/>
              <a:gdLst/>
              <a:ahLst/>
              <a:cxnLst/>
              <a:rect l="l" t="t" r="r" b="b"/>
              <a:pathLst>
                <a:path w="7921" h="12234" extrusionOk="0">
                  <a:moveTo>
                    <a:pt x="1313" y="1"/>
                  </a:moveTo>
                  <a:cubicBezTo>
                    <a:pt x="1524" y="2135"/>
                    <a:pt x="1550" y="4284"/>
                    <a:pt x="1389" y="6423"/>
                  </a:cubicBezTo>
                  <a:cubicBezTo>
                    <a:pt x="1207" y="6693"/>
                    <a:pt x="1045" y="6973"/>
                    <a:pt x="902" y="7264"/>
                  </a:cubicBezTo>
                  <a:cubicBezTo>
                    <a:pt x="146" y="8783"/>
                    <a:pt x="20" y="10489"/>
                    <a:pt x="0" y="12184"/>
                  </a:cubicBezTo>
                  <a:cubicBezTo>
                    <a:pt x="159" y="12218"/>
                    <a:pt x="312" y="12233"/>
                    <a:pt x="459" y="12233"/>
                  </a:cubicBezTo>
                  <a:cubicBezTo>
                    <a:pt x="1237" y="12233"/>
                    <a:pt x="1869" y="11802"/>
                    <a:pt x="2602" y="11350"/>
                  </a:cubicBezTo>
                  <a:cubicBezTo>
                    <a:pt x="4354" y="10269"/>
                    <a:pt x="5940" y="8941"/>
                    <a:pt x="7311" y="7408"/>
                  </a:cubicBezTo>
                  <a:cubicBezTo>
                    <a:pt x="7613" y="7071"/>
                    <a:pt x="7921" y="6674"/>
                    <a:pt x="7895" y="6225"/>
                  </a:cubicBezTo>
                  <a:cubicBezTo>
                    <a:pt x="7873" y="5800"/>
                    <a:pt x="7548" y="5440"/>
                    <a:pt x="7167" y="5252"/>
                  </a:cubicBezTo>
                  <a:cubicBezTo>
                    <a:pt x="7123" y="5232"/>
                    <a:pt x="7078" y="5218"/>
                    <a:pt x="7034" y="5199"/>
                  </a:cubicBezTo>
                  <a:cubicBezTo>
                    <a:pt x="6247" y="3572"/>
                    <a:pt x="5876" y="1778"/>
                    <a:pt x="5962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64"/>
            <p:cNvSpPr/>
            <p:nvPr/>
          </p:nvSpPr>
          <p:spPr>
            <a:xfrm>
              <a:off x="2411352" y="1457270"/>
              <a:ext cx="176511" cy="228665"/>
            </a:xfrm>
            <a:custGeom>
              <a:avLst/>
              <a:gdLst/>
              <a:ahLst/>
              <a:cxnLst/>
              <a:rect l="l" t="t" r="r" b="b"/>
              <a:pathLst>
                <a:path w="4041" h="5235" extrusionOk="0">
                  <a:moveTo>
                    <a:pt x="0" y="1"/>
                  </a:moveTo>
                  <a:cubicBezTo>
                    <a:pt x="171" y="1740"/>
                    <a:pt x="220" y="3490"/>
                    <a:pt x="146" y="5234"/>
                  </a:cubicBezTo>
                  <a:cubicBezTo>
                    <a:pt x="2309" y="4409"/>
                    <a:pt x="3957" y="2663"/>
                    <a:pt x="4040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64"/>
            <p:cNvSpPr/>
            <p:nvPr/>
          </p:nvSpPr>
          <p:spPr>
            <a:xfrm>
              <a:off x="2257031" y="1158018"/>
              <a:ext cx="415353" cy="422429"/>
            </a:xfrm>
            <a:custGeom>
              <a:avLst/>
              <a:gdLst/>
              <a:ahLst/>
              <a:cxnLst/>
              <a:rect l="l" t="t" r="r" b="b"/>
              <a:pathLst>
                <a:path w="9509" h="9671" extrusionOk="0">
                  <a:moveTo>
                    <a:pt x="4710" y="1"/>
                  </a:moveTo>
                  <a:cubicBezTo>
                    <a:pt x="4536" y="1"/>
                    <a:pt x="4360" y="19"/>
                    <a:pt x="4185" y="60"/>
                  </a:cubicBezTo>
                  <a:cubicBezTo>
                    <a:pt x="3296" y="268"/>
                    <a:pt x="2630" y="1000"/>
                    <a:pt x="2131" y="1765"/>
                  </a:cubicBezTo>
                  <a:cubicBezTo>
                    <a:pt x="1956" y="2034"/>
                    <a:pt x="1914" y="3032"/>
                    <a:pt x="1654" y="3221"/>
                  </a:cubicBezTo>
                  <a:cubicBezTo>
                    <a:pt x="1" y="4418"/>
                    <a:pt x="254" y="6928"/>
                    <a:pt x="458" y="9177"/>
                  </a:cubicBezTo>
                  <a:cubicBezTo>
                    <a:pt x="1280" y="9511"/>
                    <a:pt x="2135" y="9670"/>
                    <a:pt x="2980" y="9670"/>
                  </a:cubicBezTo>
                  <a:cubicBezTo>
                    <a:pt x="5234" y="9670"/>
                    <a:pt x="7409" y="8533"/>
                    <a:pt x="8671" y="6528"/>
                  </a:cubicBezTo>
                  <a:cubicBezTo>
                    <a:pt x="9172" y="5732"/>
                    <a:pt x="9509" y="4778"/>
                    <a:pt x="9334" y="3855"/>
                  </a:cubicBezTo>
                  <a:cubicBezTo>
                    <a:pt x="9134" y="2801"/>
                    <a:pt x="8318" y="1979"/>
                    <a:pt x="7491" y="1295"/>
                  </a:cubicBezTo>
                  <a:cubicBezTo>
                    <a:pt x="6691" y="631"/>
                    <a:pt x="5716" y="1"/>
                    <a:pt x="4710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64"/>
            <p:cNvSpPr/>
            <p:nvPr/>
          </p:nvSpPr>
          <p:spPr>
            <a:xfrm>
              <a:off x="2662119" y="975960"/>
              <a:ext cx="300344" cy="511711"/>
            </a:xfrm>
            <a:custGeom>
              <a:avLst/>
              <a:gdLst/>
              <a:ahLst/>
              <a:cxnLst/>
              <a:rect l="l" t="t" r="r" b="b"/>
              <a:pathLst>
                <a:path w="6876" h="11715" extrusionOk="0">
                  <a:moveTo>
                    <a:pt x="2896" y="0"/>
                  </a:moveTo>
                  <a:cubicBezTo>
                    <a:pt x="2341" y="0"/>
                    <a:pt x="1780" y="52"/>
                    <a:pt x="1271" y="270"/>
                  </a:cubicBezTo>
                  <a:cubicBezTo>
                    <a:pt x="707" y="510"/>
                    <a:pt x="213" y="991"/>
                    <a:pt x="100" y="1594"/>
                  </a:cubicBezTo>
                  <a:cubicBezTo>
                    <a:pt x="0" y="2120"/>
                    <a:pt x="191" y="2651"/>
                    <a:pt x="328" y="3170"/>
                  </a:cubicBezTo>
                  <a:cubicBezTo>
                    <a:pt x="464" y="3689"/>
                    <a:pt x="528" y="4287"/>
                    <a:pt x="213" y="4722"/>
                  </a:cubicBezTo>
                  <a:cubicBezTo>
                    <a:pt x="415" y="5166"/>
                    <a:pt x="359" y="5681"/>
                    <a:pt x="271" y="6164"/>
                  </a:cubicBezTo>
                  <a:cubicBezTo>
                    <a:pt x="184" y="6645"/>
                    <a:pt x="69" y="7138"/>
                    <a:pt x="168" y="7617"/>
                  </a:cubicBezTo>
                  <a:cubicBezTo>
                    <a:pt x="266" y="8095"/>
                    <a:pt x="650" y="8556"/>
                    <a:pt x="1139" y="8556"/>
                  </a:cubicBezTo>
                  <a:cubicBezTo>
                    <a:pt x="1140" y="8556"/>
                    <a:pt x="1141" y="8556"/>
                    <a:pt x="1142" y="8556"/>
                  </a:cubicBezTo>
                  <a:cubicBezTo>
                    <a:pt x="1404" y="8555"/>
                    <a:pt x="1646" y="8425"/>
                    <a:pt x="1901" y="8363"/>
                  </a:cubicBezTo>
                  <a:cubicBezTo>
                    <a:pt x="1970" y="8347"/>
                    <a:pt x="2043" y="8338"/>
                    <a:pt x="2115" y="8338"/>
                  </a:cubicBezTo>
                  <a:cubicBezTo>
                    <a:pt x="2315" y="8338"/>
                    <a:pt x="2511" y="8406"/>
                    <a:pt x="2600" y="8576"/>
                  </a:cubicBezTo>
                  <a:cubicBezTo>
                    <a:pt x="2713" y="8789"/>
                    <a:pt x="2598" y="9052"/>
                    <a:pt x="2458" y="9252"/>
                  </a:cubicBezTo>
                  <a:cubicBezTo>
                    <a:pt x="2238" y="9569"/>
                    <a:pt x="1948" y="9847"/>
                    <a:pt x="1817" y="10212"/>
                  </a:cubicBezTo>
                  <a:cubicBezTo>
                    <a:pt x="1688" y="10576"/>
                    <a:pt x="1795" y="11073"/>
                    <a:pt x="2163" y="11193"/>
                  </a:cubicBezTo>
                  <a:cubicBezTo>
                    <a:pt x="2221" y="11212"/>
                    <a:pt x="2280" y="11220"/>
                    <a:pt x="2339" y="11220"/>
                  </a:cubicBezTo>
                  <a:cubicBezTo>
                    <a:pt x="2543" y="11220"/>
                    <a:pt x="2750" y="11122"/>
                    <a:pt x="2937" y="11025"/>
                  </a:cubicBezTo>
                  <a:lnTo>
                    <a:pt x="4345" y="10297"/>
                  </a:lnTo>
                  <a:lnTo>
                    <a:pt x="4345" y="10297"/>
                  </a:lnTo>
                  <a:cubicBezTo>
                    <a:pt x="4182" y="10590"/>
                    <a:pt x="4015" y="10931"/>
                    <a:pt x="4126" y="11248"/>
                  </a:cubicBezTo>
                  <a:cubicBezTo>
                    <a:pt x="4233" y="11551"/>
                    <a:pt x="4571" y="11714"/>
                    <a:pt x="4898" y="11714"/>
                  </a:cubicBezTo>
                  <a:cubicBezTo>
                    <a:pt x="4940" y="11714"/>
                    <a:pt x="4981" y="11712"/>
                    <a:pt x="5022" y="11706"/>
                  </a:cubicBezTo>
                  <a:cubicBezTo>
                    <a:pt x="5381" y="11659"/>
                    <a:pt x="5697" y="11453"/>
                    <a:pt x="6000" y="11253"/>
                  </a:cubicBezTo>
                  <a:cubicBezTo>
                    <a:pt x="5988" y="11252"/>
                    <a:pt x="5976" y="11252"/>
                    <a:pt x="5964" y="11252"/>
                  </a:cubicBezTo>
                  <a:cubicBezTo>
                    <a:pt x="5690" y="11252"/>
                    <a:pt x="5442" y="11427"/>
                    <a:pt x="5171" y="11482"/>
                  </a:cubicBezTo>
                  <a:cubicBezTo>
                    <a:pt x="5139" y="11489"/>
                    <a:pt x="5105" y="11492"/>
                    <a:pt x="5071" y="11492"/>
                  </a:cubicBezTo>
                  <a:cubicBezTo>
                    <a:pt x="4807" y="11492"/>
                    <a:pt x="4515" y="11302"/>
                    <a:pt x="4598" y="11060"/>
                  </a:cubicBezTo>
                  <a:cubicBezTo>
                    <a:pt x="4656" y="10883"/>
                    <a:pt x="4873" y="10823"/>
                    <a:pt x="5055" y="10789"/>
                  </a:cubicBezTo>
                  <a:lnTo>
                    <a:pt x="5849" y="10641"/>
                  </a:lnTo>
                  <a:cubicBezTo>
                    <a:pt x="6047" y="10603"/>
                    <a:pt x="6267" y="10554"/>
                    <a:pt x="6386" y="10388"/>
                  </a:cubicBezTo>
                  <a:cubicBezTo>
                    <a:pt x="6564" y="10142"/>
                    <a:pt x="6398" y="9773"/>
                    <a:pt x="6140" y="9614"/>
                  </a:cubicBezTo>
                  <a:cubicBezTo>
                    <a:pt x="5880" y="9456"/>
                    <a:pt x="5563" y="9440"/>
                    <a:pt x="5262" y="9394"/>
                  </a:cubicBezTo>
                  <a:cubicBezTo>
                    <a:pt x="4962" y="9347"/>
                    <a:pt x="4640" y="9241"/>
                    <a:pt x="4481" y="8982"/>
                  </a:cubicBezTo>
                  <a:cubicBezTo>
                    <a:pt x="4241" y="8587"/>
                    <a:pt x="4519" y="8061"/>
                    <a:pt x="4904" y="7804"/>
                  </a:cubicBezTo>
                  <a:cubicBezTo>
                    <a:pt x="5288" y="7548"/>
                    <a:pt x="5758" y="7451"/>
                    <a:pt x="6153" y="7213"/>
                  </a:cubicBezTo>
                  <a:cubicBezTo>
                    <a:pt x="6548" y="6974"/>
                    <a:pt x="6875" y="6492"/>
                    <a:pt x="6693" y="6067"/>
                  </a:cubicBezTo>
                  <a:cubicBezTo>
                    <a:pt x="6590" y="5823"/>
                    <a:pt x="6347" y="5669"/>
                    <a:pt x="6109" y="5552"/>
                  </a:cubicBezTo>
                  <a:cubicBezTo>
                    <a:pt x="5781" y="5392"/>
                    <a:pt x="5430" y="5273"/>
                    <a:pt x="5124" y="5073"/>
                  </a:cubicBezTo>
                  <a:cubicBezTo>
                    <a:pt x="4816" y="4873"/>
                    <a:pt x="4550" y="4572"/>
                    <a:pt x="4505" y="4208"/>
                  </a:cubicBezTo>
                  <a:cubicBezTo>
                    <a:pt x="4397" y="3345"/>
                    <a:pt x="5506" y="2806"/>
                    <a:pt x="5699" y="1958"/>
                  </a:cubicBezTo>
                  <a:cubicBezTo>
                    <a:pt x="5839" y="1346"/>
                    <a:pt x="5441" y="709"/>
                    <a:pt x="4900" y="392"/>
                  </a:cubicBezTo>
                  <a:cubicBezTo>
                    <a:pt x="4357" y="73"/>
                    <a:pt x="3705" y="11"/>
                    <a:pt x="3079" y="2"/>
                  </a:cubicBezTo>
                  <a:cubicBezTo>
                    <a:pt x="3018" y="1"/>
                    <a:pt x="2957" y="0"/>
                    <a:pt x="2896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64"/>
            <p:cNvSpPr/>
            <p:nvPr/>
          </p:nvSpPr>
          <p:spPr>
            <a:xfrm>
              <a:off x="2369725" y="1122113"/>
              <a:ext cx="406704" cy="384777"/>
            </a:xfrm>
            <a:custGeom>
              <a:avLst/>
              <a:gdLst/>
              <a:ahLst/>
              <a:cxnLst/>
              <a:rect l="l" t="t" r="r" b="b"/>
              <a:pathLst>
                <a:path w="9311" h="8809" extrusionOk="0">
                  <a:moveTo>
                    <a:pt x="3681" y="1"/>
                  </a:moveTo>
                  <a:cubicBezTo>
                    <a:pt x="2060" y="1"/>
                    <a:pt x="1" y="331"/>
                    <a:pt x="651" y="1345"/>
                  </a:cubicBezTo>
                  <a:cubicBezTo>
                    <a:pt x="2264" y="1734"/>
                    <a:pt x="3524" y="2763"/>
                    <a:pt x="4298" y="4233"/>
                  </a:cubicBezTo>
                  <a:cubicBezTo>
                    <a:pt x="4218" y="4970"/>
                    <a:pt x="4229" y="5717"/>
                    <a:pt x="4374" y="6283"/>
                  </a:cubicBezTo>
                  <a:cubicBezTo>
                    <a:pt x="4677" y="7466"/>
                    <a:pt x="5456" y="7954"/>
                    <a:pt x="5323" y="8808"/>
                  </a:cubicBezTo>
                  <a:cubicBezTo>
                    <a:pt x="6698" y="8213"/>
                    <a:pt x="7069" y="8342"/>
                    <a:pt x="7907" y="7100"/>
                  </a:cubicBezTo>
                  <a:cubicBezTo>
                    <a:pt x="8742" y="5857"/>
                    <a:pt x="9311" y="3701"/>
                    <a:pt x="8417" y="2419"/>
                  </a:cubicBezTo>
                  <a:cubicBezTo>
                    <a:pt x="7659" y="1152"/>
                    <a:pt x="6304" y="261"/>
                    <a:pt x="4840" y="67"/>
                  </a:cubicBezTo>
                  <a:cubicBezTo>
                    <a:pt x="4528" y="25"/>
                    <a:pt x="4121" y="1"/>
                    <a:pt x="3681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64"/>
            <p:cNvSpPr/>
            <p:nvPr/>
          </p:nvSpPr>
          <p:spPr>
            <a:xfrm>
              <a:off x="2556020" y="1391356"/>
              <a:ext cx="88714" cy="135190"/>
            </a:xfrm>
            <a:custGeom>
              <a:avLst/>
              <a:gdLst/>
              <a:ahLst/>
              <a:cxnLst/>
              <a:rect l="l" t="t" r="r" b="b"/>
              <a:pathLst>
                <a:path w="2031" h="3095" extrusionOk="0">
                  <a:moveTo>
                    <a:pt x="1202" y="0"/>
                  </a:moveTo>
                  <a:cubicBezTo>
                    <a:pt x="1059" y="0"/>
                    <a:pt x="915" y="31"/>
                    <a:pt x="785" y="88"/>
                  </a:cubicBezTo>
                  <a:cubicBezTo>
                    <a:pt x="472" y="224"/>
                    <a:pt x="230" y="481"/>
                    <a:pt x="11" y="743"/>
                  </a:cubicBezTo>
                  <a:lnTo>
                    <a:pt x="0" y="2679"/>
                  </a:lnTo>
                  <a:cubicBezTo>
                    <a:pt x="62" y="2936"/>
                    <a:pt x="337" y="3095"/>
                    <a:pt x="602" y="3095"/>
                  </a:cubicBezTo>
                  <a:cubicBezTo>
                    <a:pt x="632" y="3095"/>
                    <a:pt x="661" y="3093"/>
                    <a:pt x="690" y="3089"/>
                  </a:cubicBezTo>
                  <a:cubicBezTo>
                    <a:pt x="982" y="3050"/>
                    <a:pt x="1227" y="2856"/>
                    <a:pt x="1419" y="2633"/>
                  </a:cubicBezTo>
                  <a:cubicBezTo>
                    <a:pt x="1819" y="2162"/>
                    <a:pt x="2030" y="1561"/>
                    <a:pt x="2012" y="944"/>
                  </a:cubicBezTo>
                  <a:cubicBezTo>
                    <a:pt x="2003" y="672"/>
                    <a:pt x="1939" y="387"/>
                    <a:pt x="1744" y="201"/>
                  </a:cubicBezTo>
                  <a:cubicBezTo>
                    <a:pt x="1600" y="62"/>
                    <a:pt x="1403" y="0"/>
                    <a:pt x="1202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64"/>
            <p:cNvSpPr/>
            <p:nvPr/>
          </p:nvSpPr>
          <p:spPr>
            <a:xfrm>
              <a:off x="2275944" y="1265689"/>
              <a:ext cx="91772" cy="164586"/>
            </a:xfrm>
            <a:custGeom>
              <a:avLst/>
              <a:gdLst/>
              <a:ahLst/>
              <a:cxnLst/>
              <a:rect l="l" t="t" r="r" b="b"/>
              <a:pathLst>
                <a:path w="2101" h="3768" extrusionOk="0">
                  <a:moveTo>
                    <a:pt x="1838" y="1"/>
                  </a:moveTo>
                  <a:lnTo>
                    <a:pt x="1723" y="103"/>
                  </a:lnTo>
                  <a:cubicBezTo>
                    <a:pt x="1935" y="337"/>
                    <a:pt x="1915" y="694"/>
                    <a:pt x="1804" y="942"/>
                  </a:cubicBezTo>
                  <a:cubicBezTo>
                    <a:pt x="1694" y="1184"/>
                    <a:pt x="1494" y="1399"/>
                    <a:pt x="1172" y="1625"/>
                  </a:cubicBezTo>
                  <a:cubicBezTo>
                    <a:pt x="1072" y="1692"/>
                    <a:pt x="970" y="1758"/>
                    <a:pt x="868" y="1823"/>
                  </a:cubicBezTo>
                  <a:cubicBezTo>
                    <a:pt x="695" y="1933"/>
                    <a:pt x="516" y="2045"/>
                    <a:pt x="354" y="2177"/>
                  </a:cubicBezTo>
                  <a:cubicBezTo>
                    <a:pt x="263" y="2253"/>
                    <a:pt x="163" y="2346"/>
                    <a:pt x="116" y="2473"/>
                  </a:cubicBezTo>
                  <a:cubicBezTo>
                    <a:pt x="1" y="2777"/>
                    <a:pt x="238" y="3092"/>
                    <a:pt x="524" y="3271"/>
                  </a:cubicBezTo>
                  <a:cubicBezTo>
                    <a:pt x="578" y="3305"/>
                    <a:pt x="636" y="3338"/>
                    <a:pt x="693" y="3371"/>
                  </a:cubicBezTo>
                  <a:cubicBezTo>
                    <a:pt x="891" y="3482"/>
                    <a:pt x="1077" y="3588"/>
                    <a:pt x="1175" y="3768"/>
                  </a:cubicBezTo>
                  <a:lnTo>
                    <a:pt x="1308" y="3693"/>
                  </a:lnTo>
                  <a:cubicBezTo>
                    <a:pt x="1192" y="3477"/>
                    <a:pt x="977" y="3356"/>
                    <a:pt x="769" y="3238"/>
                  </a:cubicBezTo>
                  <a:cubicBezTo>
                    <a:pt x="713" y="3207"/>
                    <a:pt x="658" y="3174"/>
                    <a:pt x="604" y="3142"/>
                  </a:cubicBezTo>
                  <a:cubicBezTo>
                    <a:pt x="380" y="3001"/>
                    <a:pt x="176" y="2748"/>
                    <a:pt x="258" y="2526"/>
                  </a:cubicBezTo>
                  <a:cubicBezTo>
                    <a:pt x="292" y="2433"/>
                    <a:pt x="376" y="2357"/>
                    <a:pt x="453" y="2295"/>
                  </a:cubicBezTo>
                  <a:cubicBezTo>
                    <a:pt x="607" y="2167"/>
                    <a:pt x="780" y="2058"/>
                    <a:pt x="950" y="1951"/>
                  </a:cubicBezTo>
                  <a:cubicBezTo>
                    <a:pt x="1053" y="1885"/>
                    <a:pt x="1157" y="1820"/>
                    <a:pt x="1259" y="1749"/>
                  </a:cubicBezTo>
                  <a:cubicBezTo>
                    <a:pt x="1605" y="1508"/>
                    <a:pt x="1822" y="1272"/>
                    <a:pt x="1942" y="1006"/>
                  </a:cubicBezTo>
                  <a:cubicBezTo>
                    <a:pt x="2100" y="652"/>
                    <a:pt x="2059" y="250"/>
                    <a:pt x="1838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64"/>
            <p:cNvSpPr/>
            <p:nvPr/>
          </p:nvSpPr>
          <p:spPr>
            <a:xfrm>
              <a:off x="2293547" y="1433595"/>
              <a:ext cx="68272" cy="55168"/>
            </a:xfrm>
            <a:custGeom>
              <a:avLst/>
              <a:gdLst/>
              <a:ahLst/>
              <a:cxnLst/>
              <a:rect l="l" t="t" r="r" b="b"/>
              <a:pathLst>
                <a:path w="1563" h="1263" extrusionOk="0">
                  <a:moveTo>
                    <a:pt x="177" y="292"/>
                  </a:moveTo>
                  <a:cubicBezTo>
                    <a:pt x="528" y="499"/>
                    <a:pt x="916" y="636"/>
                    <a:pt x="1319" y="696"/>
                  </a:cubicBezTo>
                  <a:cubicBezTo>
                    <a:pt x="1268" y="794"/>
                    <a:pt x="1200" y="885"/>
                    <a:pt x="1124" y="964"/>
                  </a:cubicBezTo>
                  <a:cubicBezTo>
                    <a:pt x="1027" y="1055"/>
                    <a:pt x="915" y="1110"/>
                    <a:pt x="807" y="1110"/>
                  </a:cubicBezTo>
                  <a:cubicBezTo>
                    <a:pt x="793" y="1110"/>
                    <a:pt x="779" y="1109"/>
                    <a:pt x="765" y="1107"/>
                  </a:cubicBezTo>
                  <a:cubicBezTo>
                    <a:pt x="619" y="1089"/>
                    <a:pt x="499" y="967"/>
                    <a:pt x="425" y="871"/>
                  </a:cubicBezTo>
                  <a:cubicBezTo>
                    <a:pt x="297" y="700"/>
                    <a:pt x="212" y="503"/>
                    <a:pt x="177" y="292"/>
                  </a:cubicBezTo>
                  <a:close/>
                  <a:moveTo>
                    <a:pt x="0" y="0"/>
                  </a:moveTo>
                  <a:lnTo>
                    <a:pt x="8" y="150"/>
                  </a:lnTo>
                  <a:cubicBezTo>
                    <a:pt x="24" y="445"/>
                    <a:pt x="126" y="727"/>
                    <a:pt x="304" y="962"/>
                  </a:cubicBezTo>
                  <a:cubicBezTo>
                    <a:pt x="437" y="1138"/>
                    <a:pt x="587" y="1239"/>
                    <a:pt x="745" y="1259"/>
                  </a:cubicBezTo>
                  <a:cubicBezTo>
                    <a:pt x="765" y="1260"/>
                    <a:pt x="785" y="1262"/>
                    <a:pt x="805" y="1262"/>
                  </a:cubicBezTo>
                  <a:cubicBezTo>
                    <a:pt x="951" y="1262"/>
                    <a:pt x="1107" y="1191"/>
                    <a:pt x="1229" y="1075"/>
                  </a:cubicBezTo>
                  <a:cubicBezTo>
                    <a:pt x="1351" y="956"/>
                    <a:pt x="1433" y="807"/>
                    <a:pt x="1508" y="674"/>
                  </a:cubicBezTo>
                  <a:lnTo>
                    <a:pt x="1563" y="574"/>
                  </a:lnTo>
                  <a:lnTo>
                    <a:pt x="1448" y="561"/>
                  </a:lnTo>
                  <a:cubicBezTo>
                    <a:pt x="976" y="507"/>
                    <a:pt x="523" y="343"/>
                    <a:pt x="126" y="8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64"/>
            <p:cNvSpPr/>
            <p:nvPr/>
          </p:nvSpPr>
          <p:spPr>
            <a:xfrm>
              <a:off x="2344522" y="1240792"/>
              <a:ext cx="16511" cy="15070"/>
            </a:xfrm>
            <a:custGeom>
              <a:avLst/>
              <a:gdLst/>
              <a:ahLst/>
              <a:cxnLst/>
              <a:rect l="l" t="t" r="r" b="b"/>
              <a:pathLst>
                <a:path w="378" h="345" extrusionOk="0">
                  <a:moveTo>
                    <a:pt x="62" y="1"/>
                  </a:moveTo>
                  <a:lnTo>
                    <a:pt x="1" y="139"/>
                  </a:lnTo>
                  <a:cubicBezTo>
                    <a:pt x="102" y="185"/>
                    <a:pt x="190" y="256"/>
                    <a:pt x="255" y="345"/>
                  </a:cubicBezTo>
                  <a:lnTo>
                    <a:pt x="377" y="252"/>
                  </a:lnTo>
                  <a:cubicBezTo>
                    <a:pt x="295" y="143"/>
                    <a:pt x="186" y="55"/>
                    <a:pt x="62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64"/>
            <p:cNvSpPr/>
            <p:nvPr/>
          </p:nvSpPr>
          <p:spPr>
            <a:xfrm>
              <a:off x="2422054" y="1283117"/>
              <a:ext cx="61370" cy="55080"/>
            </a:xfrm>
            <a:custGeom>
              <a:avLst/>
              <a:gdLst/>
              <a:ahLst/>
              <a:cxnLst/>
              <a:rect l="l" t="t" r="r" b="b"/>
              <a:pathLst>
                <a:path w="1405" h="1261" extrusionOk="0">
                  <a:moveTo>
                    <a:pt x="1" y="0"/>
                  </a:moveTo>
                  <a:lnTo>
                    <a:pt x="1" y="153"/>
                  </a:lnTo>
                  <a:cubicBezTo>
                    <a:pt x="185" y="153"/>
                    <a:pt x="425" y="162"/>
                    <a:pt x="647" y="239"/>
                  </a:cubicBezTo>
                  <a:cubicBezTo>
                    <a:pt x="866" y="314"/>
                    <a:pt x="1039" y="446"/>
                    <a:pt x="1135" y="610"/>
                  </a:cubicBezTo>
                  <a:cubicBezTo>
                    <a:pt x="1241" y="792"/>
                    <a:pt x="1246" y="1022"/>
                    <a:pt x="1146" y="1178"/>
                  </a:cubicBezTo>
                  <a:lnTo>
                    <a:pt x="1275" y="1260"/>
                  </a:lnTo>
                  <a:cubicBezTo>
                    <a:pt x="1405" y="1053"/>
                    <a:pt x="1401" y="767"/>
                    <a:pt x="1264" y="534"/>
                  </a:cubicBezTo>
                  <a:cubicBezTo>
                    <a:pt x="1152" y="337"/>
                    <a:pt x="948" y="182"/>
                    <a:pt x="696" y="95"/>
                  </a:cubicBezTo>
                  <a:cubicBezTo>
                    <a:pt x="452" y="11"/>
                    <a:pt x="197" y="0"/>
                    <a:pt x="1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64"/>
            <p:cNvSpPr/>
            <p:nvPr/>
          </p:nvSpPr>
          <p:spPr>
            <a:xfrm>
              <a:off x="2401000" y="1320813"/>
              <a:ext cx="38700" cy="26863"/>
            </a:xfrm>
            <a:custGeom>
              <a:avLst/>
              <a:gdLst/>
              <a:ahLst/>
              <a:cxnLst/>
              <a:rect l="l" t="t" r="r" b="b"/>
              <a:pathLst>
                <a:path w="886" h="615" extrusionOk="0">
                  <a:moveTo>
                    <a:pt x="448" y="0"/>
                  </a:moveTo>
                  <a:cubicBezTo>
                    <a:pt x="408" y="0"/>
                    <a:pt x="369" y="3"/>
                    <a:pt x="332" y="8"/>
                  </a:cubicBezTo>
                  <a:cubicBezTo>
                    <a:pt x="239" y="20"/>
                    <a:pt x="139" y="44"/>
                    <a:pt x="75" y="113"/>
                  </a:cubicBezTo>
                  <a:cubicBezTo>
                    <a:pt x="11" y="181"/>
                    <a:pt x="0" y="308"/>
                    <a:pt x="77" y="363"/>
                  </a:cubicBezTo>
                  <a:cubicBezTo>
                    <a:pt x="138" y="346"/>
                    <a:pt x="201" y="338"/>
                    <a:pt x="263" y="338"/>
                  </a:cubicBezTo>
                  <a:cubicBezTo>
                    <a:pt x="479" y="338"/>
                    <a:pt x="690" y="437"/>
                    <a:pt x="827" y="614"/>
                  </a:cubicBezTo>
                  <a:cubicBezTo>
                    <a:pt x="840" y="454"/>
                    <a:pt x="885" y="279"/>
                    <a:pt x="796" y="144"/>
                  </a:cubicBezTo>
                  <a:cubicBezTo>
                    <a:pt x="722" y="35"/>
                    <a:pt x="585" y="0"/>
                    <a:pt x="448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64"/>
            <p:cNvSpPr/>
            <p:nvPr/>
          </p:nvSpPr>
          <p:spPr>
            <a:xfrm>
              <a:off x="2331156" y="1282113"/>
              <a:ext cx="21360" cy="19569"/>
            </a:xfrm>
            <a:custGeom>
              <a:avLst/>
              <a:gdLst/>
              <a:ahLst/>
              <a:cxnLst/>
              <a:rect l="l" t="t" r="r" b="b"/>
              <a:pathLst>
                <a:path w="489" h="448" extrusionOk="0">
                  <a:moveTo>
                    <a:pt x="265" y="1"/>
                  </a:moveTo>
                  <a:cubicBezTo>
                    <a:pt x="211" y="1"/>
                    <a:pt x="155" y="20"/>
                    <a:pt x="114" y="56"/>
                  </a:cubicBezTo>
                  <a:cubicBezTo>
                    <a:pt x="30" y="129"/>
                    <a:pt x="1" y="247"/>
                    <a:pt x="4" y="358"/>
                  </a:cubicBezTo>
                  <a:cubicBezTo>
                    <a:pt x="33" y="355"/>
                    <a:pt x="61" y="353"/>
                    <a:pt x="90" y="353"/>
                  </a:cubicBezTo>
                  <a:cubicBezTo>
                    <a:pt x="214" y="353"/>
                    <a:pt x="337" y="385"/>
                    <a:pt x="445" y="448"/>
                  </a:cubicBezTo>
                  <a:cubicBezTo>
                    <a:pt x="425" y="318"/>
                    <a:pt x="489" y="169"/>
                    <a:pt x="408" y="65"/>
                  </a:cubicBezTo>
                  <a:cubicBezTo>
                    <a:pt x="374" y="21"/>
                    <a:pt x="321" y="1"/>
                    <a:pt x="265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64"/>
            <p:cNvSpPr/>
            <p:nvPr/>
          </p:nvSpPr>
          <p:spPr>
            <a:xfrm>
              <a:off x="-273002" y="2833845"/>
              <a:ext cx="72334" cy="1761178"/>
            </a:xfrm>
            <a:custGeom>
              <a:avLst/>
              <a:gdLst/>
              <a:ahLst/>
              <a:cxnLst/>
              <a:rect l="l" t="t" r="r" b="b"/>
              <a:pathLst>
                <a:path w="1656" h="40320" extrusionOk="0">
                  <a:moveTo>
                    <a:pt x="0" y="1"/>
                  </a:moveTo>
                  <a:lnTo>
                    <a:pt x="0" y="40319"/>
                  </a:lnTo>
                  <a:lnTo>
                    <a:pt x="1656" y="40319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64"/>
            <p:cNvSpPr/>
            <p:nvPr/>
          </p:nvSpPr>
          <p:spPr>
            <a:xfrm>
              <a:off x="2247247" y="2833845"/>
              <a:ext cx="72334" cy="1761178"/>
            </a:xfrm>
            <a:custGeom>
              <a:avLst/>
              <a:gdLst/>
              <a:ahLst/>
              <a:cxnLst/>
              <a:rect l="l" t="t" r="r" b="b"/>
              <a:pathLst>
                <a:path w="1656" h="40320" extrusionOk="0">
                  <a:moveTo>
                    <a:pt x="1" y="1"/>
                  </a:moveTo>
                  <a:lnTo>
                    <a:pt x="1" y="40319"/>
                  </a:lnTo>
                  <a:lnTo>
                    <a:pt x="1656" y="40319"/>
                  </a:lnTo>
                  <a:lnTo>
                    <a:pt x="1656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64"/>
            <p:cNvSpPr/>
            <p:nvPr/>
          </p:nvSpPr>
          <p:spPr>
            <a:xfrm>
              <a:off x="-737408" y="2819212"/>
              <a:ext cx="3583027" cy="75610"/>
            </a:xfrm>
            <a:custGeom>
              <a:avLst/>
              <a:gdLst/>
              <a:ahLst/>
              <a:cxnLst/>
              <a:rect l="l" t="t" r="r" b="b"/>
              <a:pathLst>
                <a:path w="82029" h="1731" extrusionOk="0">
                  <a:moveTo>
                    <a:pt x="1" y="1"/>
                  </a:moveTo>
                  <a:lnTo>
                    <a:pt x="1" y="1731"/>
                  </a:lnTo>
                  <a:lnTo>
                    <a:pt x="82029" y="1731"/>
                  </a:lnTo>
                  <a:lnTo>
                    <a:pt x="82029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64"/>
            <p:cNvSpPr/>
            <p:nvPr/>
          </p:nvSpPr>
          <p:spPr>
            <a:xfrm>
              <a:off x="-737408" y="2490214"/>
              <a:ext cx="3583114" cy="329041"/>
            </a:xfrm>
            <a:custGeom>
              <a:avLst/>
              <a:gdLst/>
              <a:ahLst/>
              <a:cxnLst/>
              <a:rect l="l" t="t" r="r" b="b"/>
              <a:pathLst>
                <a:path w="82031" h="7533" extrusionOk="0">
                  <a:moveTo>
                    <a:pt x="17373" y="0"/>
                  </a:moveTo>
                  <a:lnTo>
                    <a:pt x="1" y="7533"/>
                  </a:lnTo>
                  <a:lnTo>
                    <a:pt x="82031" y="7533"/>
                  </a:lnTo>
                  <a:lnTo>
                    <a:pt x="64658" y="0"/>
                  </a:ln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64"/>
            <p:cNvSpPr/>
            <p:nvPr/>
          </p:nvSpPr>
          <p:spPr>
            <a:xfrm>
              <a:off x="1440390" y="2418928"/>
              <a:ext cx="295888" cy="97319"/>
            </a:xfrm>
            <a:custGeom>
              <a:avLst/>
              <a:gdLst/>
              <a:ahLst/>
              <a:cxnLst/>
              <a:rect l="l" t="t" r="r" b="b"/>
              <a:pathLst>
                <a:path w="6774" h="2228" extrusionOk="0">
                  <a:moveTo>
                    <a:pt x="4121" y="0"/>
                  </a:moveTo>
                  <a:cubicBezTo>
                    <a:pt x="3539" y="0"/>
                    <a:pt x="2950" y="143"/>
                    <a:pt x="2409" y="370"/>
                  </a:cubicBezTo>
                  <a:cubicBezTo>
                    <a:pt x="1565" y="725"/>
                    <a:pt x="816" y="1275"/>
                    <a:pt x="77" y="1820"/>
                  </a:cubicBezTo>
                  <a:cubicBezTo>
                    <a:pt x="0" y="1929"/>
                    <a:pt x="71" y="2093"/>
                    <a:pt x="188" y="2162"/>
                  </a:cubicBezTo>
                  <a:cubicBezTo>
                    <a:pt x="286" y="2220"/>
                    <a:pt x="405" y="2228"/>
                    <a:pt x="522" y="2228"/>
                  </a:cubicBezTo>
                  <a:cubicBezTo>
                    <a:pt x="541" y="2228"/>
                    <a:pt x="560" y="2228"/>
                    <a:pt x="579" y="2227"/>
                  </a:cubicBezTo>
                  <a:lnTo>
                    <a:pt x="6774" y="2127"/>
                  </a:lnTo>
                  <a:cubicBezTo>
                    <a:pt x="6710" y="1211"/>
                    <a:pt x="5967" y="432"/>
                    <a:pt x="5095" y="148"/>
                  </a:cubicBezTo>
                  <a:cubicBezTo>
                    <a:pt x="4779" y="46"/>
                    <a:pt x="4451" y="0"/>
                    <a:pt x="4121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64"/>
            <p:cNvSpPr/>
            <p:nvPr/>
          </p:nvSpPr>
          <p:spPr>
            <a:xfrm>
              <a:off x="1331190" y="1485836"/>
              <a:ext cx="44117" cy="930428"/>
            </a:xfrm>
            <a:custGeom>
              <a:avLst/>
              <a:gdLst/>
              <a:ahLst/>
              <a:cxnLst/>
              <a:rect l="l" t="t" r="r" b="b"/>
              <a:pathLst>
                <a:path w="1010" h="21301" extrusionOk="0">
                  <a:moveTo>
                    <a:pt x="0" y="1"/>
                  </a:moveTo>
                  <a:lnTo>
                    <a:pt x="0" y="21301"/>
                  </a:lnTo>
                  <a:lnTo>
                    <a:pt x="1009" y="21301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64"/>
            <p:cNvSpPr/>
            <p:nvPr/>
          </p:nvSpPr>
          <p:spPr>
            <a:xfrm>
              <a:off x="777065" y="1485836"/>
              <a:ext cx="44117" cy="930428"/>
            </a:xfrm>
            <a:custGeom>
              <a:avLst/>
              <a:gdLst/>
              <a:ahLst/>
              <a:cxnLst/>
              <a:rect l="l" t="t" r="r" b="b"/>
              <a:pathLst>
                <a:path w="1010" h="21301" extrusionOk="0">
                  <a:moveTo>
                    <a:pt x="1" y="1"/>
                  </a:moveTo>
                  <a:lnTo>
                    <a:pt x="1" y="21301"/>
                  </a:lnTo>
                  <a:lnTo>
                    <a:pt x="1009" y="21301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64"/>
            <p:cNvSpPr/>
            <p:nvPr/>
          </p:nvSpPr>
          <p:spPr>
            <a:xfrm>
              <a:off x="815329" y="1485836"/>
              <a:ext cx="104002" cy="930428"/>
            </a:xfrm>
            <a:custGeom>
              <a:avLst/>
              <a:gdLst/>
              <a:ahLst/>
              <a:cxnLst/>
              <a:rect l="l" t="t" r="r" b="b"/>
              <a:pathLst>
                <a:path w="2381" h="21301" extrusionOk="0">
                  <a:moveTo>
                    <a:pt x="1" y="1"/>
                  </a:moveTo>
                  <a:lnTo>
                    <a:pt x="1" y="21301"/>
                  </a:lnTo>
                  <a:lnTo>
                    <a:pt x="2380" y="19924"/>
                  </a:lnTo>
                  <a:lnTo>
                    <a:pt x="2380" y="159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64"/>
            <p:cNvSpPr/>
            <p:nvPr/>
          </p:nvSpPr>
          <p:spPr>
            <a:xfrm>
              <a:off x="1043906" y="1330903"/>
              <a:ext cx="65520" cy="1472759"/>
            </a:xfrm>
            <a:custGeom>
              <a:avLst/>
              <a:gdLst/>
              <a:ahLst/>
              <a:cxnLst/>
              <a:rect l="l" t="t" r="r" b="b"/>
              <a:pathLst>
                <a:path w="1500" h="33717" extrusionOk="0">
                  <a:moveTo>
                    <a:pt x="1" y="1"/>
                  </a:moveTo>
                  <a:lnTo>
                    <a:pt x="1" y="33717"/>
                  </a:lnTo>
                  <a:lnTo>
                    <a:pt x="1499" y="33717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64"/>
            <p:cNvSpPr/>
            <p:nvPr/>
          </p:nvSpPr>
          <p:spPr>
            <a:xfrm>
              <a:off x="2526580" y="1347676"/>
              <a:ext cx="187256" cy="187562"/>
            </a:xfrm>
            <a:custGeom>
              <a:avLst/>
              <a:gdLst/>
              <a:ahLst/>
              <a:cxnLst/>
              <a:rect l="l" t="t" r="r" b="b"/>
              <a:pathLst>
                <a:path w="4287" h="4294" extrusionOk="0">
                  <a:moveTo>
                    <a:pt x="3113" y="1"/>
                  </a:moveTo>
                  <a:cubicBezTo>
                    <a:pt x="3097" y="1"/>
                    <a:pt x="3081" y="1"/>
                    <a:pt x="3065" y="1"/>
                  </a:cubicBezTo>
                  <a:cubicBezTo>
                    <a:pt x="1541" y="3"/>
                    <a:pt x="255" y="1133"/>
                    <a:pt x="57" y="2645"/>
                  </a:cubicBezTo>
                  <a:cubicBezTo>
                    <a:pt x="0" y="3078"/>
                    <a:pt x="51" y="3553"/>
                    <a:pt x="339" y="3881"/>
                  </a:cubicBezTo>
                  <a:cubicBezTo>
                    <a:pt x="600" y="4179"/>
                    <a:pt x="1003" y="4294"/>
                    <a:pt x="1407" y="4294"/>
                  </a:cubicBezTo>
                  <a:cubicBezTo>
                    <a:pt x="1531" y="4294"/>
                    <a:pt x="1655" y="4283"/>
                    <a:pt x="1776" y="4263"/>
                  </a:cubicBezTo>
                  <a:cubicBezTo>
                    <a:pt x="2961" y="4065"/>
                    <a:pt x="3973" y="3073"/>
                    <a:pt x="4196" y="1891"/>
                  </a:cubicBezTo>
                  <a:cubicBezTo>
                    <a:pt x="4287" y="1408"/>
                    <a:pt x="4237" y="862"/>
                    <a:pt x="3901" y="505"/>
                  </a:cubicBezTo>
                  <a:cubicBezTo>
                    <a:pt x="3460" y="40"/>
                    <a:pt x="3709" y="1"/>
                    <a:pt x="3113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64"/>
            <p:cNvSpPr/>
            <p:nvPr/>
          </p:nvSpPr>
          <p:spPr>
            <a:xfrm>
              <a:off x="2646656" y="1273027"/>
              <a:ext cx="52067" cy="96882"/>
            </a:xfrm>
            <a:custGeom>
              <a:avLst/>
              <a:gdLst/>
              <a:ahLst/>
              <a:cxnLst/>
              <a:rect l="l" t="t" r="r" b="b"/>
              <a:pathLst>
                <a:path w="1192" h="2218" extrusionOk="0">
                  <a:moveTo>
                    <a:pt x="1192" y="0"/>
                  </a:moveTo>
                  <a:lnTo>
                    <a:pt x="471" y="9"/>
                  </a:lnTo>
                  <a:cubicBezTo>
                    <a:pt x="436" y="688"/>
                    <a:pt x="278" y="1355"/>
                    <a:pt x="1" y="1976"/>
                  </a:cubicBezTo>
                  <a:cubicBezTo>
                    <a:pt x="276" y="1994"/>
                    <a:pt x="545" y="2078"/>
                    <a:pt x="782" y="2218"/>
                  </a:cubicBezTo>
                  <a:lnTo>
                    <a:pt x="1192" y="0"/>
                  </a:ln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64"/>
            <p:cNvSpPr/>
            <p:nvPr/>
          </p:nvSpPr>
          <p:spPr>
            <a:xfrm>
              <a:off x="2538592" y="1117439"/>
              <a:ext cx="191406" cy="194725"/>
            </a:xfrm>
            <a:custGeom>
              <a:avLst/>
              <a:gdLst/>
              <a:ahLst/>
              <a:cxnLst/>
              <a:rect l="l" t="t" r="r" b="b"/>
              <a:pathLst>
                <a:path w="4382" h="4458" extrusionOk="0">
                  <a:moveTo>
                    <a:pt x="123" y="1"/>
                  </a:moveTo>
                  <a:cubicBezTo>
                    <a:pt x="81" y="1"/>
                    <a:pt x="40" y="1"/>
                    <a:pt x="0" y="2"/>
                  </a:cubicBezTo>
                  <a:cubicBezTo>
                    <a:pt x="1404" y="794"/>
                    <a:pt x="2358" y="2331"/>
                    <a:pt x="2446" y="3941"/>
                  </a:cubicBezTo>
                  <a:cubicBezTo>
                    <a:pt x="2981" y="4001"/>
                    <a:pt x="3496" y="4178"/>
                    <a:pt x="3955" y="4458"/>
                  </a:cubicBezTo>
                  <a:cubicBezTo>
                    <a:pt x="4381" y="3435"/>
                    <a:pt x="4252" y="2197"/>
                    <a:pt x="3622" y="1282"/>
                  </a:cubicBezTo>
                  <a:cubicBezTo>
                    <a:pt x="3015" y="401"/>
                    <a:pt x="1245" y="1"/>
                    <a:pt x="123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64"/>
            <p:cNvSpPr/>
            <p:nvPr/>
          </p:nvSpPr>
          <p:spPr>
            <a:xfrm>
              <a:off x="2562441" y="1384411"/>
              <a:ext cx="149255" cy="140606"/>
            </a:xfrm>
            <a:custGeom>
              <a:avLst/>
              <a:gdLst/>
              <a:ahLst/>
              <a:cxnLst/>
              <a:rect l="l" t="t" r="r" b="b"/>
              <a:pathLst>
                <a:path w="3417" h="3219" extrusionOk="0">
                  <a:moveTo>
                    <a:pt x="2716" y="1"/>
                  </a:moveTo>
                  <a:cubicBezTo>
                    <a:pt x="2556" y="1"/>
                    <a:pt x="2386" y="45"/>
                    <a:pt x="2237" y="103"/>
                  </a:cubicBezTo>
                  <a:cubicBezTo>
                    <a:pt x="1373" y="444"/>
                    <a:pt x="665" y="1092"/>
                    <a:pt x="250" y="1922"/>
                  </a:cubicBezTo>
                  <a:cubicBezTo>
                    <a:pt x="103" y="2219"/>
                    <a:pt x="1" y="2587"/>
                    <a:pt x="166" y="2873"/>
                  </a:cubicBezTo>
                  <a:cubicBezTo>
                    <a:pt x="311" y="3121"/>
                    <a:pt x="604" y="3218"/>
                    <a:pt x="898" y="3218"/>
                  </a:cubicBezTo>
                  <a:cubicBezTo>
                    <a:pt x="990" y="3218"/>
                    <a:pt x="1082" y="3209"/>
                    <a:pt x="1170" y="3191"/>
                  </a:cubicBezTo>
                  <a:cubicBezTo>
                    <a:pt x="1699" y="3086"/>
                    <a:pt x="2167" y="2772"/>
                    <a:pt x="2548" y="2390"/>
                  </a:cubicBezTo>
                  <a:cubicBezTo>
                    <a:pt x="3038" y="1897"/>
                    <a:pt x="3416" y="1212"/>
                    <a:pt x="3294" y="527"/>
                  </a:cubicBezTo>
                  <a:cubicBezTo>
                    <a:pt x="3271" y="391"/>
                    <a:pt x="3223" y="254"/>
                    <a:pt x="3127" y="154"/>
                  </a:cubicBezTo>
                  <a:cubicBezTo>
                    <a:pt x="3018" y="43"/>
                    <a:pt x="2872" y="1"/>
                    <a:pt x="2716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64"/>
            <p:cNvSpPr/>
            <p:nvPr/>
          </p:nvSpPr>
          <p:spPr>
            <a:xfrm>
              <a:off x="-1206662" y="4489055"/>
              <a:ext cx="326770" cy="102561"/>
            </a:xfrm>
            <a:custGeom>
              <a:avLst/>
              <a:gdLst/>
              <a:ahLst/>
              <a:cxnLst/>
              <a:rect l="l" t="t" r="r" b="b"/>
              <a:pathLst>
                <a:path w="7481" h="2348" extrusionOk="0">
                  <a:moveTo>
                    <a:pt x="7304" y="0"/>
                  </a:moveTo>
                  <a:cubicBezTo>
                    <a:pt x="5199" y="129"/>
                    <a:pt x="2905" y="277"/>
                    <a:pt x="806" y="457"/>
                  </a:cubicBezTo>
                  <a:cubicBezTo>
                    <a:pt x="600" y="475"/>
                    <a:pt x="378" y="499"/>
                    <a:pt x="225" y="637"/>
                  </a:cubicBezTo>
                  <a:cubicBezTo>
                    <a:pt x="1" y="840"/>
                    <a:pt x="15" y="1195"/>
                    <a:pt x="105" y="1480"/>
                  </a:cubicBezTo>
                  <a:cubicBezTo>
                    <a:pt x="194" y="1766"/>
                    <a:pt x="339" y="2047"/>
                    <a:pt x="325" y="2347"/>
                  </a:cubicBezTo>
                  <a:cubicBezTo>
                    <a:pt x="2634" y="2140"/>
                    <a:pt x="5172" y="1981"/>
                    <a:pt x="7481" y="1774"/>
                  </a:cubicBezTo>
                  <a:cubicBezTo>
                    <a:pt x="7435" y="1198"/>
                    <a:pt x="7351" y="577"/>
                    <a:pt x="7304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64"/>
            <p:cNvSpPr/>
            <p:nvPr/>
          </p:nvSpPr>
          <p:spPr>
            <a:xfrm>
              <a:off x="716961" y="2107577"/>
              <a:ext cx="307726" cy="487250"/>
            </a:xfrm>
            <a:custGeom>
              <a:avLst/>
              <a:gdLst/>
              <a:ahLst/>
              <a:cxnLst/>
              <a:rect l="l" t="t" r="r" b="b"/>
              <a:pathLst>
                <a:path w="7045" h="11155" extrusionOk="0">
                  <a:moveTo>
                    <a:pt x="3970" y="0"/>
                  </a:moveTo>
                  <a:cubicBezTo>
                    <a:pt x="3934" y="0"/>
                    <a:pt x="3897" y="2"/>
                    <a:pt x="3860" y="6"/>
                  </a:cubicBezTo>
                  <a:cubicBezTo>
                    <a:pt x="3407" y="872"/>
                    <a:pt x="4855" y="428"/>
                    <a:pt x="5441" y="3299"/>
                  </a:cubicBezTo>
                  <a:cubicBezTo>
                    <a:pt x="5769" y="4902"/>
                    <a:pt x="5969" y="6528"/>
                    <a:pt x="6235" y="8143"/>
                  </a:cubicBezTo>
                  <a:cubicBezTo>
                    <a:pt x="6288" y="8469"/>
                    <a:pt x="6337" y="8826"/>
                    <a:pt x="6171" y="9113"/>
                  </a:cubicBezTo>
                  <a:cubicBezTo>
                    <a:pt x="5931" y="9530"/>
                    <a:pt x="5372" y="9605"/>
                    <a:pt x="4891" y="9630"/>
                  </a:cubicBezTo>
                  <a:lnTo>
                    <a:pt x="2025" y="9792"/>
                  </a:lnTo>
                  <a:cubicBezTo>
                    <a:pt x="1575" y="9818"/>
                    <a:pt x="1109" y="9847"/>
                    <a:pt x="710" y="10058"/>
                  </a:cubicBezTo>
                  <a:cubicBezTo>
                    <a:pt x="312" y="10268"/>
                    <a:pt x="0" y="10714"/>
                    <a:pt x="91" y="11154"/>
                  </a:cubicBezTo>
                  <a:lnTo>
                    <a:pt x="7045" y="11124"/>
                  </a:lnTo>
                  <a:lnTo>
                    <a:pt x="5803" y="2611"/>
                  </a:lnTo>
                  <a:cubicBezTo>
                    <a:pt x="5716" y="2016"/>
                    <a:pt x="5625" y="1406"/>
                    <a:pt x="5322" y="885"/>
                  </a:cubicBezTo>
                  <a:cubicBezTo>
                    <a:pt x="5040" y="396"/>
                    <a:pt x="4527" y="0"/>
                    <a:pt x="3970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64"/>
            <p:cNvSpPr/>
            <p:nvPr/>
          </p:nvSpPr>
          <p:spPr>
            <a:xfrm>
              <a:off x="1208318" y="2107577"/>
              <a:ext cx="307682" cy="487250"/>
            </a:xfrm>
            <a:custGeom>
              <a:avLst/>
              <a:gdLst/>
              <a:ahLst/>
              <a:cxnLst/>
              <a:rect l="l" t="t" r="r" b="b"/>
              <a:pathLst>
                <a:path w="7044" h="11155" extrusionOk="0">
                  <a:moveTo>
                    <a:pt x="3073" y="0"/>
                  </a:moveTo>
                  <a:cubicBezTo>
                    <a:pt x="2516" y="0"/>
                    <a:pt x="2005" y="396"/>
                    <a:pt x="1721" y="885"/>
                  </a:cubicBezTo>
                  <a:cubicBezTo>
                    <a:pt x="1420" y="1406"/>
                    <a:pt x="1328" y="2016"/>
                    <a:pt x="1242" y="2611"/>
                  </a:cubicBezTo>
                  <a:lnTo>
                    <a:pt x="0" y="11124"/>
                  </a:lnTo>
                  <a:lnTo>
                    <a:pt x="6952" y="11154"/>
                  </a:lnTo>
                  <a:cubicBezTo>
                    <a:pt x="7043" y="10714"/>
                    <a:pt x="6732" y="10268"/>
                    <a:pt x="6333" y="10058"/>
                  </a:cubicBezTo>
                  <a:cubicBezTo>
                    <a:pt x="5936" y="9847"/>
                    <a:pt x="5468" y="9818"/>
                    <a:pt x="5020" y="9792"/>
                  </a:cubicBezTo>
                  <a:lnTo>
                    <a:pt x="2154" y="9630"/>
                  </a:lnTo>
                  <a:cubicBezTo>
                    <a:pt x="1674" y="9605"/>
                    <a:pt x="1113" y="9530"/>
                    <a:pt x="872" y="9113"/>
                  </a:cubicBezTo>
                  <a:cubicBezTo>
                    <a:pt x="709" y="8826"/>
                    <a:pt x="756" y="8469"/>
                    <a:pt x="811" y="8143"/>
                  </a:cubicBezTo>
                  <a:cubicBezTo>
                    <a:pt x="1075" y="6528"/>
                    <a:pt x="1277" y="4902"/>
                    <a:pt x="1603" y="3299"/>
                  </a:cubicBezTo>
                  <a:cubicBezTo>
                    <a:pt x="2189" y="428"/>
                    <a:pt x="3638" y="872"/>
                    <a:pt x="3183" y="6"/>
                  </a:cubicBezTo>
                  <a:cubicBezTo>
                    <a:pt x="3146" y="2"/>
                    <a:pt x="3110" y="0"/>
                    <a:pt x="3073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64"/>
            <p:cNvSpPr/>
            <p:nvPr/>
          </p:nvSpPr>
          <p:spPr>
            <a:xfrm>
              <a:off x="55777" y="2484405"/>
              <a:ext cx="619776" cy="182495"/>
            </a:xfrm>
            <a:custGeom>
              <a:avLst/>
              <a:gdLst/>
              <a:ahLst/>
              <a:cxnLst/>
              <a:rect l="l" t="t" r="r" b="b"/>
              <a:pathLst>
                <a:path w="14189" h="4178" extrusionOk="0">
                  <a:moveTo>
                    <a:pt x="5044" y="0"/>
                  </a:moveTo>
                  <a:lnTo>
                    <a:pt x="1" y="3687"/>
                  </a:lnTo>
                  <a:lnTo>
                    <a:pt x="1" y="4177"/>
                  </a:lnTo>
                  <a:lnTo>
                    <a:pt x="13342" y="4177"/>
                  </a:lnTo>
                  <a:lnTo>
                    <a:pt x="14189" y="0"/>
                  </a:ln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64"/>
            <p:cNvSpPr/>
            <p:nvPr/>
          </p:nvSpPr>
          <p:spPr>
            <a:xfrm>
              <a:off x="65256" y="2495543"/>
              <a:ext cx="544908" cy="143358"/>
            </a:xfrm>
            <a:custGeom>
              <a:avLst/>
              <a:gdLst/>
              <a:ahLst/>
              <a:cxnLst/>
              <a:rect l="l" t="t" r="r" b="b"/>
              <a:pathLst>
                <a:path w="12475" h="3282" extrusionOk="0">
                  <a:moveTo>
                    <a:pt x="4287" y="0"/>
                  </a:moveTo>
                  <a:lnTo>
                    <a:pt x="0" y="3281"/>
                  </a:lnTo>
                  <a:lnTo>
                    <a:pt x="11086" y="2897"/>
                  </a:lnTo>
                  <a:lnTo>
                    <a:pt x="12475" y="29"/>
                  </a:lnTo>
                  <a:lnTo>
                    <a:pt x="4287" y="0"/>
                  </a:ln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64"/>
            <p:cNvSpPr/>
            <p:nvPr/>
          </p:nvSpPr>
          <p:spPr>
            <a:xfrm>
              <a:off x="1540111" y="2494670"/>
              <a:ext cx="619863" cy="182539"/>
            </a:xfrm>
            <a:custGeom>
              <a:avLst/>
              <a:gdLst/>
              <a:ahLst/>
              <a:cxnLst/>
              <a:rect l="l" t="t" r="r" b="b"/>
              <a:pathLst>
                <a:path w="14191" h="4179" extrusionOk="0">
                  <a:moveTo>
                    <a:pt x="1" y="0"/>
                  </a:moveTo>
                  <a:lnTo>
                    <a:pt x="849" y="4179"/>
                  </a:lnTo>
                  <a:lnTo>
                    <a:pt x="14190" y="4179"/>
                  </a:lnTo>
                  <a:lnTo>
                    <a:pt x="14190" y="3689"/>
                  </a:lnTo>
                  <a:lnTo>
                    <a:pt x="9145" y="0"/>
                  </a:ln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64"/>
            <p:cNvSpPr/>
            <p:nvPr/>
          </p:nvSpPr>
          <p:spPr>
            <a:xfrm>
              <a:off x="1605587" y="2505852"/>
              <a:ext cx="544908" cy="143358"/>
            </a:xfrm>
            <a:custGeom>
              <a:avLst/>
              <a:gdLst/>
              <a:ahLst/>
              <a:cxnLst/>
              <a:rect l="l" t="t" r="r" b="b"/>
              <a:pathLst>
                <a:path w="12475" h="3282" extrusionOk="0">
                  <a:moveTo>
                    <a:pt x="8188" y="1"/>
                  </a:moveTo>
                  <a:lnTo>
                    <a:pt x="0" y="30"/>
                  </a:lnTo>
                  <a:lnTo>
                    <a:pt x="1390" y="2898"/>
                  </a:lnTo>
                  <a:lnTo>
                    <a:pt x="12475" y="3282"/>
                  </a:lnTo>
                  <a:lnTo>
                    <a:pt x="8188" y="1"/>
                  </a:ln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64"/>
            <p:cNvSpPr/>
            <p:nvPr/>
          </p:nvSpPr>
          <p:spPr>
            <a:xfrm>
              <a:off x="267363" y="2584257"/>
              <a:ext cx="448768" cy="152137"/>
            </a:xfrm>
            <a:custGeom>
              <a:avLst/>
              <a:gdLst/>
              <a:ahLst/>
              <a:cxnLst/>
              <a:rect l="l" t="t" r="r" b="b"/>
              <a:pathLst>
                <a:path w="10274" h="3483" extrusionOk="0">
                  <a:moveTo>
                    <a:pt x="4532" y="1"/>
                  </a:moveTo>
                  <a:cubicBezTo>
                    <a:pt x="3795" y="1"/>
                    <a:pt x="3064" y="126"/>
                    <a:pt x="2387" y="418"/>
                  </a:cubicBezTo>
                  <a:cubicBezTo>
                    <a:pt x="1138" y="955"/>
                    <a:pt x="120" y="2128"/>
                    <a:pt x="0" y="3483"/>
                  </a:cubicBezTo>
                  <a:lnTo>
                    <a:pt x="8884" y="3124"/>
                  </a:lnTo>
                  <a:cubicBezTo>
                    <a:pt x="9177" y="3111"/>
                    <a:pt x="9485" y="3097"/>
                    <a:pt x="9738" y="2947"/>
                  </a:cubicBezTo>
                  <a:cubicBezTo>
                    <a:pt x="10100" y="2736"/>
                    <a:pt x="10273" y="2248"/>
                    <a:pt x="10124" y="1855"/>
                  </a:cubicBezTo>
                  <a:cubicBezTo>
                    <a:pt x="8928" y="1212"/>
                    <a:pt x="7706" y="584"/>
                    <a:pt x="6388" y="245"/>
                  </a:cubicBezTo>
                  <a:cubicBezTo>
                    <a:pt x="5784" y="91"/>
                    <a:pt x="5156" y="1"/>
                    <a:pt x="4532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64"/>
            <p:cNvSpPr/>
            <p:nvPr/>
          </p:nvSpPr>
          <p:spPr>
            <a:xfrm>
              <a:off x="389973" y="2595658"/>
              <a:ext cx="272214" cy="91946"/>
            </a:xfrm>
            <a:custGeom>
              <a:avLst/>
              <a:gdLst/>
              <a:ahLst/>
              <a:cxnLst/>
              <a:rect l="l" t="t" r="r" b="b"/>
              <a:pathLst>
                <a:path w="6232" h="2105" extrusionOk="0">
                  <a:moveTo>
                    <a:pt x="2429" y="0"/>
                  </a:moveTo>
                  <a:cubicBezTo>
                    <a:pt x="1665" y="0"/>
                    <a:pt x="900" y="193"/>
                    <a:pt x="283" y="636"/>
                  </a:cubicBezTo>
                  <a:cubicBezTo>
                    <a:pt x="145" y="734"/>
                    <a:pt x="1" y="896"/>
                    <a:pt x="66" y="1053"/>
                  </a:cubicBezTo>
                  <a:cubicBezTo>
                    <a:pt x="123" y="1192"/>
                    <a:pt x="295" y="1216"/>
                    <a:pt x="450" y="1216"/>
                  </a:cubicBezTo>
                  <a:cubicBezTo>
                    <a:pt x="470" y="1216"/>
                    <a:pt x="490" y="1216"/>
                    <a:pt x="509" y="1215"/>
                  </a:cubicBezTo>
                  <a:cubicBezTo>
                    <a:pt x="566" y="1213"/>
                    <a:pt x="624" y="1213"/>
                    <a:pt x="681" y="1213"/>
                  </a:cubicBezTo>
                  <a:cubicBezTo>
                    <a:pt x="2138" y="1213"/>
                    <a:pt x="3547" y="1733"/>
                    <a:pt x="4975" y="2038"/>
                  </a:cubicBezTo>
                  <a:cubicBezTo>
                    <a:pt x="5136" y="2073"/>
                    <a:pt x="5302" y="2104"/>
                    <a:pt x="5465" y="2104"/>
                  </a:cubicBezTo>
                  <a:cubicBezTo>
                    <a:pt x="5566" y="2104"/>
                    <a:pt x="5665" y="2092"/>
                    <a:pt x="5762" y="2062"/>
                  </a:cubicBezTo>
                  <a:cubicBezTo>
                    <a:pt x="6015" y="1982"/>
                    <a:pt x="6232" y="1723"/>
                    <a:pt x="6179" y="1464"/>
                  </a:cubicBezTo>
                  <a:cubicBezTo>
                    <a:pt x="6132" y="1230"/>
                    <a:pt x="5900" y="1088"/>
                    <a:pt x="5689" y="976"/>
                  </a:cubicBezTo>
                  <a:cubicBezTo>
                    <a:pt x="4848" y="534"/>
                    <a:pt x="3952" y="157"/>
                    <a:pt x="3009" y="37"/>
                  </a:cubicBezTo>
                  <a:cubicBezTo>
                    <a:pt x="2817" y="13"/>
                    <a:pt x="2623" y="0"/>
                    <a:pt x="2429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64"/>
            <p:cNvSpPr/>
            <p:nvPr/>
          </p:nvSpPr>
          <p:spPr>
            <a:xfrm>
              <a:off x="2456605" y="1613251"/>
              <a:ext cx="304406" cy="757280"/>
            </a:xfrm>
            <a:custGeom>
              <a:avLst/>
              <a:gdLst/>
              <a:ahLst/>
              <a:cxnLst/>
              <a:rect l="l" t="t" r="r" b="b"/>
              <a:pathLst>
                <a:path w="6969" h="17337" extrusionOk="0">
                  <a:moveTo>
                    <a:pt x="3869" y="1"/>
                  </a:moveTo>
                  <a:cubicBezTo>
                    <a:pt x="3866" y="1"/>
                    <a:pt x="3863" y="1"/>
                    <a:pt x="3860" y="1"/>
                  </a:cubicBezTo>
                  <a:cubicBezTo>
                    <a:pt x="3720" y="410"/>
                    <a:pt x="3918" y="860"/>
                    <a:pt x="4179" y="1206"/>
                  </a:cubicBezTo>
                  <a:cubicBezTo>
                    <a:pt x="4437" y="1554"/>
                    <a:pt x="4763" y="1860"/>
                    <a:pt x="4934" y="2257"/>
                  </a:cubicBezTo>
                  <a:cubicBezTo>
                    <a:pt x="5168" y="2799"/>
                    <a:pt x="5075" y="3426"/>
                    <a:pt x="4911" y="3994"/>
                  </a:cubicBezTo>
                  <a:cubicBezTo>
                    <a:pt x="4039" y="7027"/>
                    <a:pt x="1391" y="9298"/>
                    <a:pt x="483" y="12319"/>
                  </a:cubicBezTo>
                  <a:cubicBezTo>
                    <a:pt x="0" y="13934"/>
                    <a:pt x="47" y="15656"/>
                    <a:pt x="171" y="17337"/>
                  </a:cubicBezTo>
                  <a:cubicBezTo>
                    <a:pt x="765" y="15239"/>
                    <a:pt x="1886" y="13327"/>
                    <a:pt x="3429" y="11785"/>
                  </a:cubicBezTo>
                  <a:cubicBezTo>
                    <a:pt x="3713" y="11503"/>
                    <a:pt x="4030" y="11190"/>
                    <a:pt x="4042" y="10789"/>
                  </a:cubicBezTo>
                  <a:cubicBezTo>
                    <a:pt x="4060" y="10230"/>
                    <a:pt x="3494" y="9855"/>
                    <a:pt x="2997" y="9595"/>
                  </a:cubicBezTo>
                  <a:cubicBezTo>
                    <a:pt x="3891" y="9221"/>
                    <a:pt x="4829" y="8966"/>
                    <a:pt x="5787" y="8835"/>
                  </a:cubicBezTo>
                  <a:cubicBezTo>
                    <a:pt x="5614" y="7619"/>
                    <a:pt x="6047" y="6412"/>
                    <a:pt x="6388" y="5230"/>
                  </a:cubicBezTo>
                  <a:cubicBezTo>
                    <a:pt x="6728" y="4050"/>
                    <a:pt x="6968" y="2739"/>
                    <a:pt x="6442" y="1630"/>
                  </a:cubicBezTo>
                  <a:cubicBezTo>
                    <a:pt x="5985" y="661"/>
                    <a:pt x="4940" y="1"/>
                    <a:pt x="3869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64"/>
            <p:cNvSpPr/>
            <p:nvPr/>
          </p:nvSpPr>
          <p:spPr>
            <a:xfrm>
              <a:off x="1900646" y="4221122"/>
              <a:ext cx="72509" cy="65433"/>
            </a:xfrm>
            <a:custGeom>
              <a:avLst/>
              <a:gdLst/>
              <a:ahLst/>
              <a:cxnLst/>
              <a:rect l="l" t="t" r="r" b="b"/>
              <a:pathLst>
                <a:path w="1660" h="1498" extrusionOk="0">
                  <a:moveTo>
                    <a:pt x="1296" y="0"/>
                  </a:moveTo>
                  <a:cubicBezTo>
                    <a:pt x="1265" y="0"/>
                    <a:pt x="1233" y="3"/>
                    <a:pt x="1202" y="7"/>
                  </a:cubicBezTo>
                  <a:cubicBezTo>
                    <a:pt x="955" y="45"/>
                    <a:pt x="729" y="182"/>
                    <a:pt x="550" y="358"/>
                  </a:cubicBezTo>
                  <a:cubicBezTo>
                    <a:pt x="374" y="535"/>
                    <a:pt x="241" y="752"/>
                    <a:pt x="128" y="978"/>
                  </a:cubicBezTo>
                  <a:cubicBezTo>
                    <a:pt x="59" y="1118"/>
                    <a:pt x="1" y="1305"/>
                    <a:pt x="108" y="1422"/>
                  </a:cubicBezTo>
                  <a:cubicBezTo>
                    <a:pt x="159" y="1478"/>
                    <a:pt x="230" y="1498"/>
                    <a:pt x="306" y="1498"/>
                  </a:cubicBezTo>
                  <a:cubicBezTo>
                    <a:pt x="374" y="1498"/>
                    <a:pt x="446" y="1482"/>
                    <a:pt x="510" y="1460"/>
                  </a:cubicBezTo>
                  <a:cubicBezTo>
                    <a:pt x="962" y="1303"/>
                    <a:pt x="1335" y="976"/>
                    <a:pt x="1545" y="546"/>
                  </a:cubicBezTo>
                  <a:cubicBezTo>
                    <a:pt x="1614" y="404"/>
                    <a:pt x="1659" y="218"/>
                    <a:pt x="1557" y="98"/>
                  </a:cubicBezTo>
                  <a:cubicBezTo>
                    <a:pt x="1494" y="25"/>
                    <a:pt x="1395" y="0"/>
                    <a:pt x="1296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64"/>
            <p:cNvSpPr/>
            <p:nvPr/>
          </p:nvSpPr>
          <p:spPr>
            <a:xfrm>
              <a:off x="1867143" y="4266986"/>
              <a:ext cx="24723" cy="37128"/>
            </a:xfrm>
            <a:custGeom>
              <a:avLst/>
              <a:gdLst/>
              <a:ahLst/>
              <a:cxnLst/>
              <a:rect l="l" t="t" r="r" b="b"/>
              <a:pathLst>
                <a:path w="566" h="850" extrusionOk="0">
                  <a:moveTo>
                    <a:pt x="458" y="0"/>
                  </a:moveTo>
                  <a:lnTo>
                    <a:pt x="458" y="0"/>
                  </a:lnTo>
                  <a:cubicBezTo>
                    <a:pt x="198" y="133"/>
                    <a:pt x="25" y="394"/>
                    <a:pt x="5" y="687"/>
                  </a:cubicBezTo>
                  <a:cubicBezTo>
                    <a:pt x="1" y="732"/>
                    <a:pt x="5" y="783"/>
                    <a:pt x="36" y="818"/>
                  </a:cubicBezTo>
                  <a:cubicBezTo>
                    <a:pt x="57" y="841"/>
                    <a:pt x="84" y="850"/>
                    <a:pt x="114" y="850"/>
                  </a:cubicBezTo>
                  <a:cubicBezTo>
                    <a:pt x="166" y="850"/>
                    <a:pt x="223" y="822"/>
                    <a:pt x="265" y="787"/>
                  </a:cubicBezTo>
                  <a:cubicBezTo>
                    <a:pt x="489" y="590"/>
                    <a:pt x="565" y="277"/>
                    <a:pt x="458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64"/>
            <p:cNvSpPr/>
            <p:nvPr/>
          </p:nvSpPr>
          <p:spPr>
            <a:xfrm>
              <a:off x="2508540" y="4280526"/>
              <a:ext cx="61982" cy="79061"/>
            </a:xfrm>
            <a:custGeom>
              <a:avLst/>
              <a:gdLst/>
              <a:ahLst/>
              <a:cxnLst/>
              <a:rect l="l" t="t" r="r" b="b"/>
              <a:pathLst>
                <a:path w="1419" h="1810" extrusionOk="0">
                  <a:moveTo>
                    <a:pt x="1008" y="1"/>
                  </a:moveTo>
                  <a:cubicBezTo>
                    <a:pt x="875" y="1"/>
                    <a:pt x="745" y="76"/>
                    <a:pt x="639" y="162"/>
                  </a:cubicBezTo>
                  <a:cubicBezTo>
                    <a:pt x="328" y="417"/>
                    <a:pt x="117" y="772"/>
                    <a:pt x="40" y="1165"/>
                  </a:cubicBezTo>
                  <a:cubicBezTo>
                    <a:pt x="0" y="1376"/>
                    <a:pt x="20" y="1631"/>
                    <a:pt x="199" y="1752"/>
                  </a:cubicBezTo>
                  <a:cubicBezTo>
                    <a:pt x="259" y="1792"/>
                    <a:pt x="329" y="1810"/>
                    <a:pt x="400" y="1810"/>
                  </a:cubicBezTo>
                  <a:cubicBezTo>
                    <a:pt x="537" y="1810"/>
                    <a:pt x="682" y="1748"/>
                    <a:pt x="798" y="1668"/>
                  </a:cubicBezTo>
                  <a:cubicBezTo>
                    <a:pt x="1133" y="1429"/>
                    <a:pt x="1353" y="1061"/>
                    <a:pt x="1402" y="654"/>
                  </a:cubicBezTo>
                  <a:cubicBezTo>
                    <a:pt x="1418" y="523"/>
                    <a:pt x="1415" y="384"/>
                    <a:pt x="1362" y="260"/>
                  </a:cubicBezTo>
                  <a:cubicBezTo>
                    <a:pt x="1311" y="136"/>
                    <a:pt x="1205" y="33"/>
                    <a:pt x="1074" y="7"/>
                  </a:cubicBezTo>
                  <a:cubicBezTo>
                    <a:pt x="1052" y="3"/>
                    <a:pt x="1030" y="1"/>
                    <a:pt x="1008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64"/>
            <p:cNvSpPr/>
            <p:nvPr/>
          </p:nvSpPr>
          <p:spPr>
            <a:xfrm>
              <a:off x="2466127" y="4351375"/>
              <a:ext cx="24636" cy="35730"/>
            </a:xfrm>
            <a:custGeom>
              <a:avLst/>
              <a:gdLst/>
              <a:ahLst/>
              <a:cxnLst/>
              <a:rect l="l" t="t" r="r" b="b"/>
              <a:pathLst>
                <a:path w="564" h="818" extrusionOk="0">
                  <a:moveTo>
                    <a:pt x="319" y="0"/>
                  </a:moveTo>
                  <a:cubicBezTo>
                    <a:pt x="146" y="188"/>
                    <a:pt x="37" y="426"/>
                    <a:pt x="8" y="679"/>
                  </a:cubicBezTo>
                  <a:cubicBezTo>
                    <a:pt x="1" y="714"/>
                    <a:pt x="6" y="749"/>
                    <a:pt x="22" y="780"/>
                  </a:cubicBezTo>
                  <a:cubicBezTo>
                    <a:pt x="41" y="804"/>
                    <a:pt x="70" y="817"/>
                    <a:pt x="100" y="817"/>
                  </a:cubicBezTo>
                  <a:cubicBezTo>
                    <a:pt x="111" y="817"/>
                    <a:pt x="121" y="816"/>
                    <a:pt x="132" y="812"/>
                  </a:cubicBezTo>
                  <a:cubicBezTo>
                    <a:pt x="172" y="800"/>
                    <a:pt x="206" y="778"/>
                    <a:pt x="235" y="749"/>
                  </a:cubicBezTo>
                  <a:cubicBezTo>
                    <a:pt x="368" y="632"/>
                    <a:pt x="481" y="486"/>
                    <a:pt x="521" y="315"/>
                  </a:cubicBezTo>
                  <a:cubicBezTo>
                    <a:pt x="563" y="146"/>
                    <a:pt x="454" y="113"/>
                    <a:pt x="31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64"/>
            <p:cNvSpPr/>
            <p:nvPr/>
          </p:nvSpPr>
          <p:spPr>
            <a:xfrm>
              <a:off x="1661629" y="4151234"/>
              <a:ext cx="226000" cy="189309"/>
            </a:xfrm>
            <a:custGeom>
              <a:avLst/>
              <a:gdLst/>
              <a:ahLst/>
              <a:cxnLst/>
              <a:rect l="l" t="t" r="r" b="b"/>
              <a:pathLst>
                <a:path w="5174" h="4334" extrusionOk="0">
                  <a:moveTo>
                    <a:pt x="3754" y="0"/>
                  </a:moveTo>
                  <a:cubicBezTo>
                    <a:pt x="3371" y="0"/>
                    <a:pt x="2988" y="119"/>
                    <a:pt x="2681" y="349"/>
                  </a:cubicBezTo>
                  <a:cubicBezTo>
                    <a:pt x="2548" y="354"/>
                    <a:pt x="2432" y="444"/>
                    <a:pt x="2353" y="551"/>
                  </a:cubicBezTo>
                  <a:cubicBezTo>
                    <a:pt x="2277" y="658"/>
                    <a:pt x="2231" y="786"/>
                    <a:pt x="2177" y="906"/>
                  </a:cubicBezTo>
                  <a:cubicBezTo>
                    <a:pt x="1753" y="1869"/>
                    <a:pt x="844" y="2514"/>
                    <a:pt x="187" y="3335"/>
                  </a:cubicBezTo>
                  <a:cubicBezTo>
                    <a:pt x="94" y="3450"/>
                    <a:pt x="1" y="3588"/>
                    <a:pt x="28" y="3732"/>
                  </a:cubicBezTo>
                  <a:cubicBezTo>
                    <a:pt x="59" y="3909"/>
                    <a:pt x="247" y="4005"/>
                    <a:pt x="412" y="4074"/>
                  </a:cubicBezTo>
                  <a:cubicBezTo>
                    <a:pt x="700" y="4193"/>
                    <a:pt x="995" y="4307"/>
                    <a:pt x="1306" y="4329"/>
                  </a:cubicBezTo>
                  <a:cubicBezTo>
                    <a:pt x="1347" y="4332"/>
                    <a:pt x="1386" y="4334"/>
                    <a:pt x="1426" y="4334"/>
                  </a:cubicBezTo>
                  <a:cubicBezTo>
                    <a:pt x="2042" y="4334"/>
                    <a:pt x="2618" y="3986"/>
                    <a:pt x="3105" y="3599"/>
                  </a:cubicBezTo>
                  <a:cubicBezTo>
                    <a:pt x="3757" y="3084"/>
                    <a:pt x="4334" y="2477"/>
                    <a:pt x="4817" y="1800"/>
                  </a:cubicBezTo>
                  <a:cubicBezTo>
                    <a:pt x="4999" y="1545"/>
                    <a:pt x="5174" y="1256"/>
                    <a:pt x="5145" y="944"/>
                  </a:cubicBezTo>
                  <a:cubicBezTo>
                    <a:pt x="5112" y="598"/>
                    <a:pt x="4828" y="322"/>
                    <a:pt x="4515" y="170"/>
                  </a:cubicBezTo>
                  <a:cubicBezTo>
                    <a:pt x="4278" y="56"/>
                    <a:pt x="4016" y="0"/>
                    <a:pt x="3754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44"/>
          <p:cNvSpPr/>
          <p:nvPr/>
        </p:nvSpPr>
        <p:spPr>
          <a:xfrm rot="2396322" flipH="1">
            <a:off x="5079176" y="1003274"/>
            <a:ext cx="1057997" cy="1112540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44"/>
          <p:cNvSpPr/>
          <p:nvPr/>
        </p:nvSpPr>
        <p:spPr>
          <a:xfrm rot="-5398613" flipH="1">
            <a:off x="2345067" y="-676901"/>
            <a:ext cx="762897" cy="4020574"/>
          </a:xfrm>
          <a:prstGeom prst="parallelogram">
            <a:avLst>
              <a:gd name="adj" fmla="val 1848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44"/>
          <p:cNvSpPr txBox="1">
            <a:spLocks noGrp="1"/>
          </p:cNvSpPr>
          <p:nvPr>
            <p:ph type="title"/>
          </p:nvPr>
        </p:nvSpPr>
        <p:spPr>
          <a:xfrm>
            <a:off x="797065" y="1151946"/>
            <a:ext cx="38589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Scouting </a:t>
            </a:r>
            <a:r>
              <a:rPr lang="en" b="1" dirty="0">
                <a:solidFill>
                  <a:schemeClr val="accent2"/>
                </a:solidFill>
              </a:rPr>
              <a:t>evaluation </a:t>
            </a:r>
            <a:r>
              <a:rPr lang="en-US" dirty="0"/>
              <a:t>Criteria</a:t>
            </a:r>
            <a:endParaRPr dirty="0"/>
          </a:p>
        </p:txBody>
      </p:sp>
      <p:sp>
        <p:nvSpPr>
          <p:cNvPr id="985" name="Google Shape;985;p44"/>
          <p:cNvSpPr txBox="1">
            <a:spLocks noGrp="1"/>
          </p:cNvSpPr>
          <p:nvPr>
            <p:ph type="body" idx="1"/>
          </p:nvPr>
        </p:nvSpPr>
        <p:spPr>
          <a:xfrm>
            <a:off x="713224" y="1799250"/>
            <a:ext cx="3949797" cy="237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spcBef>
                <a:spcPts val="1200"/>
              </a:spcBef>
              <a:buSzPts val="1400"/>
            </a:pPr>
            <a:r>
              <a:rPr lang="en-US" dirty="0"/>
              <a:t>Multi-platform reach &amp; engagement</a:t>
            </a: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  <a:p>
            <a:pPr lvl="0" indent="-317500">
              <a:buSzPts val="1400"/>
            </a:pPr>
            <a:r>
              <a:rPr lang="en-US" dirty="0"/>
              <a:t>30-day growth rate</a:t>
            </a:r>
            <a:endParaRPr lang="en-US" dirty="0">
              <a:solidFill>
                <a:schemeClr val="dk1"/>
              </a:solidFill>
            </a:endParaRPr>
          </a:p>
          <a:p>
            <a:pPr lvl="0" indent="-317500">
              <a:buSzPts val="1400"/>
            </a:pPr>
            <a:r>
              <a:rPr lang="en-US" dirty="0"/>
              <a:t>Audience demographics (age, gender, geo)</a:t>
            </a:r>
          </a:p>
          <a:p>
            <a:pPr lvl="0" indent="-317500">
              <a:buSzPts val="1400"/>
            </a:pPr>
            <a:r>
              <a:rPr lang="en-US" dirty="0"/>
              <a:t>Brand safety score (0–100)</a:t>
            </a:r>
          </a:p>
          <a:p>
            <a:pPr lvl="0" indent="-317500">
              <a:buSzPts val="1400"/>
            </a:pPr>
            <a:r>
              <a:rPr lang="en-US" dirty="0"/>
              <a:t>Monetization potential</a:t>
            </a:r>
          </a:p>
          <a:p>
            <a:pPr lvl="0" indent="-317500">
              <a:buSzPts val="1400"/>
            </a:pPr>
            <a:r>
              <a:rPr lang="en-US" dirty="0"/>
              <a:t>FaZe brand alignment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grpSp>
        <p:nvGrpSpPr>
          <p:cNvPr id="986" name="Google Shape;986;p44"/>
          <p:cNvGrpSpPr/>
          <p:nvPr/>
        </p:nvGrpSpPr>
        <p:grpSpPr>
          <a:xfrm rot="-508517" flipH="1">
            <a:off x="4634264" y="1277133"/>
            <a:ext cx="4014529" cy="2938718"/>
            <a:chOff x="1891075" y="538425"/>
            <a:chExt cx="1350850" cy="988850"/>
          </a:xfrm>
        </p:grpSpPr>
        <p:sp>
          <p:nvSpPr>
            <p:cNvPr id="987" name="Google Shape;987;p44"/>
            <p:cNvSpPr/>
            <p:nvPr/>
          </p:nvSpPr>
          <p:spPr>
            <a:xfrm>
              <a:off x="1891075" y="538425"/>
              <a:ext cx="1350850" cy="988850"/>
            </a:xfrm>
            <a:custGeom>
              <a:avLst/>
              <a:gdLst/>
              <a:ahLst/>
              <a:cxnLst/>
              <a:rect l="l" t="t" r="r" b="b"/>
              <a:pathLst>
                <a:path w="54034" h="39554" extrusionOk="0">
                  <a:moveTo>
                    <a:pt x="47311" y="0"/>
                  </a:moveTo>
                  <a:lnTo>
                    <a:pt x="0" y="5945"/>
                  </a:lnTo>
                  <a:lnTo>
                    <a:pt x="11377" y="39554"/>
                  </a:lnTo>
                  <a:lnTo>
                    <a:pt x="54033" y="31021"/>
                  </a:lnTo>
                  <a:lnTo>
                    <a:pt x="47311" y="0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4"/>
            <p:cNvSpPr/>
            <p:nvPr/>
          </p:nvSpPr>
          <p:spPr>
            <a:xfrm>
              <a:off x="1935275" y="570725"/>
              <a:ext cx="1262450" cy="924200"/>
            </a:xfrm>
            <a:custGeom>
              <a:avLst/>
              <a:gdLst/>
              <a:ahLst/>
              <a:cxnLst/>
              <a:rect l="l" t="t" r="r" b="b"/>
              <a:pathLst>
                <a:path w="50498" h="36968" extrusionOk="0">
                  <a:moveTo>
                    <a:pt x="44215" y="1"/>
                  </a:moveTo>
                  <a:lnTo>
                    <a:pt x="0" y="5558"/>
                  </a:lnTo>
                  <a:lnTo>
                    <a:pt x="10632" y="36967"/>
                  </a:lnTo>
                  <a:lnTo>
                    <a:pt x="50497" y="28994"/>
                  </a:lnTo>
                  <a:lnTo>
                    <a:pt x="44215" y="1"/>
                  </a:ln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4"/>
            <p:cNvSpPr/>
            <p:nvPr/>
          </p:nvSpPr>
          <p:spPr>
            <a:xfrm>
              <a:off x="2084750" y="792050"/>
              <a:ext cx="1112975" cy="702875"/>
            </a:xfrm>
            <a:custGeom>
              <a:avLst/>
              <a:gdLst/>
              <a:ahLst/>
              <a:cxnLst/>
              <a:rect l="l" t="t" r="r" b="b"/>
              <a:pathLst>
                <a:path w="44519" h="28115" extrusionOk="0">
                  <a:moveTo>
                    <a:pt x="40154" y="1"/>
                  </a:moveTo>
                  <a:cubicBezTo>
                    <a:pt x="28764" y="7300"/>
                    <a:pt x="16878" y="13458"/>
                    <a:pt x="2768" y="14323"/>
                  </a:cubicBezTo>
                  <a:cubicBezTo>
                    <a:pt x="1869" y="14323"/>
                    <a:pt x="940" y="14351"/>
                    <a:pt x="1" y="14372"/>
                  </a:cubicBezTo>
                  <a:lnTo>
                    <a:pt x="4653" y="28114"/>
                  </a:lnTo>
                  <a:lnTo>
                    <a:pt x="44518" y="20141"/>
                  </a:lnTo>
                  <a:lnTo>
                    <a:pt x="40154" y="1"/>
                  </a:ln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44"/>
            <p:cNvSpPr/>
            <p:nvPr/>
          </p:nvSpPr>
          <p:spPr>
            <a:xfrm>
              <a:off x="2187325" y="714950"/>
              <a:ext cx="873600" cy="630700"/>
            </a:xfrm>
            <a:custGeom>
              <a:avLst/>
              <a:gdLst/>
              <a:ahLst/>
              <a:cxnLst/>
              <a:rect l="l" t="t" r="r" b="b"/>
              <a:pathLst>
                <a:path w="34944" h="25228" extrusionOk="0">
                  <a:moveTo>
                    <a:pt x="15211" y="0"/>
                  </a:moveTo>
                  <a:lnTo>
                    <a:pt x="14849" y="2202"/>
                  </a:lnTo>
                  <a:cubicBezTo>
                    <a:pt x="14636" y="3497"/>
                    <a:pt x="13146" y="4295"/>
                    <a:pt x="11541" y="4295"/>
                  </a:cubicBezTo>
                  <a:cubicBezTo>
                    <a:pt x="10744" y="4295"/>
                    <a:pt x="9917" y="4097"/>
                    <a:pt x="9206" y="3666"/>
                  </a:cubicBezTo>
                  <a:lnTo>
                    <a:pt x="6779" y="2189"/>
                  </a:lnTo>
                  <a:lnTo>
                    <a:pt x="8008" y="4279"/>
                  </a:lnTo>
                  <a:cubicBezTo>
                    <a:pt x="8996" y="5956"/>
                    <a:pt x="7344" y="7665"/>
                    <a:pt x="4997" y="7665"/>
                  </a:cubicBezTo>
                  <a:cubicBezTo>
                    <a:pt x="4765" y="7665"/>
                    <a:pt x="4526" y="7648"/>
                    <a:pt x="4283" y="7613"/>
                  </a:cubicBezTo>
                  <a:lnTo>
                    <a:pt x="1211" y="7171"/>
                  </a:lnTo>
                  <a:lnTo>
                    <a:pt x="1211" y="7171"/>
                  </a:lnTo>
                  <a:lnTo>
                    <a:pt x="3702" y="8591"/>
                  </a:lnTo>
                  <a:cubicBezTo>
                    <a:pt x="5898" y="9842"/>
                    <a:pt x="5443" y="12274"/>
                    <a:pt x="2893" y="12899"/>
                  </a:cubicBezTo>
                  <a:lnTo>
                    <a:pt x="0" y="13609"/>
                  </a:lnTo>
                  <a:lnTo>
                    <a:pt x="3086" y="13980"/>
                  </a:lnTo>
                  <a:cubicBezTo>
                    <a:pt x="5807" y="14306"/>
                    <a:pt x="7116" y="16637"/>
                    <a:pt x="5410" y="18110"/>
                  </a:cubicBezTo>
                  <a:lnTo>
                    <a:pt x="3472" y="19783"/>
                  </a:lnTo>
                  <a:lnTo>
                    <a:pt x="6326" y="19004"/>
                  </a:lnTo>
                  <a:cubicBezTo>
                    <a:pt x="6731" y="18893"/>
                    <a:pt x="7142" y="18842"/>
                    <a:pt x="7545" y="18842"/>
                  </a:cubicBezTo>
                  <a:cubicBezTo>
                    <a:pt x="9638" y="18842"/>
                    <a:pt x="11500" y="20231"/>
                    <a:pt x="11158" y="21848"/>
                  </a:cubicBezTo>
                  <a:lnTo>
                    <a:pt x="10696" y="24035"/>
                  </a:lnTo>
                  <a:lnTo>
                    <a:pt x="10696" y="24035"/>
                  </a:lnTo>
                  <a:lnTo>
                    <a:pt x="12549" y="22316"/>
                  </a:lnTo>
                  <a:cubicBezTo>
                    <a:pt x="13219" y="21695"/>
                    <a:pt x="14186" y="21403"/>
                    <a:pt x="15164" y="21403"/>
                  </a:cubicBezTo>
                  <a:cubicBezTo>
                    <a:pt x="16574" y="21403"/>
                    <a:pt x="18006" y="22011"/>
                    <a:pt x="18598" y="23112"/>
                  </a:cubicBezTo>
                  <a:lnTo>
                    <a:pt x="19732" y="25228"/>
                  </a:lnTo>
                  <a:lnTo>
                    <a:pt x="20093" y="23028"/>
                  </a:lnTo>
                  <a:cubicBezTo>
                    <a:pt x="20306" y="21732"/>
                    <a:pt x="21795" y="20934"/>
                    <a:pt x="23399" y="20934"/>
                  </a:cubicBezTo>
                  <a:cubicBezTo>
                    <a:pt x="24197" y="20934"/>
                    <a:pt x="25024" y="21132"/>
                    <a:pt x="25736" y="21564"/>
                  </a:cubicBezTo>
                  <a:lnTo>
                    <a:pt x="28165" y="23041"/>
                  </a:lnTo>
                  <a:lnTo>
                    <a:pt x="26936" y="20951"/>
                  </a:lnTo>
                  <a:cubicBezTo>
                    <a:pt x="25950" y="19274"/>
                    <a:pt x="27601" y="17565"/>
                    <a:pt x="29947" y="17565"/>
                  </a:cubicBezTo>
                  <a:cubicBezTo>
                    <a:pt x="30179" y="17565"/>
                    <a:pt x="30418" y="17582"/>
                    <a:pt x="30661" y="17617"/>
                  </a:cubicBezTo>
                  <a:lnTo>
                    <a:pt x="33735" y="18059"/>
                  </a:lnTo>
                  <a:lnTo>
                    <a:pt x="33735" y="18059"/>
                  </a:lnTo>
                  <a:lnTo>
                    <a:pt x="31242" y="16639"/>
                  </a:lnTo>
                  <a:cubicBezTo>
                    <a:pt x="29046" y="15386"/>
                    <a:pt x="29503" y="12955"/>
                    <a:pt x="32050" y="12331"/>
                  </a:cubicBezTo>
                  <a:lnTo>
                    <a:pt x="34944" y="11619"/>
                  </a:lnTo>
                  <a:lnTo>
                    <a:pt x="31857" y="11249"/>
                  </a:lnTo>
                  <a:cubicBezTo>
                    <a:pt x="29137" y="10923"/>
                    <a:pt x="27828" y="8593"/>
                    <a:pt x="29534" y="7120"/>
                  </a:cubicBezTo>
                  <a:lnTo>
                    <a:pt x="31471" y="5446"/>
                  </a:lnTo>
                  <a:lnTo>
                    <a:pt x="28618" y="6226"/>
                  </a:lnTo>
                  <a:cubicBezTo>
                    <a:pt x="28213" y="6337"/>
                    <a:pt x="27802" y="6388"/>
                    <a:pt x="27400" y="6388"/>
                  </a:cubicBezTo>
                  <a:cubicBezTo>
                    <a:pt x="25306" y="6388"/>
                    <a:pt x="23443" y="4997"/>
                    <a:pt x="23786" y="3381"/>
                  </a:cubicBezTo>
                  <a:lnTo>
                    <a:pt x="24248" y="1195"/>
                  </a:lnTo>
                  <a:lnTo>
                    <a:pt x="22393" y="2915"/>
                  </a:lnTo>
                  <a:cubicBezTo>
                    <a:pt x="21724" y="3536"/>
                    <a:pt x="20757" y="3827"/>
                    <a:pt x="19780" y="3827"/>
                  </a:cubicBezTo>
                  <a:cubicBezTo>
                    <a:pt x="18369" y="3827"/>
                    <a:pt x="16936" y="3219"/>
                    <a:pt x="16346" y="2118"/>
                  </a:cubicBezTo>
                  <a:lnTo>
                    <a:pt x="15211" y="0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44"/>
            <p:cNvSpPr/>
            <p:nvPr/>
          </p:nvSpPr>
          <p:spPr>
            <a:xfrm>
              <a:off x="2394850" y="682675"/>
              <a:ext cx="413800" cy="644675"/>
            </a:xfrm>
            <a:custGeom>
              <a:avLst/>
              <a:gdLst/>
              <a:ahLst/>
              <a:cxnLst/>
              <a:rect l="l" t="t" r="r" b="b"/>
              <a:pathLst>
                <a:path w="16552" h="25787" extrusionOk="0">
                  <a:moveTo>
                    <a:pt x="12695" y="0"/>
                  </a:moveTo>
                  <a:lnTo>
                    <a:pt x="0" y="2094"/>
                  </a:lnTo>
                  <a:cubicBezTo>
                    <a:pt x="1532" y="3258"/>
                    <a:pt x="1572" y="5587"/>
                    <a:pt x="2795" y="7070"/>
                  </a:cubicBezTo>
                  <a:cubicBezTo>
                    <a:pt x="3891" y="8396"/>
                    <a:pt x="6346" y="8584"/>
                    <a:pt x="7775" y="9538"/>
                  </a:cubicBezTo>
                  <a:cubicBezTo>
                    <a:pt x="9285" y="10543"/>
                    <a:pt x="9696" y="12369"/>
                    <a:pt x="10344" y="14061"/>
                  </a:cubicBezTo>
                  <a:cubicBezTo>
                    <a:pt x="10993" y="15754"/>
                    <a:pt x="11284" y="17558"/>
                    <a:pt x="11572" y="19347"/>
                  </a:cubicBezTo>
                  <a:cubicBezTo>
                    <a:pt x="11683" y="20037"/>
                    <a:pt x="11785" y="20789"/>
                    <a:pt x="11444" y="21399"/>
                  </a:cubicBezTo>
                  <a:cubicBezTo>
                    <a:pt x="11160" y="21908"/>
                    <a:pt x="10623" y="22214"/>
                    <a:pt x="10211" y="22629"/>
                  </a:cubicBezTo>
                  <a:cubicBezTo>
                    <a:pt x="9410" y="23438"/>
                    <a:pt x="9119" y="24712"/>
                    <a:pt x="9492" y="25787"/>
                  </a:cubicBezTo>
                  <a:lnTo>
                    <a:pt x="16552" y="24467"/>
                  </a:lnTo>
                  <a:cubicBezTo>
                    <a:pt x="16451" y="23358"/>
                    <a:pt x="15845" y="22305"/>
                    <a:pt x="14935" y="21664"/>
                  </a:cubicBezTo>
                  <a:cubicBezTo>
                    <a:pt x="14428" y="21308"/>
                    <a:pt x="13833" y="21071"/>
                    <a:pt x="13392" y="20637"/>
                  </a:cubicBezTo>
                  <a:cubicBezTo>
                    <a:pt x="12726" y="19984"/>
                    <a:pt x="12522" y="19006"/>
                    <a:pt x="12351" y="18090"/>
                  </a:cubicBezTo>
                  <a:lnTo>
                    <a:pt x="11147" y="11684"/>
                  </a:lnTo>
                  <a:cubicBezTo>
                    <a:pt x="10947" y="10623"/>
                    <a:pt x="10767" y="9452"/>
                    <a:pt x="11322" y="8527"/>
                  </a:cubicBezTo>
                  <a:cubicBezTo>
                    <a:pt x="11677" y="7935"/>
                    <a:pt x="12289" y="7535"/>
                    <a:pt x="12657" y="6952"/>
                  </a:cubicBezTo>
                  <a:cubicBezTo>
                    <a:pt x="13292" y="5949"/>
                    <a:pt x="13083" y="4647"/>
                    <a:pt x="12806" y="3493"/>
                  </a:cubicBezTo>
                  <a:cubicBezTo>
                    <a:pt x="12531" y="2338"/>
                    <a:pt x="12218" y="1087"/>
                    <a:pt x="12695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4"/>
            <p:cNvSpPr/>
            <p:nvPr/>
          </p:nvSpPr>
          <p:spPr>
            <a:xfrm>
              <a:off x="2234525" y="741850"/>
              <a:ext cx="236225" cy="185050"/>
            </a:xfrm>
            <a:custGeom>
              <a:avLst/>
              <a:gdLst/>
              <a:ahLst/>
              <a:cxnLst/>
              <a:rect l="l" t="t" r="r" b="b"/>
              <a:pathLst>
                <a:path w="9449" h="7402" extrusionOk="0">
                  <a:moveTo>
                    <a:pt x="4869" y="0"/>
                  </a:moveTo>
                  <a:cubicBezTo>
                    <a:pt x="4171" y="0"/>
                    <a:pt x="3476" y="68"/>
                    <a:pt x="2803" y="250"/>
                  </a:cubicBezTo>
                  <a:cubicBezTo>
                    <a:pt x="1672" y="554"/>
                    <a:pt x="603" y="1217"/>
                    <a:pt x="0" y="2220"/>
                  </a:cubicBezTo>
                  <a:cubicBezTo>
                    <a:pt x="787" y="2366"/>
                    <a:pt x="1251" y="3001"/>
                    <a:pt x="1834" y="3551"/>
                  </a:cubicBezTo>
                  <a:cubicBezTo>
                    <a:pt x="2415" y="4101"/>
                    <a:pt x="2682" y="4787"/>
                    <a:pt x="3129" y="5452"/>
                  </a:cubicBezTo>
                  <a:cubicBezTo>
                    <a:pt x="3540" y="6065"/>
                    <a:pt x="4170" y="6621"/>
                    <a:pt x="4785" y="7029"/>
                  </a:cubicBezTo>
                  <a:cubicBezTo>
                    <a:pt x="5195" y="7301"/>
                    <a:pt x="5760" y="7401"/>
                    <a:pt x="6318" y="7401"/>
                  </a:cubicBezTo>
                  <a:cubicBezTo>
                    <a:pt x="6690" y="7401"/>
                    <a:pt x="7060" y="7357"/>
                    <a:pt x="7380" y="7289"/>
                  </a:cubicBezTo>
                  <a:cubicBezTo>
                    <a:pt x="7952" y="7167"/>
                    <a:pt x="8505" y="6899"/>
                    <a:pt x="8886" y="6457"/>
                  </a:cubicBezTo>
                  <a:cubicBezTo>
                    <a:pt x="9265" y="6016"/>
                    <a:pt x="9449" y="5386"/>
                    <a:pt x="9279" y="4829"/>
                  </a:cubicBezTo>
                  <a:cubicBezTo>
                    <a:pt x="9117" y="4300"/>
                    <a:pt x="8604" y="3880"/>
                    <a:pt x="8057" y="3880"/>
                  </a:cubicBezTo>
                  <a:cubicBezTo>
                    <a:pt x="8026" y="3880"/>
                    <a:pt x="7996" y="3881"/>
                    <a:pt x="7965" y="3884"/>
                  </a:cubicBezTo>
                  <a:cubicBezTo>
                    <a:pt x="7726" y="3906"/>
                    <a:pt x="7486" y="4013"/>
                    <a:pt x="7347" y="4210"/>
                  </a:cubicBezTo>
                  <a:cubicBezTo>
                    <a:pt x="7211" y="4407"/>
                    <a:pt x="7200" y="4698"/>
                    <a:pt x="7360" y="4876"/>
                  </a:cubicBezTo>
                  <a:cubicBezTo>
                    <a:pt x="7439" y="4966"/>
                    <a:pt x="7559" y="5012"/>
                    <a:pt x="7677" y="5012"/>
                  </a:cubicBezTo>
                  <a:cubicBezTo>
                    <a:pt x="7798" y="5012"/>
                    <a:pt x="7916" y="4964"/>
                    <a:pt x="7985" y="4864"/>
                  </a:cubicBezTo>
                  <a:lnTo>
                    <a:pt x="7985" y="4864"/>
                  </a:lnTo>
                  <a:cubicBezTo>
                    <a:pt x="7978" y="4864"/>
                    <a:pt x="7971" y="4864"/>
                    <a:pt x="7964" y="4864"/>
                  </a:cubicBezTo>
                  <a:cubicBezTo>
                    <a:pt x="7710" y="4864"/>
                    <a:pt x="7485" y="4604"/>
                    <a:pt x="7528" y="4350"/>
                  </a:cubicBezTo>
                  <a:cubicBezTo>
                    <a:pt x="7636" y="4284"/>
                    <a:pt x="7758" y="4255"/>
                    <a:pt x="7881" y="4255"/>
                  </a:cubicBezTo>
                  <a:cubicBezTo>
                    <a:pt x="8221" y="4255"/>
                    <a:pt x="8574" y="4483"/>
                    <a:pt x="8704" y="4809"/>
                  </a:cubicBezTo>
                  <a:cubicBezTo>
                    <a:pt x="8880" y="5255"/>
                    <a:pt x="8698" y="5787"/>
                    <a:pt x="8351" y="6115"/>
                  </a:cubicBezTo>
                  <a:cubicBezTo>
                    <a:pt x="8001" y="6444"/>
                    <a:pt x="7520" y="6597"/>
                    <a:pt x="7043" y="6650"/>
                  </a:cubicBezTo>
                  <a:cubicBezTo>
                    <a:pt x="6907" y="6665"/>
                    <a:pt x="6770" y="6673"/>
                    <a:pt x="6632" y="6673"/>
                  </a:cubicBezTo>
                  <a:cubicBezTo>
                    <a:pt x="5653" y="6673"/>
                    <a:pt x="4675" y="6291"/>
                    <a:pt x="3962" y="5616"/>
                  </a:cubicBezTo>
                  <a:cubicBezTo>
                    <a:pt x="3150" y="4846"/>
                    <a:pt x="2701" y="3709"/>
                    <a:pt x="2764" y="2593"/>
                  </a:cubicBezTo>
                  <a:cubicBezTo>
                    <a:pt x="2793" y="2091"/>
                    <a:pt x="2950" y="1552"/>
                    <a:pt x="3360" y="1258"/>
                  </a:cubicBezTo>
                  <a:cubicBezTo>
                    <a:pt x="3674" y="1032"/>
                    <a:pt x="4083" y="989"/>
                    <a:pt x="4472" y="989"/>
                  </a:cubicBezTo>
                  <a:cubicBezTo>
                    <a:pt x="4489" y="989"/>
                    <a:pt x="4506" y="989"/>
                    <a:pt x="4523" y="989"/>
                  </a:cubicBezTo>
                  <a:cubicBezTo>
                    <a:pt x="5896" y="1002"/>
                    <a:pt x="7244" y="1362"/>
                    <a:pt x="8440" y="2038"/>
                  </a:cubicBezTo>
                  <a:cubicBezTo>
                    <a:pt x="8677" y="1519"/>
                    <a:pt x="8382" y="880"/>
                    <a:pt x="7914" y="550"/>
                  </a:cubicBezTo>
                  <a:cubicBezTo>
                    <a:pt x="7448" y="222"/>
                    <a:pt x="6858" y="135"/>
                    <a:pt x="6291" y="79"/>
                  </a:cubicBezTo>
                  <a:cubicBezTo>
                    <a:pt x="5820" y="31"/>
                    <a:pt x="5344" y="0"/>
                    <a:pt x="4869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44"/>
            <p:cNvSpPr/>
            <p:nvPr/>
          </p:nvSpPr>
          <p:spPr>
            <a:xfrm>
              <a:off x="2692275" y="667600"/>
              <a:ext cx="110225" cy="154025"/>
            </a:xfrm>
            <a:custGeom>
              <a:avLst/>
              <a:gdLst/>
              <a:ahLst/>
              <a:cxnLst/>
              <a:rect l="l" t="t" r="r" b="b"/>
              <a:pathLst>
                <a:path w="4409" h="6161" extrusionOk="0">
                  <a:moveTo>
                    <a:pt x="3672" y="0"/>
                  </a:moveTo>
                  <a:cubicBezTo>
                    <a:pt x="2522" y="0"/>
                    <a:pt x="1372" y="492"/>
                    <a:pt x="601" y="1350"/>
                  </a:cubicBezTo>
                  <a:cubicBezTo>
                    <a:pt x="299" y="1687"/>
                    <a:pt x="41" y="2125"/>
                    <a:pt x="124" y="2570"/>
                  </a:cubicBezTo>
                  <a:lnTo>
                    <a:pt x="1" y="3325"/>
                  </a:lnTo>
                  <a:cubicBezTo>
                    <a:pt x="687" y="3058"/>
                    <a:pt x="1135" y="2413"/>
                    <a:pt x="1599" y="1843"/>
                  </a:cubicBezTo>
                  <a:cubicBezTo>
                    <a:pt x="2059" y="1280"/>
                    <a:pt x="2662" y="723"/>
                    <a:pt x="3385" y="723"/>
                  </a:cubicBezTo>
                  <a:cubicBezTo>
                    <a:pt x="3394" y="723"/>
                    <a:pt x="3403" y="723"/>
                    <a:pt x="3413" y="723"/>
                  </a:cubicBezTo>
                  <a:cubicBezTo>
                    <a:pt x="2785" y="1965"/>
                    <a:pt x="3963" y="3582"/>
                    <a:pt x="3307" y="4809"/>
                  </a:cubicBezTo>
                  <a:cubicBezTo>
                    <a:pt x="3198" y="5015"/>
                    <a:pt x="3043" y="5192"/>
                    <a:pt x="2856" y="5328"/>
                  </a:cubicBezTo>
                  <a:cubicBezTo>
                    <a:pt x="2652" y="5476"/>
                    <a:pt x="2403" y="5572"/>
                    <a:pt x="2153" y="5572"/>
                  </a:cubicBezTo>
                  <a:cubicBezTo>
                    <a:pt x="2095" y="5572"/>
                    <a:pt x="2037" y="5567"/>
                    <a:pt x="1980" y="5556"/>
                  </a:cubicBezTo>
                  <a:cubicBezTo>
                    <a:pt x="1676" y="5499"/>
                    <a:pt x="1399" y="5261"/>
                    <a:pt x="1348" y="4953"/>
                  </a:cubicBezTo>
                  <a:cubicBezTo>
                    <a:pt x="1295" y="4647"/>
                    <a:pt x="1515" y="4307"/>
                    <a:pt x="1823" y="4270"/>
                  </a:cubicBezTo>
                  <a:cubicBezTo>
                    <a:pt x="1838" y="4269"/>
                    <a:pt x="1853" y="4268"/>
                    <a:pt x="1868" y="4268"/>
                  </a:cubicBezTo>
                  <a:cubicBezTo>
                    <a:pt x="2159" y="4268"/>
                    <a:pt x="2428" y="4583"/>
                    <a:pt x="2329" y="4862"/>
                  </a:cubicBezTo>
                  <a:cubicBezTo>
                    <a:pt x="2541" y="4778"/>
                    <a:pt x="2613" y="4485"/>
                    <a:pt x="2506" y="4287"/>
                  </a:cubicBezTo>
                  <a:cubicBezTo>
                    <a:pt x="2399" y="4088"/>
                    <a:pt x="2164" y="3986"/>
                    <a:pt x="1940" y="3986"/>
                  </a:cubicBezTo>
                  <a:cubicBezTo>
                    <a:pt x="1938" y="3986"/>
                    <a:pt x="1936" y="3986"/>
                    <a:pt x="1934" y="3986"/>
                  </a:cubicBezTo>
                  <a:cubicBezTo>
                    <a:pt x="1708" y="3990"/>
                    <a:pt x="1492" y="4083"/>
                    <a:pt x="1295" y="4194"/>
                  </a:cubicBezTo>
                  <a:cubicBezTo>
                    <a:pt x="838" y="4451"/>
                    <a:pt x="407" y="4940"/>
                    <a:pt x="552" y="5443"/>
                  </a:cubicBezTo>
                  <a:cubicBezTo>
                    <a:pt x="696" y="5935"/>
                    <a:pt x="1291" y="6120"/>
                    <a:pt x="1801" y="6153"/>
                  </a:cubicBezTo>
                  <a:cubicBezTo>
                    <a:pt x="1881" y="6158"/>
                    <a:pt x="1961" y="6160"/>
                    <a:pt x="2041" y="6160"/>
                  </a:cubicBezTo>
                  <a:cubicBezTo>
                    <a:pt x="2700" y="6160"/>
                    <a:pt x="3382" y="5992"/>
                    <a:pt x="3819" y="5510"/>
                  </a:cubicBezTo>
                  <a:cubicBezTo>
                    <a:pt x="4241" y="5042"/>
                    <a:pt x="4352" y="4371"/>
                    <a:pt x="4314" y="3742"/>
                  </a:cubicBezTo>
                  <a:cubicBezTo>
                    <a:pt x="4278" y="3116"/>
                    <a:pt x="4108" y="2502"/>
                    <a:pt x="4046" y="1878"/>
                  </a:cubicBezTo>
                  <a:cubicBezTo>
                    <a:pt x="3984" y="1253"/>
                    <a:pt x="4045" y="581"/>
                    <a:pt x="4409" y="70"/>
                  </a:cubicBezTo>
                  <a:cubicBezTo>
                    <a:pt x="4166" y="23"/>
                    <a:pt x="3919" y="0"/>
                    <a:pt x="3672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44"/>
          <p:cNvGrpSpPr/>
          <p:nvPr/>
        </p:nvGrpSpPr>
        <p:grpSpPr>
          <a:xfrm>
            <a:off x="6340891" y="2439957"/>
            <a:ext cx="2345375" cy="2286187"/>
            <a:chOff x="6400594" y="2426505"/>
            <a:chExt cx="2345375" cy="2286187"/>
          </a:xfrm>
        </p:grpSpPr>
        <p:sp>
          <p:nvSpPr>
            <p:cNvPr id="995" name="Google Shape;995;p44"/>
            <p:cNvSpPr/>
            <p:nvPr/>
          </p:nvSpPr>
          <p:spPr>
            <a:xfrm rot="-2699344" flipH="1">
              <a:off x="6651252" y="2648269"/>
              <a:ext cx="1111784" cy="1169272"/>
            </a:xfrm>
            <a:prstGeom prst="star10">
              <a:avLst>
                <a:gd name="adj" fmla="val 26121"/>
                <a:gd name="hf" fmla="val 105146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6" name="Google Shape;996;p44"/>
            <p:cNvGrpSpPr/>
            <p:nvPr/>
          </p:nvGrpSpPr>
          <p:grpSpPr>
            <a:xfrm rot="-2308120" flipH="1">
              <a:off x="7249663" y="2637622"/>
              <a:ext cx="986395" cy="1983521"/>
              <a:chOff x="2488075" y="238075"/>
              <a:chExt cx="2601200" cy="5230700"/>
            </a:xfrm>
          </p:grpSpPr>
          <p:sp>
            <p:nvSpPr>
              <p:cNvPr id="997" name="Google Shape;997;p44"/>
              <p:cNvSpPr/>
              <p:nvPr/>
            </p:nvSpPr>
            <p:spPr>
              <a:xfrm>
                <a:off x="3183100" y="4832225"/>
                <a:ext cx="1787050" cy="636550"/>
              </a:xfrm>
              <a:custGeom>
                <a:avLst/>
                <a:gdLst/>
                <a:ahLst/>
                <a:cxnLst/>
                <a:rect l="l" t="t" r="r" b="b"/>
                <a:pathLst>
                  <a:path w="71482" h="25462" extrusionOk="0">
                    <a:moveTo>
                      <a:pt x="50631" y="0"/>
                    </a:moveTo>
                    <a:cubicBezTo>
                      <a:pt x="46300" y="0"/>
                      <a:pt x="41923" y="516"/>
                      <a:pt x="37660" y="1225"/>
                    </a:cubicBezTo>
                    <a:cubicBezTo>
                      <a:pt x="25758" y="3198"/>
                      <a:pt x="13837" y="6717"/>
                      <a:pt x="4138" y="13884"/>
                    </a:cubicBezTo>
                    <a:cubicBezTo>
                      <a:pt x="2114" y="15379"/>
                      <a:pt x="1" y="17532"/>
                      <a:pt x="429" y="20014"/>
                    </a:cubicBezTo>
                    <a:cubicBezTo>
                      <a:pt x="928" y="22935"/>
                      <a:pt x="4457" y="24091"/>
                      <a:pt x="7407" y="24510"/>
                    </a:cubicBezTo>
                    <a:cubicBezTo>
                      <a:pt x="11892" y="25154"/>
                      <a:pt x="16410" y="25462"/>
                      <a:pt x="20930" y="25462"/>
                    </a:cubicBezTo>
                    <a:cubicBezTo>
                      <a:pt x="35575" y="25462"/>
                      <a:pt x="50239" y="22232"/>
                      <a:pt x="63866" y="16755"/>
                    </a:cubicBezTo>
                    <a:cubicBezTo>
                      <a:pt x="65670" y="16027"/>
                      <a:pt x="67485" y="15250"/>
                      <a:pt x="68950" y="13964"/>
                    </a:cubicBezTo>
                    <a:cubicBezTo>
                      <a:pt x="70415" y="12688"/>
                      <a:pt x="71482" y="10814"/>
                      <a:pt x="71342" y="8880"/>
                    </a:cubicBezTo>
                    <a:cubicBezTo>
                      <a:pt x="71113" y="5830"/>
                      <a:pt x="68152" y="3766"/>
                      <a:pt x="65322" y="2610"/>
                    </a:cubicBezTo>
                    <a:cubicBezTo>
                      <a:pt x="60660" y="700"/>
                      <a:pt x="55677" y="0"/>
                      <a:pt x="50631" y="0"/>
                    </a:cubicBezTo>
                    <a:close/>
                  </a:path>
                </a:pathLst>
              </a:custGeom>
              <a:solidFill>
                <a:srgbClr val="C5B6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44"/>
              <p:cNvSpPr/>
              <p:nvPr/>
            </p:nvSpPr>
            <p:spPr>
              <a:xfrm>
                <a:off x="2488075" y="1142975"/>
                <a:ext cx="2582250" cy="4189975"/>
              </a:xfrm>
              <a:custGeom>
                <a:avLst/>
                <a:gdLst/>
                <a:ahLst/>
                <a:cxnLst/>
                <a:rect l="l" t="t" r="r" b="b"/>
                <a:pathLst>
                  <a:path w="103290" h="167599" extrusionOk="0">
                    <a:moveTo>
                      <a:pt x="52190" y="0"/>
                    </a:moveTo>
                    <a:cubicBezTo>
                      <a:pt x="36200" y="0"/>
                      <a:pt x="20261" y="5579"/>
                      <a:pt x="7656" y="15401"/>
                    </a:cubicBezTo>
                    <a:cubicBezTo>
                      <a:pt x="1995" y="19827"/>
                      <a:pt x="1" y="27492"/>
                      <a:pt x="2792" y="34111"/>
                    </a:cubicBezTo>
                    <a:cubicBezTo>
                      <a:pt x="16668" y="67056"/>
                      <a:pt x="23047" y="103150"/>
                      <a:pt x="21203" y="138866"/>
                    </a:cubicBezTo>
                    <a:cubicBezTo>
                      <a:pt x="20814" y="146402"/>
                      <a:pt x="20316" y="154755"/>
                      <a:pt x="25091" y="160607"/>
                    </a:cubicBezTo>
                    <a:cubicBezTo>
                      <a:pt x="29797" y="166382"/>
                      <a:pt x="37968" y="167598"/>
                      <a:pt x="45516" y="167598"/>
                    </a:cubicBezTo>
                    <a:cubicBezTo>
                      <a:pt x="45994" y="167598"/>
                      <a:pt x="46469" y="167593"/>
                      <a:pt x="46941" y="167584"/>
                    </a:cubicBezTo>
                    <a:cubicBezTo>
                      <a:pt x="59131" y="167355"/>
                      <a:pt x="71243" y="165571"/>
                      <a:pt x="82975" y="162271"/>
                    </a:cubicBezTo>
                    <a:cubicBezTo>
                      <a:pt x="88846" y="160627"/>
                      <a:pt x="95036" y="158294"/>
                      <a:pt x="98406" y="153210"/>
                    </a:cubicBezTo>
                    <a:cubicBezTo>
                      <a:pt x="101137" y="149104"/>
                      <a:pt x="101526" y="143930"/>
                      <a:pt x="101725" y="139006"/>
                    </a:cubicBezTo>
                    <a:cubicBezTo>
                      <a:pt x="103290" y="99024"/>
                      <a:pt x="97020" y="59121"/>
                      <a:pt x="83284" y="21551"/>
                    </a:cubicBezTo>
                    <a:cubicBezTo>
                      <a:pt x="81101" y="15610"/>
                      <a:pt x="78539" y="9460"/>
                      <a:pt x="73595" y="5513"/>
                    </a:cubicBezTo>
                    <a:cubicBezTo>
                      <a:pt x="69010" y="1864"/>
                      <a:pt x="62979" y="608"/>
                      <a:pt x="57138" y="180"/>
                    </a:cubicBezTo>
                    <a:cubicBezTo>
                      <a:pt x="55490" y="59"/>
                      <a:pt x="53840" y="0"/>
                      <a:pt x="52190" y="0"/>
                    </a:cubicBezTo>
                    <a:close/>
                  </a:path>
                </a:pathLst>
              </a:custGeom>
              <a:solidFill>
                <a:srgbClr val="4E93B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44"/>
              <p:cNvSpPr/>
              <p:nvPr/>
            </p:nvSpPr>
            <p:spPr>
              <a:xfrm>
                <a:off x="2913475" y="1616950"/>
                <a:ext cx="2121475" cy="3268825"/>
              </a:xfrm>
              <a:custGeom>
                <a:avLst/>
                <a:gdLst/>
                <a:ahLst/>
                <a:cxnLst/>
                <a:rect l="l" t="t" r="r" b="b"/>
                <a:pathLst>
                  <a:path w="84859" h="130753" extrusionOk="0">
                    <a:moveTo>
                      <a:pt x="65281" y="1"/>
                    </a:moveTo>
                    <a:cubicBezTo>
                      <a:pt x="54655" y="28579"/>
                      <a:pt x="28659" y="48127"/>
                      <a:pt x="0" y="61903"/>
                    </a:cubicBezTo>
                    <a:cubicBezTo>
                      <a:pt x="3768" y="80992"/>
                      <a:pt x="5174" y="100469"/>
                      <a:pt x="4197" y="119897"/>
                    </a:cubicBezTo>
                    <a:cubicBezTo>
                      <a:pt x="4008" y="123446"/>
                      <a:pt x="3808" y="127184"/>
                      <a:pt x="4147" y="130753"/>
                    </a:cubicBezTo>
                    <a:cubicBezTo>
                      <a:pt x="34400" y="128460"/>
                      <a:pt x="64135" y="119399"/>
                      <a:pt x="84858" y="101187"/>
                    </a:cubicBezTo>
                    <a:cubicBezTo>
                      <a:pt x="84111" y="67605"/>
                      <a:pt x="77831" y="34142"/>
                      <a:pt x="66268" y="2592"/>
                    </a:cubicBezTo>
                    <a:cubicBezTo>
                      <a:pt x="65949" y="1725"/>
                      <a:pt x="65620" y="868"/>
                      <a:pt x="65281" y="1"/>
                    </a:cubicBezTo>
                    <a:close/>
                  </a:path>
                </a:pathLst>
              </a:custGeom>
              <a:solidFill>
                <a:srgbClr val="7C2E4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Google Shape;1000;p44"/>
              <p:cNvSpPr/>
              <p:nvPr/>
            </p:nvSpPr>
            <p:spPr>
              <a:xfrm>
                <a:off x="3364275" y="2564725"/>
                <a:ext cx="1462850" cy="2145625"/>
              </a:xfrm>
              <a:custGeom>
                <a:avLst/>
                <a:gdLst/>
                <a:ahLst/>
                <a:cxnLst/>
                <a:rect l="l" t="t" r="r" b="b"/>
                <a:pathLst>
                  <a:path w="58514" h="85825" extrusionOk="0">
                    <a:moveTo>
                      <a:pt x="45110" y="1"/>
                    </a:moveTo>
                    <a:cubicBezTo>
                      <a:pt x="44245" y="1"/>
                      <a:pt x="43584" y="827"/>
                      <a:pt x="43103" y="1573"/>
                    </a:cubicBezTo>
                    <a:cubicBezTo>
                      <a:pt x="36544" y="11621"/>
                      <a:pt x="31091" y="22357"/>
                      <a:pt x="26835" y="33581"/>
                    </a:cubicBezTo>
                    <a:lnTo>
                      <a:pt x="25768" y="18499"/>
                    </a:lnTo>
                    <a:cubicBezTo>
                      <a:pt x="23196" y="21091"/>
                      <a:pt x="22140" y="24789"/>
                      <a:pt x="21183" y="28308"/>
                    </a:cubicBezTo>
                    <a:cubicBezTo>
                      <a:pt x="19199" y="35605"/>
                      <a:pt x="17215" y="42891"/>
                      <a:pt x="15232" y="50178"/>
                    </a:cubicBezTo>
                    <a:cubicBezTo>
                      <a:pt x="12331" y="44058"/>
                      <a:pt x="9959" y="37708"/>
                      <a:pt x="8135" y="31199"/>
                    </a:cubicBezTo>
                    <a:cubicBezTo>
                      <a:pt x="6460" y="49550"/>
                      <a:pt x="4775" y="68011"/>
                      <a:pt x="1" y="85824"/>
                    </a:cubicBezTo>
                    <a:cubicBezTo>
                      <a:pt x="15820" y="81099"/>
                      <a:pt x="31081" y="74690"/>
                      <a:pt x="46302" y="68280"/>
                    </a:cubicBezTo>
                    <a:cubicBezTo>
                      <a:pt x="48744" y="67253"/>
                      <a:pt x="51276" y="66167"/>
                      <a:pt x="53031" y="64193"/>
                    </a:cubicBezTo>
                    <a:cubicBezTo>
                      <a:pt x="54715" y="62319"/>
                      <a:pt x="55513" y="59837"/>
                      <a:pt x="56270" y="57435"/>
                    </a:cubicBezTo>
                    <a:cubicBezTo>
                      <a:pt x="57397" y="53916"/>
                      <a:pt x="58513" y="50248"/>
                      <a:pt x="58015" y="46589"/>
                    </a:cubicBezTo>
                    <a:lnTo>
                      <a:pt x="58015" y="46589"/>
                    </a:lnTo>
                    <a:cubicBezTo>
                      <a:pt x="52084" y="51035"/>
                      <a:pt x="47419" y="56976"/>
                      <a:pt x="44488" y="63794"/>
                    </a:cubicBezTo>
                    <a:cubicBezTo>
                      <a:pt x="46940" y="43599"/>
                      <a:pt x="47748" y="23244"/>
                      <a:pt x="46890" y="2929"/>
                    </a:cubicBezTo>
                    <a:cubicBezTo>
                      <a:pt x="46841" y="1713"/>
                      <a:pt x="46472" y="138"/>
                      <a:pt x="45256" y="8"/>
                    </a:cubicBezTo>
                    <a:cubicBezTo>
                      <a:pt x="45206" y="3"/>
                      <a:pt x="45158" y="1"/>
                      <a:pt x="45110" y="1"/>
                    </a:cubicBezTo>
                    <a:close/>
                  </a:path>
                </a:pathLst>
              </a:custGeom>
              <a:solidFill>
                <a:srgbClr val="BFA22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Google Shape;1001;p44"/>
              <p:cNvSpPr/>
              <p:nvPr/>
            </p:nvSpPr>
            <p:spPr>
              <a:xfrm>
                <a:off x="2913475" y="1616950"/>
                <a:ext cx="1697575" cy="1688375"/>
              </a:xfrm>
              <a:custGeom>
                <a:avLst/>
                <a:gdLst/>
                <a:ahLst/>
                <a:cxnLst/>
                <a:rect l="l" t="t" r="r" b="b"/>
                <a:pathLst>
                  <a:path w="67903" h="67535" extrusionOk="0">
                    <a:moveTo>
                      <a:pt x="65281" y="1"/>
                    </a:moveTo>
                    <a:cubicBezTo>
                      <a:pt x="54655" y="28579"/>
                      <a:pt x="28659" y="48127"/>
                      <a:pt x="0" y="61903"/>
                    </a:cubicBezTo>
                    <a:cubicBezTo>
                      <a:pt x="379" y="63767"/>
                      <a:pt x="698" y="65651"/>
                      <a:pt x="1017" y="67535"/>
                    </a:cubicBezTo>
                    <a:cubicBezTo>
                      <a:pt x="29217" y="54467"/>
                      <a:pt x="54625" y="34919"/>
                      <a:pt x="67903" y="7198"/>
                    </a:cubicBezTo>
                    <a:cubicBezTo>
                      <a:pt x="67365" y="5653"/>
                      <a:pt x="66826" y="4117"/>
                      <a:pt x="66268" y="2592"/>
                    </a:cubicBezTo>
                    <a:cubicBezTo>
                      <a:pt x="65949" y="1725"/>
                      <a:pt x="65620" y="868"/>
                      <a:pt x="65281" y="1"/>
                    </a:cubicBezTo>
                    <a:close/>
                  </a:path>
                </a:pathLst>
              </a:custGeom>
              <a:solidFill>
                <a:srgbClr val="FAD3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44"/>
              <p:cNvSpPr/>
              <p:nvPr/>
            </p:nvSpPr>
            <p:spPr>
              <a:xfrm>
                <a:off x="3010900" y="3849825"/>
                <a:ext cx="2024050" cy="1035950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41438" extrusionOk="0">
                    <a:moveTo>
                      <a:pt x="80463" y="0"/>
                    </a:moveTo>
                    <a:cubicBezTo>
                      <a:pt x="60188" y="21442"/>
                      <a:pt x="30104" y="30443"/>
                      <a:pt x="160" y="33503"/>
                    </a:cubicBezTo>
                    <a:cubicBezTo>
                      <a:pt x="51" y="36154"/>
                      <a:pt x="1" y="38836"/>
                      <a:pt x="240" y="41438"/>
                    </a:cubicBezTo>
                    <a:cubicBezTo>
                      <a:pt x="30503" y="39145"/>
                      <a:pt x="60238" y="30084"/>
                      <a:pt x="80961" y="11872"/>
                    </a:cubicBezTo>
                    <a:cubicBezTo>
                      <a:pt x="80872" y="7915"/>
                      <a:pt x="80702" y="3957"/>
                      <a:pt x="80463" y="0"/>
                    </a:cubicBezTo>
                    <a:close/>
                  </a:path>
                </a:pathLst>
              </a:custGeom>
              <a:solidFill>
                <a:srgbClr val="FAD3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Google Shape;1003;p44"/>
              <p:cNvSpPr/>
              <p:nvPr/>
            </p:nvSpPr>
            <p:spPr>
              <a:xfrm>
                <a:off x="2585025" y="1087775"/>
                <a:ext cx="1787050" cy="636475"/>
              </a:xfrm>
              <a:custGeom>
                <a:avLst/>
                <a:gdLst/>
                <a:ahLst/>
                <a:cxnLst/>
                <a:rect l="l" t="t" r="r" b="b"/>
                <a:pathLst>
                  <a:path w="71482" h="25459" extrusionOk="0">
                    <a:moveTo>
                      <a:pt x="50607" y="0"/>
                    </a:moveTo>
                    <a:cubicBezTo>
                      <a:pt x="46281" y="0"/>
                      <a:pt x="41907" y="513"/>
                      <a:pt x="37650" y="1221"/>
                    </a:cubicBezTo>
                    <a:cubicBezTo>
                      <a:pt x="25758" y="3195"/>
                      <a:pt x="13826" y="6714"/>
                      <a:pt x="4137" y="13891"/>
                    </a:cubicBezTo>
                    <a:cubicBezTo>
                      <a:pt x="2114" y="15386"/>
                      <a:pt x="1" y="17529"/>
                      <a:pt x="419" y="20011"/>
                    </a:cubicBezTo>
                    <a:cubicBezTo>
                      <a:pt x="918" y="22942"/>
                      <a:pt x="4456" y="24088"/>
                      <a:pt x="7397" y="24507"/>
                    </a:cubicBezTo>
                    <a:cubicBezTo>
                      <a:pt x="11885" y="25151"/>
                      <a:pt x="16405" y="25459"/>
                      <a:pt x="20926" y="25459"/>
                    </a:cubicBezTo>
                    <a:cubicBezTo>
                      <a:pt x="35573" y="25459"/>
                      <a:pt x="50229" y="22231"/>
                      <a:pt x="63856" y="16762"/>
                    </a:cubicBezTo>
                    <a:cubicBezTo>
                      <a:pt x="65660" y="16034"/>
                      <a:pt x="67484" y="15247"/>
                      <a:pt x="68950" y="13971"/>
                    </a:cubicBezTo>
                    <a:cubicBezTo>
                      <a:pt x="70415" y="12685"/>
                      <a:pt x="71481" y="10811"/>
                      <a:pt x="71332" y="8877"/>
                    </a:cubicBezTo>
                    <a:cubicBezTo>
                      <a:pt x="71113" y="5827"/>
                      <a:pt x="68142" y="3773"/>
                      <a:pt x="65311" y="2607"/>
                    </a:cubicBezTo>
                    <a:cubicBezTo>
                      <a:pt x="60650" y="700"/>
                      <a:pt x="55661" y="0"/>
                      <a:pt x="50607" y="0"/>
                    </a:cubicBezTo>
                    <a:close/>
                  </a:path>
                </a:pathLst>
              </a:custGeom>
              <a:solidFill>
                <a:srgbClr val="C5B6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Google Shape;1004;p44"/>
              <p:cNvSpPr/>
              <p:nvPr/>
            </p:nvSpPr>
            <p:spPr>
              <a:xfrm>
                <a:off x="2774925" y="1110975"/>
                <a:ext cx="1470550" cy="523800"/>
              </a:xfrm>
              <a:custGeom>
                <a:avLst/>
                <a:gdLst/>
                <a:ahLst/>
                <a:cxnLst/>
                <a:rect l="l" t="t" r="r" b="b"/>
                <a:pathLst>
                  <a:path w="58822" h="20952" extrusionOk="0">
                    <a:moveTo>
                      <a:pt x="41665" y="1"/>
                    </a:moveTo>
                    <a:cubicBezTo>
                      <a:pt x="38098" y="1"/>
                      <a:pt x="34491" y="426"/>
                      <a:pt x="30981" y="1011"/>
                    </a:cubicBezTo>
                    <a:cubicBezTo>
                      <a:pt x="21192" y="2636"/>
                      <a:pt x="11384" y="5527"/>
                      <a:pt x="3409" y="11428"/>
                    </a:cubicBezTo>
                    <a:cubicBezTo>
                      <a:pt x="1735" y="12664"/>
                      <a:pt x="0" y="14428"/>
                      <a:pt x="349" y="16472"/>
                    </a:cubicBezTo>
                    <a:cubicBezTo>
                      <a:pt x="758" y="18884"/>
                      <a:pt x="3668" y="19831"/>
                      <a:pt x="6091" y="20170"/>
                    </a:cubicBezTo>
                    <a:cubicBezTo>
                      <a:pt x="9783" y="20699"/>
                      <a:pt x="13502" y="20952"/>
                      <a:pt x="17222" y="20952"/>
                    </a:cubicBezTo>
                    <a:cubicBezTo>
                      <a:pt x="29273" y="20952"/>
                      <a:pt x="41340" y="18299"/>
                      <a:pt x="52552" y="13790"/>
                    </a:cubicBezTo>
                    <a:cubicBezTo>
                      <a:pt x="54037" y="13192"/>
                      <a:pt x="55542" y="12544"/>
                      <a:pt x="56738" y="11498"/>
                    </a:cubicBezTo>
                    <a:cubicBezTo>
                      <a:pt x="57944" y="10451"/>
                      <a:pt x="58822" y="8906"/>
                      <a:pt x="58702" y="7311"/>
                    </a:cubicBezTo>
                    <a:cubicBezTo>
                      <a:pt x="58523" y="4799"/>
                      <a:pt x="56080" y="3104"/>
                      <a:pt x="53748" y="2148"/>
                    </a:cubicBezTo>
                    <a:cubicBezTo>
                      <a:pt x="49915" y="577"/>
                      <a:pt x="45816" y="1"/>
                      <a:pt x="41665" y="1"/>
                    </a:cubicBezTo>
                    <a:close/>
                  </a:path>
                </a:pathLst>
              </a:custGeom>
              <a:solidFill>
                <a:srgbClr val="C5B6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44"/>
              <p:cNvSpPr/>
              <p:nvPr/>
            </p:nvSpPr>
            <p:spPr>
              <a:xfrm>
                <a:off x="2750250" y="1086150"/>
                <a:ext cx="1520150" cy="573700"/>
              </a:xfrm>
              <a:custGeom>
                <a:avLst/>
                <a:gdLst/>
                <a:ahLst/>
                <a:cxnLst/>
                <a:rect l="l" t="t" r="r" b="b"/>
                <a:pathLst>
                  <a:path w="60806" h="22948" extrusionOk="0">
                    <a:moveTo>
                      <a:pt x="42644" y="1994"/>
                    </a:moveTo>
                    <a:cubicBezTo>
                      <a:pt x="47119" y="1994"/>
                      <a:pt x="50957" y="2662"/>
                      <a:pt x="54356" y="4058"/>
                    </a:cubicBezTo>
                    <a:cubicBezTo>
                      <a:pt x="55602" y="4566"/>
                      <a:pt x="58523" y="6011"/>
                      <a:pt x="58692" y="8384"/>
                    </a:cubicBezTo>
                    <a:cubicBezTo>
                      <a:pt x="58782" y="9520"/>
                      <a:pt x="58174" y="10776"/>
                      <a:pt x="57067" y="11743"/>
                    </a:cubicBezTo>
                    <a:cubicBezTo>
                      <a:pt x="55991" y="12690"/>
                      <a:pt x="54605" y="13288"/>
                      <a:pt x="53170" y="13866"/>
                    </a:cubicBezTo>
                    <a:cubicBezTo>
                      <a:pt x="41457" y="18571"/>
                      <a:pt x="29685" y="20954"/>
                      <a:pt x="18192" y="20954"/>
                    </a:cubicBezTo>
                    <a:cubicBezTo>
                      <a:pt x="18124" y="20954"/>
                      <a:pt x="18056" y="20954"/>
                      <a:pt x="17988" y="20954"/>
                    </a:cubicBezTo>
                    <a:cubicBezTo>
                      <a:pt x="14378" y="20954"/>
                      <a:pt x="10778" y="20695"/>
                      <a:pt x="7207" y="20186"/>
                    </a:cubicBezTo>
                    <a:cubicBezTo>
                      <a:pt x="5523" y="19947"/>
                      <a:pt x="2642" y="19249"/>
                      <a:pt x="2313" y="17305"/>
                    </a:cubicBezTo>
                    <a:cubicBezTo>
                      <a:pt x="2104" y="16059"/>
                      <a:pt x="3001" y="14694"/>
                      <a:pt x="4974" y="13228"/>
                    </a:cubicBezTo>
                    <a:cubicBezTo>
                      <a:pt x="11693" y="8254"/>
                      <a:pt x="20584" y="4905"/>
                      <a:pt x="32127" y="2991"/>
                    </a:cubicBezTo>
                    <a:cubicBezTo>
                      <a:pt x="36204" y="2303"/>
                      <a:pt x="39554" y="1994"/>
                      <a:pt x="42644" y="1994"/>
                    </a:cubicBezTo>
                    <a:close/>
                    <a:moveTo>
                      <a:pt x="42644" y="1"/>
                    </a:moveTo>
                    <a:cubicBezTo>
                      <a:pt x="39444" y="1"/>
                      <a:pt x="35995" y="320"/>
                      <a:pt x="31808" y="1017"/>
                    </a:cubicBezTo>
                    <a:cubicBezTo>
                      <a:pt x="19936" y="2991"/>
                      <a:pt x="10766" y="6460"/>
                      <a:pt x="3788" y="11623"/>
                    </a:cubicBezTo>
                    <a:cubicBezTo>
                      <a:pt x="1167" y="13567"/>
                      <a:pt x="0" y="15591"/>
                      <a:pt x="349" y="17624"/>
                    </a:cubicBezTo>
                    <a:cubicBezTo>
                      <a:pt x="758" y="20036"/>
                      <a:pt x="3031" y="21592"/>
                      <a:pt x="6928" y="22150"/>
                    </a:cubicBezTo>
                    <a:cubicBezTo>
                      <a:pt x="10656" y="22678"/>
                      <a:pt x="14424" y="22947"/>
                      <a:pt x="18192" y="22947"/>
                    </a:cubicBezTo>
                    <a:cubicBezTo>
                      <a:pt x="29944" y="22947"/>
                      <a:pt x="41966" y="20505"/>
                      <a:pt x="53908" y="15710"/>
                    </a:cubicBezTo>
                    <a:cubicBezTo>
                      <a:pt x="55453" y="15082"/>
                      <a:pt x="57067" y="14385"/>
                      <a:pt x="58383" y="13238"/>
                    </a:cubicBezTo>
                    <a:cubicBezTo>
                      <a:pt x="59948" y="11863"/>
                      <a:pt x="60805" y="9989"/>
                      <a:pt x="60686" y="8224"/>
                    </a:cubicBezTo>
                    <a:cubicBezTo>
                      <a:pt x="60437" y="4885"/>
                      <a:pt x="57087" y="3031"/>
                      <a:pt x="55114" y="2213"/>
                    </a:cubicBezTo>
                    <a:cubicBezTo>
                      <a:pt x="51465" y="728"/>
                      <a:pt x="47388" y="1"/>
                      <a:pt x="42644" y="1"/>
                    </a:cubicBezTo>
                    <a:close/>
                  </a:path>
                </a:pathLst>
              </a:custGeom>
              <a:solidFill>
                <a:srgbClr val="2E3F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44"/>
              <p:cNvSpPr/>
              <p:nvPr/>
            </p:nvSpPr>
            <p:spPr>
              <a:xfrm>
                <a:off x="3462725" y="1200550"/>
                <a:ext cx="496925" cy="283450"/>
              </a:xfrm>
              <a:custGeom>
                <a:avLst/>
                <a:gdLst/>
                <a:ahLst/>
                <a:cxnLst/>
                <a:rect l="l" t="t" r="r" b="b"/>
                <a:pathLst>
                  <a:path w="19877" h="11338" extrusionOk="0">
                    <a:moveTo>
                      <a:pt x="10189" y="0"/>
                    </a:moveTo>
                    <a:cubicBezTo>
                      <a:pt x="10025" y="0"/>
                      <a:pt x="9862" y="4"/>
                      <a:pt x="9699" y="10"/>
                    </a:cubicBezTo>
                    <a:cubicBezTo>
                      <a:pt x="6320" y="130"/>
                      <a:pt x="3100" y="1385"/>
                      <a:pt x="0" y="2751"/>
                    </a:cubicBezTo>
                    <a:lnTo>
                      <a:pt x="7018" y="11334"/>
                    </a:lnTo>
                    <a:cubicBezTo>
                      <a:pt x="7174" y="11336"/>
                      <a:pt x="7330" y="11338"/>
                      <a:pt x="7487" y="11338"/>
                    </a:cubicBezTo>
                    <a:cubicBezTo>
                      <a:pt x="10330" y="11338"/>
                      <a:pt x="13168" y="10909"/>
                      <a:pt x="15889" y="10068"/>
                    </a:cubicBezTo>
                    <a:cubicBezTo>
                      <a:pt x="17374" y="9609"/>
                      <a:pt x="18989" y="8852"/>
                      <a:pt x="19478" y="7376"/>
                    </a:cubicBezTo>
                    <a:cubicBezTo>
                      <a:pt x="19876" y="6180"/>
                      <a:pt x="19388" y="4854"/>
                      <a:pt x="18650" y="3828"/>
                    </a:cubicBezTo>
                    <a:cubicBezTo>
                      <a:pt x="16762" y="1219"/>
                      <a:pt x="13412" y="0"/>
                      <a:pt x="10189" y="0"/>
                    </a:cubicBezTo>
                    <a:close/>
                  </a:path>
                </a:pathLst>
              </a:custGeom>
              <a:solidFill>
                <a:srgbClr val="2E3F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44"/>
              <p:cNvSpPr/>
              <p:nvPr/>
            </p:nvSpPr>
            <p:spPr>
              <a:xfrm>
                <a:off x="2622150" y="1117650"/>
                <a:ext cx="1028725" cy="406950"/>
              </a:xfrm>
              <a:custGeom>
                <a:avLst/>
                <a:gdLst/>
                <a:ahLst/>
                <a:cxnLst/>
                <a:rect l="l" t="t" r="r" b="b"/>
                <a:pathLst>
                  <a:path w="41149" h="16278" extrusionOk="0">
                    <a:moveTo>
                      <a:pt x="12776" y="2064"/>
                    </a:moveTo>
                    <a:cubicBezTo>
                      <a:pt x="17395" y="2064"/>
                      <a:pt x="22008" y="3209"/>
                      <a:pt x="25639" y="5987"/>
                    </a:cubicBezTo>
                    <a:cubicBezTo>
                      <a:pt x="26486" y="6645"/>
                      <a:pt x="27283" y="7403"/>
                      <a:pt x="27772" y="8360"/>
                    </a:cubicBezTo>
                    <a:cubicBezTo>
                      <a:pt x="28250" y="9317"/>
                      <a:pt x="28370" y="10513"/>
                      <a:pt x="27861" y="11460"/>
                    </a:cubicBezTo>
                    <a:cubicBezTo>
                      <a:pt x="27049" y="12995"/>
                      <a:pt x="25075" y="13303"/>
                      <a:pt x="23288" y="13303"/>
                    </a:cubicBezTo>
                    <a:cubicBezTo>
                      <a:pt x="23102" y="13303"/>
                      <a:pt x="22918" y="13300"/>
                      <a:pt x="22738" y="13294"/>
                    </a:cubicBezTo>
                    <a:cubicBezTo>
                      <a:pt x="19807" y="13194"/>
                      <a:pt x="16897" y="12965"/>
                      <a:pt x="13986" y="12616"/>
                    </a:cubicBezTo>
                    <a:cubicBezTo>
                      <a:pt x="11035" y="12257"/>
                      <a:pt x="7955" y="11699"/>
                      <a:pt x="5683" y="9785"/>
                    </a:cubicBezTo>
                    <a:cubicBezTo>
                      <a:pt x="4257" y="8579"/>
                      <a:pt x="3230" y="6536"/>
                      <a:pt x="4018" y="4841"/>
                    </a:cubicBezTo>
                    <a:cubicBezTo>
                      <a:pt x="4765" y="3216"/>
                      <a:pt x="6759" y="2638"/>
                      <a:pt x="8513" y="2379"/>
                    </a:cubicBezTo>
                    <a:cubicBezTo>
                      <a:pt x="9916" y="2174"/>
                      <a:pt x="11346" y="2064"/>
                      <a:pt x="12776" y="2064"/>
                    </a:cubicBezTo>
                    <a:close/>
                    <a:moveTo>
                      <a:pt x="13378" y="0"/>
                    </a:moveTo>
                    <a:cubicBezTo>
                      <a:pt x="12144" y="0"/>
                      <a:pt x="10909" y="55"/>
                      <a:pt x="9680" y="166"/>
                    </a:cubicBezTo>
                    <a:cubicBezTo>
                      <a:pt x="5902" y="515"/>
                      <a:pt x="1486" y="2000"/>
                      <a:pt x="589" y="5688"/>
                    </a:cubicBezTo>
                    <a:cubicBezTo>
                      <a:pt x="1" y="8081"/>
                      <a:pt x="1257" y="10652"/>
                      <a:pt x="3151" y="12227"/>
                    </a:cubicBezTo>
                    <a:cubicBezTo>
                      <a:pt x="5055" y="13802"/>
                      <a:pt x="7487" y="14550"/>
                      <a:pt x="9899" y="15078"/>
                    </a:cubicBezTo>
                    <a:cubicBezTo>
                      <a:pt x="13875" y="15942"/>
                      <a:pt x="17907" y="16277"/>
                      <a:pt x="21962" y="16277"/>
                    </a:cubicBezTo>
                    <a:cubicBezTo>
                      <a:pt x="28348" y="16277"/>
                      <a:pt x="34790" y="15445"/>
                      <a:pt x="41149" y="14530"/>
                    </a:cubicBezTo>
                    <a:cubicBezTo>
                      <a:pt x="37710" y="10932"/>
                      <a:pt x="34291" y="7323"/>
                      <a:pt x="30822" y="3755"/>
                    </a:cubicBezTo>
                    <a:cubicBezTo>
                      <a:pt x="25359" y="1292"/>
                      <a:pt x="19368" y="0"/>
                      <a:pt x="13378" y="0"/>
                    </a:cubicBezTo>
                    <a:close/>
                  </a:path>
                </a:pathLst>
              </a:custGeom>
              <a:solidFill>
                <a:srgbClr val="C5B69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44"/>
              <p:cNvSpPr/>
              <p:nvPr/>
            </p:nvSpPr>
            <p:spPr>
              <a:xfrm>
                <a:off x="2610200" y="1105350"/>
                <a:ext cx="1066350" cy="431875"/>
              </a:xfrm>
              <a:custGeom>
                <a:avLst/>
                <a:gdLst/>
                <a:ahLst/>
                <a:cxnLst/>
                <a:rect l="l" t="t" r="r" b="b"/>
                <a:pathLst>
                  <a:path w="42654" h="17275" extrusionOk="0">
                    <a:moveTo>
                      <a:pt x="13258" y="3070"/>
                    </a:moveTo>
                    <a:cubicBezTo>
                      <a:pt x="18212" y="3070"/>
                      <a:pt x="22548" y="4386"/>
                      <a:pt x="25808" y="6898"/>
                    </a:cubicBezTo>
                    <a:cubicBezTo>
                      <a:pt x="26426" y="7367"/>
                      <a:pt x="27313" y="8114"/>
                      <a:pt x="27801" y="9091"/>
                    </a:cubicBezTo>
                    <a:cubicBezTo>
                      <a:pt x="28250" y="9988"/>
                      <a:pt x="28290" y="10995"/>
                      <a:pt x="27901" y="11723"/>
                    </a:cubicBezTo>
                    <a:cubicBezTo>
                      <a:pt x="27333" y="12789"/>
                      <a:pt x="25987" y="13298"/>
                      <a:pt x="23784" y="13298"/>
                    </a:cubicBezTo>
                    <a:cubicBezTo>
                      <a:pt x="23595" y="13298"/>
                      <a:pt x="23415" y="13288"/>
                      <a:pt x="23236" y="13288"/>
                    </a:cubicBezTo>
                    <a:cubicBezTo>
                      <a:pt x="20325" y="13198"/>
                      <a:pt x="17395" y="12969"/>
                      <a:pt x="14524" y="12620"/>
                    </a:cubicBezTo>
                    <a:cubicBezTo>
                      <a:pt x="11793" y="12291"/>
                      <a:pt x="8702" y="11782"/>
                      <a:pt x="6480" y="9908"/>
                    </a:cubicBezTo>
                    <a:cubicBezTo>
                      <a:pt x="5253" y="8872"/>
                      <a:pt x="4247" y="7058"/>
                      <a:pt x="4944" y="5542"/>
                    </a:cubicBezTo>
                    <a:cubicBezTo>
                      <a:pt x="5463" y="4416"/>
                      <a:pt x="6818" y="3698"/>
                      <a:pt x="9071" y="3369"/>
                    </a:cubicBezTo>
                    <a:cubicBezTo>
                      <a:pt x="10457" y="3170"/>
                      <a:pt x="11852" y="3070"/>
                      <a:pt x="13258" y="3070"/>
                    </a:cubicBezTo>
                    <a:close/>
                    <a:moveTo>
                      <a:pt x="13258" y="2073"/>
                    </a:moveTo>
                    <a:cubicBezTo>
                      <a:pt x="11802" y="2073"/>
                      <a:pt x="10357" y="2173"/>
                      <a:pt x="8922" y="2382"/>
                    </a:cubicBezTo>
                    <a:cubicBezTo>
                      <a:pt x="6310" y="2761"/>
                      <a:pt x="4715" y="3658"/>
                      <a:pt x="4037" y="5124"/>
                    </a:cubicBezTo>
                    <a:cubicBezTo>
                      <a:pt x="3130" y="7107"/>
                      <a:pt x="4336" y="9390"/>
                      <a:pt x="5842" y="10666"/>
                    </a:cubicBezTo>
                    <a:cubicBezTo>
                      <a:pt x="8274" y="12719"/>
                      <a:pt x="11533" y="13258"/>
                      <a:pt x="14404" y="13607"/>
                    </a:cubicBezTo>
                    <a:cubicBezTo>
                      <a:pt x="17305" y="13955"/>
                      <a:pt x="20265" y="14185"/>
                      <a:pt x="23196" y="14284"/>
                    </a:cubicBezTo>
                    <a:cubicBezTo>
                      <a:pt x="23395" y="14294"/>
                      <a:pt x="23585" y="14294"/>
                      <a:pt x="23784" y="14294"/>
                    </a:cubicBezTo>
                    <a:cubicBezTo>
                      <a:pt x="26386" y="14294"/>
                      <a:pt x="28021" y="13607"/>
                      <a:pt x="28778" y="12191"/>
                    </a:cubicBezTo>
                    <a:cubicBezTo>
                      <a:pt x="29326" y="11164"/>
                      <a:pt x="29296" y="9839"/>
                      <a:pt x="28688" y="8642"/>
                    </a:cubicBezTo>
                    <a:cubicBezTo>
                      <a:pt x="28110" y="7486"/>
                      <a:pt x="27113" y="6639"/>
                      <a:pt x="26416" y="6101"/>
                    </a:cubicBezTo>
                    <a:cubicBezTo>
                      <a:pt x="22987" y="3469"/>
                      <a:pt x="18431" y="2073"/>
                      <a:pt x="13258" y="2073"/>
                    </a:cubicBezTo>
                    <a:close/>
                    <a:moveTo>
                      <a:pt x="13886" y="987"/>
                    </a:moveTo>
                    <a:cubicBezTo>
                      <a:pt x="19787" y="1007"/>
                      <a:pt x="25628" y="2253"/>
                      <a:pt x="31021" y="4655"/>
                    </a:cubicBezTo>
                    <a:cubicBezTo>
                      <a:pt x="33533" y="7247"/>
                      <a:pt x="36025" y="9859"/>
                      <a:pt x="38517" y="12480"/>
                    </a:cubicBezTo>
                    <a:lnTo>
                      <a:pt x="40610" y="14663"/>
                    </a:lnTo>
                    <a:cubicBezTo>
                      <a:pt x="34759" y="15501"/>
                      <a:pt x="28579" y="16278"/>
                      <a:pt x="22458" y="16278"/>
                    </a:cubicBezTo>
                    <a:cubicBezTo>
                      <a:pt x="18092" y="16278"/>
                      <a:pt x="14175" y="15889"/>
                      <a:pt x="10497" y="15082"/>
                    </a:cubicBezTo>
                    <a:cubicBezTo>
                      <a:pt x="8324" y="14613"/>
                      <a:pt x="5862" y="13916"/>
                      <a:pt x="3948" y="12341"/>
                    </a:cubicBezTo>
                    <a:cubicBezTo>
                      <a:pt x="2343" y="11005"/>
                      <a:pt x="977" y="8632"/>
                      <a:pt x="1545" y="6310"/>
                    </a:cubicBezTo>
                    <a:cubicBezTo>
                      <a:pt x="2552" y="2173"/>
                      <a:pt x="8433" y="1326"/>
                      <a:pt x="10208" y="1156"/>
                    </a:cubicBezTo>
                    <a:cubicBezTo>
                      <a:pt x="11424" y="1047"/>
                      <a:pt x="12660" y="987"/>
                      <a:pt x="13886" y="987"/>
                    </a:cubicBezTo>
                    <a:close/>
                    <a:moveTo>
                      <a:pt x="13840" y="1"/>
                    </a:moveTo>
                    <a:cubicBezTo>
                      <a:pt x="12593" y="1"/>
                      <a:pt x="11350" y="57"/>
                      <a:pt x="10118" y="170"/>
                    </a:cubicBezTo>
                    <a:cubicBezTo>
                      <a:pt x="7626" y="399"/>
                      <a:pt x="1715" y="1426"/>
                      <a:pt x="588" y="6071"/>
                    </a:cubicBezTo>
                    <a:cubicBezTo>
                      <a:pt x="0" y="8473"/>
                      <a:pt x="1077" y="11234"/>
                      <a:pt x="3320" y="13098"/>
                    </a:cubicBezTo>
                    <a:cubicBezTo>
                      <a:pt x="5403" y="14833"/>
                      <a:pt x="8134" y="15590"/>
                      <a:pt x="10287" y="16059"/>
                    </a:cubicBezTo>
                    <a:cubicBezTo>
                      <a:pt x="14035" y="16876"/>
                      <a:pt x="18013" y="17275"/>
                      <a:pt x="22458" y="17275"/>
                    </a:cubicBezTo>
                    <a:cubicBezTo>
                      <a:pt x="28977" y="17275"/>
                      <a:pt x="35536" y="16398"/>
                      <a:pt x="41697" y="15510"/>
                    </a:cubicBezTo>
                    <a:lnTo>
                      <a:pt x="42654" y="15381"/>
                    </a:lnTo>
                    <a:lnTo>
                      <a:pt x="39235" y="11792"/>
                    </a:lnTo>
                    <a:cubicBezTo>
                      <a:pt x="36723" y="9151"/>
                      <a:pt x="34201" y="6519"/>
                      <a:pt x="31659" y="3898"/>
                    </a:cubicBezTo>
                    <a:lnTo>
                      <a:pt x="31509" y="3788"/>
                    </a:lnTo>
                    <a:cubicBezTo>
                      <a:pt x="25969" y="1303"/>
                      <a:pt x="19855" y="1"/>
                      <a:pt x="13840" y="1"/>
                    </a:cubicBezTo>
                    <a:close/>
                  </a:path>
                </a:pathLst>
              </a:custGeom>
              <a:solidFill>
                <a:srgbClr val="2E3F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44"/>
              <p:cNvSpPr/>
              <p:nvPr/>
            </p:nvSpPr>
            <p:spPr>
              <a:xfrm>
                <a:off x="2978025" y="1977125"/>
                <a:ext cx="525575" cy="628800"/>
              </a:xfrm>
              <a:custGeom>
                <a:avLst/>
                <a:gdLst/>
                <a:ahLst/>
                <a:cxnLst/>
                <a:rect l="l" t="t" r="r" b="b"/>
                <a:pathLst>
                  <a:path w="21023" h="25152" extrusionOk="0">
                    <a:moveTo>
                      <a:pt x="13207" y="1"/>
                    </a:moveTo>
                    <a:cubicBezTo>
                      <a:pt x="11950" y="1"/>
                      <a:pt x="10685" y="258"/>
                      <a:pt x="9550" y="765"/>
                    </a:cubicBezTo>
                    <a:cubicBezTo>
                      <a:pt x="6170" y="2280"/>
                      <a:pt x="3838" y="5520"/>
                      <a:pt x="2363" y="8919"/>
                    </a:cubicBezTo>
                    <a:cubicBezTo>
                      <a:pt x="1057" y="11929"/>
                      <a:pt x="289" y="15139"/>
                      <a:pt x="100" y="18409"/>
                    </a:cubicBezTo>
                    <a:cubicBezTo>
                      <a:pt x="0" y="20193"/>
                      <a:pt x="120" y="22127"/>
                      <a:pt x="1266" y="23492"/>
                    </a:cubicBezTo>
                    <a:cubicBezTo>
                      <a:pt x="2212" y="24619"/>
                      <a:pt x="3716" y="25152"/>
                      <a:pt x="5196" y="25152"/>
                    </a:cubicBezTo>
                    <a:cubicBezTo>
                      <a:pt x="5275" y="25152"/>
                      <a:pt x="5354" y="25150"/>
                      <a:pt x="5433" y="25147"/>
                    </a:cubicBezTo>
                    <a:cubicBezTo>
                      <a:pt x="6988" y="25087"/>
                      <a:pt x="8463" y="24489"/>
                      <a:pt x="9829" y="23762"/>
                    </a:cubicBezTo>
                    <a:cubicBezTo>
                      <a:pt x="14753" y="21090"/>
                      <a:pt x="18421" y="16575"/>
                      <a:pt x="20036" y="11202"/>
                    </a:cubicBezTo>
                    <a:cubicBezTo>
                      <a:pt x="20833" y="8520"/>
                      <a:pt x="21023" y="5430"/>
                      <a:pt x="19498" y="3088"/>
                    </a:cubicBezTo>
                    <a:cubicBezTo>
                      <a:pt x="18159" y="1013"/>
                      <a:pt x="15700" y="1"/>
                      <a:pt x="13207" y="1"/>
                    </a:cubicBezTo>
                    <a:close/>
                  </a:path>
                </a:pathLst>
              </a:custGeom>
              <a:solidFill>
                <a:srgbClr val="FAD3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44"/>
              <p:cNvSpPr/>
              <p:nvPr/>
            </p:nvSpPr>
            <p:spPr>
              <a:xfrm>
                <a:off x="3170400" y="3160525"/>
                <a:ext cx="1793025" cy="1301350"/>
              </a:xfrm>
              <a:custGeom>
                <a:avLst/>
                <a:gdLst/>
                <a:ahLst/>
                <a:cxnLst/>
                <a:rect l="l" t="t" r="r" b="b"/>
                <a:pathLst>
                  <a:path w="71721" h="52054" extrusionOk="0">
                    <a:moveTo>
                      <a:pt x="67434" y="0"/>
                    </a:moveTo>
                    <a:cubicBezTo>
                      <a:pt x="48176" y="17165"/>
                      <a:pt x="25140" y="29645"/>
                      <a:pt x="1266" y="39404"/>
                    </a:cubicBezTo>
                    <a:cubicBezTo>
                      <a:pt x="838" y="43621"/>
                      <a:pt x="419" y="47837"/>
                      <a:pt x="0" y="52054"/>
                    </a:cubicBezTo>
                    <a:cubicBezTo>
                      <a:pt x="25469" y="43571"/>
                      <a:pt x="51685" y="34659"/>
                      <a:pt x="71721" y="16807"/>
                    </a:cubicBezTo>
                    <a:cubicBezTo>
                      <a:pt x="70285" y="11204"/>
                      <a:pt x="68860" y="5602"/>
                      <a:pt x="67434" y="0"/>
                    </a:cubicBezTo>
                    <a:close/>
                  </a:path>
                </a:pathLst>
              </a:custGeom>
              <a:solidFill>
                <a:srgbClr val="FAD34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44"/>
              <p:cNvSpPr/>
              <p:nvPr/>
            </p:nvSpPr>
            <p:spPr>
              <a:xfrm>
                <a:off x="2909975" y="2782225"/>
                <a:ext cx="148800" cy="1441925"/>
              </a:xfrm>
              <a:custGeom>
                <a:avLst/>
                <a:gdLst/>
                <a:ahLst/>
                <a:cxnLst/>
                <a:rect l="l" t="t" r="r" b="b"/>
                <a:pathLst>
                  <a:path w="5952" h="57677" extrusionOk="0">
                    <a:moveTo>
                      <a:pt x="978" y="1"/>
                    </a:moveTo>
                    <a:lnTo>
                      <a:pt x="1" y="180"/>
                    </a:lnTo>
                    <a:cubicBezTo>
                      <a:pt x="3420" y="19139"/>
                      <a:pt x="4955" y="38398"/>
                      <a:pt x="4596" y="57656"/>
                    </a:cubicBezTo>
                    <a:lnTo>
                      <a:pt x="5593" y="57676"/>
                    </a:lnTo>
                    <a:cubicBezTo>
                      <a:pt x="5952" y="38348"/>
                      <a:pt x="4407" y="19030"/>
                      <a:pt x="978" y="1"/>
                    </a:cubicBezTo>
                    <a:close/>
                  </a:path>
                </a:pathLst>
              </a:custGeom>
              <a:solidFill>
                <a:srgbClr val="2E3F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44"/>
              <p:cNvSpPr/>
              <p:nvPr/>
            </p:nvSpPr>
            <p:spPr>
              <a:xfrm>
                <a:off x="4363075" y="1444000"/>
                <a:ext cx="95725" cy="119650"/>
              </a:xfrm>
              <a:custGeom>
                <a:avLst/>
                <a:gdLst/>
                <a:ahLst/>
                <a:cxnLst/>
                <a:rect l="l" t="t" r="r" b="b"/>
                <a:pathLst>
                  <a:path w="3829" h="4786" extrusionOk="0">
                    <a:moveTo>
                      <a:pt x="3021" y="1"/>
                    </a:moveTo>
                    <a:lnTo>
                      <a:pt x="1" y="4207"/>
                    </a:lnTo>
                    <a:lnTo>
                      <a:pt x="808" y="4785"/>
                    </a:lnTo>
                    <a:lnTo>
                      <a:pt x="3828" y="579"/>
                    </a:lnTo>
                    <a:lnTo>
                      <a:pt x="3021" y="1"/>
                    </a:lnTo>
                    <a:close/>
                  </a:path>
                </a:pathLst>
              </a:custGeom>
              <a:solidFill>
                <a:srgbClr val="2E3F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4"/>
              <p:cNvSpPr/>
              <p:nvPr/>
            </p:nvSpPr>
            <p:spPr>
              <a:xfrm>
                <a:off x="2549400" y="1591775"/>
                <a:ext cx="1758875" cy="338950"/>
              </a:xfrm>
              <a:custGeom>
                <a:avLst/>
                <a:gdLst/>
                <a:ahLst/>
                <a:cxnLst/>
                <a:rect l="l" t="t" r="r" b="b"/>
                <a:pathLst>
                  <a:path w="70355" h="13558" extrusionOk="0">
                    <a:moveTo>
                      <a:pt x="69886" y="1"/>
                    </a:moveTo>
                    <a:cubicBezTo>
                      <a:pt x="54206" y="8282"/>
                      <a:pt x="36635" y="12560"/>
                      <a:pt x="18994" y="12560"/>
                    </a:cubicBezTo>
                    <a:cubicBezTo>
                      <a:pt x="12704" y="12560"/>
                      <a:pt x="6405" y="12016"/>
                      <a:pt x="180" y="10916"/>
                    </a:cubicBezTo>
                    <a:lnTo>
                      <a:pt x="0" y="11893"/>
                    </a:lnTo>
                    <a:cubicBezTo>
                      <a:pt x="6270" y="12999"/>
                      <a:pt x="12620" y="13558"/>
                      <a:pt x="18989" y="13558"/>
                    </a:cubicBezTo>
                    <a:cubicBezTo>
                      <a:pt x="36792" y="13558"/>
                      <a:pt x="54535" y="9241"/>
                      <a:pt x="70355" y="878"/>
                    </a:cubicBezTo>
                    <a:lnTo>
                      <a:pt x="69886" y="1"/>
                    </a:lnTo>
                    <a:close/>
                  </a:path>
                </a:pathLst>
              </a:custGeom>
              <a:solidFill>
                <a:srgbClr val="2E3F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44"/>
              <p:cNvSpPr/>
              <p:nvPr/>
            </p:nvSpPr>
            <p:spPr>
              <a:xfrm>
                <a:off x="3150225" y="4932600"/>
                <a:ext cx="1630800" cy="262925"/>
              </a:xfrm>
              <a:custGeom>
                <a:avLst/>
                <a:gdLst/>
                <a:ahLst/>
                <a:cxnLst/>
                <a:rect l="l" t="t" r="r" b="b"/>
                <a:pathLst>
                  <a:path w="65232" h="10517" extrusionOk="0">
                    <a:moveTo>
                      <a:pt x="64852" y="1"/>
                    </a:moveTo>
                    <a:cubicBezTo>
                      <a:pt x="49691" y="6306"/>
                      <a:pt x="33488" y="9520"/>
                      <a:pt x="17183" y="9520"/>
                    </a:cubicBezTo>
                    <a:cubicBezTo>
                      <a:pt x="11501" y="9520"/>
                      <a:pt x="5807" y="9130"/>
                      <a:pt x="140" y="8344"/>
                    </a:cubicBezTo>
                    <a:lnTo>
                      <a:pt x="0" y="9331"/>
                    </a:lnTo>
                    <a:cubicBezTo>
                      <a:pt x="5702" y="10118"/>
                      <a:pt x="11443" y="10517"/>
                      <a:pt x="17195" y="10517"/>
                    </a:cubicBezTo>
                    <a:cubicBezTo>
                      <a:pt x="33682" y="10517"/>
                      <a:pt x="50010" y="7247"/>
                      <a:pt x="65231" y="918"/>
                    </a:cubicBezTo>
                    <a:lnTo>
                      <a:pt x="64852" y="1"/>
                    </a:lnTo>
                    <a:close/>
                  </a:path>
                </a:pathLst>
              </a:custGeom>
              <a:solidFill>
                <a:srgbClr val="2E3F4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44"/>
              <p:cNvSpPr/>
              <p:nvPr/>
            </p:nvSpPr>
            <p:spPr>
              <a:xfrm>
                <a:off x="3711175" y="447525"/>
                <a:ext cx="1378100" cy="920500"/>
              </a:xfrm>
              <a:custGeom>
                <a:avLst/>
                <a:gdLst/>
                <a:ahLst/>
                <a:cxnLst/>
                <a:rect l="l" t="t" r="r" b="b"/>
                <a:pathLst>
                  <a:path w="55124" h="36820" extrusionOk="0">
                    <a:moveTo>
                      <a:pt x="46370" y="1"/>
                    </a:moveTo>
                    <a:cubicBezTo>
                      <a:pt x="43558" y="1"/>
                      <a:pt x="40708" y="528"/>
                      <a:pt x="37988" y="1273"/>
                    </a:cubicBezTo>
                    <a:cubicBezTo>
                      <a:pt x="33293" y="2569"/>
                      <a:pt x="28788" y="4513"/>
                      <a:pt x="24033" y="5559"/>
                    </a:cubicBezTo>
                    <a:cubicBezTo>
                      <a:pt x="23795" y="5613"/>
                      <a:pt x="23543" y="5659"/>
                      <a:pt x="23301" y="5659"/>
                    </a:cubicBezTo>
                    <a:cubicBezTo>
                      <a:pt x="23046" y="5659"/>
                      <a:pt x="22802" y="5608"/>
                      <a:pt x="22598" y="5460"/>
                    </a:cubicBezTo>
                    <a:cubicBezTo>
                      <a:pt x="21940" y="4991"/>
                      <a:pt x="22179" y="3965"/>
                      <a:pt x="21920" y="3197"/>
                    </a:cubicBezTo>
                    <a:cubicBezTo>
                      <a:pt x="21630" y="2366"/>
                      <a:pt x="20729" y="1938"/>
                      <a:pt x="19835" y="1938"/>
                    </a:cubicBezTo>
                    <a:cubicBezTo>
                      <a:pt x="19560" y="1938"/>
                      <a:pt x="19285" y="1978"/>
                      <a:pt x="19029" y="2061"/>
                    </a:cubicBezTo>
                    <a:cubicBezTo>
                      <a:pt x="17933" y="2419"/>
                      <a:pt x="17115" y="3307"/>
                      <a:pt x="16358" y="4164"/>
                    </a:cubicBezTo>
                    <a:cubicBezTo>
                      <a:pt x="12231" y="8809"/>
                      <a:pt x="8353" y="13703"/>
                      <a:pt x="5363" y="19146"/>
                    </a:cubicBezTo>
                    <a:cubicBezTo>
                      <a:pt x="2383" y="24589"/>
                      <a:pt x="309" y="30619"/>
                      <a:pt x="0" y="36819"/>
                    </a:cubicBezTo>
                    <a:cubicBezTo>
                      <a:pt x="5253" y="33580"/>
                      <a:pt x="11593" y="32633"/>
                      <a:pt x="17763" y="32314"/>
                    </a:cubicBezTo>
                    <a:cubicBezTo>
                      <a:pt x="23933" y="31995"/>
                      <a:pt x="30164" y="32224"/>
                      <a:pt x="36234" y="31068"/>
                    </a:cubicBezTo>
                    <a:cubicBezTo>
                      <a:pt x="37650" y="30799"/>
                      <a:pt x="39304" y="30191"/>
                      <a:pt x="39553" y="28775"/>
                    </a:cubicBezTo>
                    <a:cubicBezTo>
                      <a:pt x="39723" y="27798"/>
                      <a:pt x="39075" y="26821"/>
                      <a:pt x="38218" y="26313"/>
                    </a:cubicBezTo>
                    <a:cubicBezTo>
                      <a:pt x="37350" y="25805"/>
                      <a:pt x="36344" y="25665"/>
                      <a:pt x="35357" y="25526"/>
                    </a:cubicBezTo>
                    <a:lnTo>
                      <a:pt x="25528" y="24180"/>
                    </a:lnTo>
                    <a:cubicBezTo>
                      <a:pt x="25399" y="20930"/>
                      <a:pt x="28290" y="18418"/>
                      <a:pt x="31011" y="16624"/>
                    </a:cubicBezTo>
                    <a:cubicBezTo>
                      <a:pt x="37420" y="12378"/>
                      <a:pt x="44378" y="9028"/>
                      <a:pt x="51685" y="6656"/>
                    </a:cubicBezTo>
                    <a:cubicBezTo>
                      <a:pt x="53240" y="6148"/>
                      <a:pt x="55124" y="5280"/>
                      <a:pt x="55094" y="3656"/>
                    </a:cubicBezTo>
                    <a:cubicBezTo>
                      <a:pt x="55074" y="2290"/>
                      <a:pt x="53658" y="1403"/>
                      <a:pt x="52372" y="954"/>
                    </a:cubicBezTo>
                    <a:cubicBezTo>
                      <a:pt x="50435" y="279"/>
                      <a:pt x="48413" y="1"/>
                      <a:pt x="46370" y="1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Google Shape;1016;p44"/>
              <p:cNvSpPr/>
              <p:nvPr/>
            </p:nvSpPr>
            <p:spPr>
              <a:xfrm>
                <a:off x="3579850" y="469650"/>
                <a:ext cx="271900" cy="448575"/>
              </a:xfrm>
              <a:custGeom>
                <a:avLst/>
                <a:gdLst/>
                <a:ahLst/>
                <a:cxnLst/>
                <a:rect l="l" t="t" r="r" b="b"/>
                <a:pathLst>
                  <a:path w="10876" h="17943" extrusionOk="0">
                    <a:moveTo>
                      <a:pt x="6799" y="0"/>
                    </a:moveTo>
                    <a:cubicBezTo>
                      <a:pt x="5979" y="0"/>
                      <a:pt x="5144" y="309"/>
                      <a:pt x="4476" y="797"/>
                    </a:cubicBezTo>
                    <a:cubicBezTo>
                      <a:pt x="3479" y="1534"/>
                      <a:pt x="2801" y="2621"/>
                      <a:pt x="2263" y="3737"/>
                    </a:cubicBezTo>
                    <a:cubicBezTo>
                      <a:pt x="159" y="8203"/>
                      <a:pt x="0" y="13347"/>
                      <a:pt x="1814" y="17942"/>
                    </a:cubicBezTo>
                    <a:cubicBezTo>
                      <a:pt x="3698" y="15600"/>
                      <a:pt x="6061" y="13666"/>
                      <a:pt x="7855" y="11253"/>
                    </a:cubicBezTo>
                    <a:cubicBezTo>
                      <a:pt x="9649" y="8851"/>
                      <a:pt x="10875" y="5721"/>
                      <a:pt x="10018" y="2840"/>
                    </a:cubicBezTo>
                    <a:cubicBezTo>
                      <a:pt x="9699" y="1754"/>
                      <a:pt x="9021" y="697"/>
                      <a:pt x="7974" y="239"/>
                    </a:cubicBezTo>
                    <a:cubicBezTo>
                      <a:pt x="7600" y="75"/>
                      <a:pt x="7201" y="0"/>
                      <a:pt x="6799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Google Shape;1017;p44"/>
              <p:cNvSpPr/>
              <p:nvPr/>
            </p:nvSpPr>
            <p:spPr>
              <a:xfrm>
                <a:off x="4572150" y="238075"/>
                <a:ext cx="300575" cy="170775"/>
              </a:xfrm>
              <a:custGeom>
                <a:avLst/>
                <a:gdLst/>
                <a:ahLst/>
                <a:cxnLst/>
                <a:rect l="l" t="t" r="r" b="b"/>
                <a:pathLst>
                  <a:path w="12023" h="6831" extrusionOk="0">
                    <a:moveTo>
                      <a:pt x="9501" y="0"/>
                    </a:moveTo>
                    <a:cubicBezTo>
                      <a:pt x="9457" y="0"/>
                      <a:pt x="9414" y="1"/>
                      <a:pt x="9371" y="2"/>
                    </a:cubicBezTo>
                    <a:cubicBezTo>
                      <a:pt x="5254" y="82"/>
                      <a:pt x="1337" y="2933"/>
                      <a:pt x="1" y="6830"/>
                    </a:cubicBezTo>
                    <a:cubicBezTo>
                      <a:pt x="3898" y="6651"/>
                      <a:pt x="8224" y="6272"/>
                      <a:pt x="10866" y="3411"/>
                    </a:cubicBezTo>
                    <a:cubicBezTo>
                      <a:pt x="11514" y="2713"/>
                      <a:pt x="12022" y="1677"/>
                      <a:pt x="11544" y="859"/>
                    </a:cubicBezTo>
                    <a:cubicBezTo>
                      <a:pt x="11157" y="179"/>
                      <a:pt x="10286" y="0"/>
                      <a:pt x="9501" y="0"/>
                    </a:cubicBezTo>
                    <a:close/>
                  </a:path>
                </a:pathLst>
              </a:custGeom>
              <a:solidFill>
                <a:srgbClr val="FEFE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68F85-D764-6F6C-8188-28986462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638" y="405592"/>
            <a:ext cx="4149040" cy="643998"/>
          </a:xfrm>
        </p:spPr>
        <p:txBody>
          <a:bodyPr/>
          <a:lstStyle/>
          <a:p>
            <a:r>
              <a:rPr lang="en-US" sz="2800" dirty="0"/>
              <a:t>CREATOR </a:t>
            </a:r>
            <a:r>
              <a:rPr lang="en" sz="2800" b="1" dirty="0">
                <a:solidFill>
                  <a:srgbClr val="4E93B3"/>
                </a:solidFill>
              </a:rPr>
              <a:t>comparison</a:t>
            </a:r>
            <a:r>
              <a:rPr lang="en-US" sz="2800" dirty="0"/>
              <a:t> (Dataset Overview)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98114-94F8-7420-13BC-8989B320B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196" y="1455182"/>
            <a:ext cx="3962684" cy="1851423"/>
          </a:xfrm>
        </p:spPr>
        <p:txBody>
          <a:bodyPr/>
          <a:lstStyle/>
          <a:p>
            <a:pPr marL="152400" indent="0">
              <a:buNone/>
            </a:pPr>
            <a:r>
              <a:rPr lang="en-US" b="1" dirty="0"/>
              <a:t>       Creator Performance Snapshot</a:t>
            </a:r>
            <a:br>
              <a:rPr lang="en-US" b="1" dirty="0"/>
            </a:b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KaiVex</a:t>
            </a:r>
            <a:r>
              <a:rPr lang="en-US" dirty="0"/>
              <a:t> — Strong gaming + Twitch presence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NovaLyn</a:t>
            </a:r>
            <a:r>
              <a:rPr lang="en-US" dirty="0"/>
              <a:t> — Fastest MoM growth</a:t>
            </a:r>
          </a:p>
          <a:p>
            <a:pPr>
              <a:lnSpc>
                <a:spcPct val="150000"/>
              </a:lnSpc>
            </a:pPr>
            <a:r>
              <a:rPr lang="en-US" b="1" dirty="0"/>
              <a:t>JinxVR</a:t>
            </a:r>
            <a:r>
              <a:rPr lang="en-US" dirty="0"/>
              <a:t> — High short-form ER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PixelChef</a:t>
            </a:r>
            <a:r>
              <a:rPr lang="en-US" dirty="0"/>
              <a:t> — Niche gaming × food vertical</a:t>
            </a:r>
          </a:p>
          <a:p>
            <a:endParaRPr lang="en-US" dirty="0"/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B10BE1A-E6ED-8D25-F33D-46B8D14E9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797F80-BCF1-3F80-82C5-21771C54D9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99" t="3616" r="22817" b="5567"/>
          <a:stretch>
            <a:fillRect/>
          </a:stretch>
        </p:blipFill>
        <p:spPr>
          <a:xfrm>
            <a:off x="4309880" y="1235534"/>
            <a:ext cx="4089840" cy="291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7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56464-394A-C55F-4C2D-6898B9643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1048366"/>
            <a:ext cx="3858900" cy="563700"/>
          </a:xfrm>
        </p:spPr>
        <p:txBody>
          <a:bodyPr/>
          <a:lstStyle/>
          <a:p>
            <a:r>
              <a:rPr lang="en-US" dirty="0"/>
              <a:t>ENGAGEMENT </a:t>
            </a:r>
            <a:r>
              <a:rPr lang="en" b="1" dirty="0">
                <a:solidFill>
                  <a:srgbClr val="4E93B3"/>
                </a:solidFill>
              </a:rPr>
              <a:t>Rate</a:t>
            </a:r>
            <a:r>
              <a:rPr lang="en-US" dirty="0"/>
              <a:t>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9340F-7EE8-BB6B-95F6-055BDBB84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3346" y="1612066"/>
            <a:ext cx="3962684" cy="2347325"/>
          </a:xfrm>
        </p:spPr>
        <p:txBody>
          <a:bodyPr/>
          <a:lstStyle/>
          <a:p>
            <a:pPr marL="152400" indent="0">
              <a:lnSpc>
                <a:spcPct val="150000"/>
              </a:lnSpc>
              <a:buNone/>
            </a:pPr>
            <a:r>
              <a:rPr lang="en-US" b="1" dirty="0"/>
              <a:t>Engagement Comparison (TikTok &amp; YouTube)</a:t>
            </a:r>
            <a:br>
              <a:rPr lang="en-US" b="1" dirty="0"/>
            </a:b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b="1" dirty="0"/>
              <a:t>PixelChef</a:t>
            </a:r>
            <a:r>
              <a:rPr lang="en-US" dirty="0"/>
              <a:t>: </a:t>
            </a:r>
            <a:r>
              <a:rPr lang="en-US" b="1" dirty="0"/>
              <a:t>11.5%</a:t>
            </a:r>
            <a:r>
              <a:rPr lang="en-US" dirty="0"/>
              <a:t> TikTok ER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JinxVR</a:t>
            </a:r>
            <a:r>
              <a:rPr lang="en-US" dirty="0"/>
              <a:t>: </a:t>
            </a:r>
            <a:r>
              <a:rPr lang="en-US" b="1" dirty="0"/>
              <a:t>10.8%</a:t>
            </a:r>
            <a:r>
              <a:rPr lang="en-US" dirty="0"/>
              <a:t> TikTok ER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KaiVex</a:t>
            </a:r>
            <a:r>
              <a:rPr lang="en-US" dirty="0"/>
              <a:t>: </a:t>
            </a:r>
            <a:r>
              <a:rPr lang="en-US" b="1" dirty="0"/>
              <a:t>9.4%</a:t>
            </a:r>
            <a:r>
              <a:rPr lang="en-US" dirty="0"/>
              <a:t> TikTok ER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NovaLyn</a:t>
            </a:r>
            <a:r>
              <a:rPr lang="en-US" dirty="0"/>
              <a:t>: </a:t>
            </a:r>
            <a:r>
              <a:rPr lang="en-US" b="1" dirty="0"/>
              <a:t>8.1%</a:t>
            </a:r>
            <a:r>
              <a:rPr lang="en-US" dirty="0"/>
              <a:t> TikTok ER</a:t>
            </a:r>
          </a:p>
          <a:p>
            <a:pPr marL="152400" indent="0">
              <a:buNone/>
            </a:pPr>
            <a:br>
              <a:rPr lang="en-US" b="1" dirty="0"/>
            </a:br>
            <a:r>
              <a:rPr lang="en-US" b="1" dirty="0"/>
              <a:t>Key Insight:</a:t>
            </a:r>
            <a:br>
              <a:rPr lang="en-US" dirty="0"/>
            </a:br>
            <a:r>
              <a:rPr lang="en-US" dirty="0"/>
              <a:t>High short-form ER = strong potential for viral reach.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AF539E-F036-13B2-B739-5373BC268B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4" t="3914" r="17520" b="6758"/>
          <a:stretch>
            <a:fillRect/>
          </a:stretch>
        </p:blipFill>
        <p:spPr>
          <a:xfrm>
            <a:off x="4378162" y="1409187"/>
            <a:ext cx="4204855" cy="315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344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59A1A-FD43-CF25-F5B4-D7FE3423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43" y="1157225"/>
            <a:ext cx="3858900" cy="563700"/>
          </a:xfrm>
        </p:spPr>
        <p:txBody>
          <a:bodyPr/>
          <a:lstStyle/>
          <a:p>
            <a:r>
              <a:rPr lang="en-US" dirty="0"/>
              <a:t>audience </a:t>
            </a:r>
            <a:r>
              <a:rPr lang="en" b="1" dirty="0">
                <a:solidFill>
                  <a:srgbClr val="4E93B3"/>
                </a:solidFill>
              </a:rPr>
              <a:t>demographics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911F2-56FE-7D46-FEC1-6FCDFBEC3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400" indent="0">
              <a:buNone/>
            </a:pPr>
            <a:r>
              <a:rPr lang="en-US" b="1" dirty="0"/>
              <a:t>Creator Audience Breakdown</a:t>
            </a:r>
            <a:br>
              <a:rPr lang="en-US" b="1" dirty="0"/>
            </a:b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b="1" dirty="0"/>
              <a:t>NovaLyn</a:t>
            </a:r>
            <a:r>
              <a:rPr lang="en-US" dirty="0"/>
              <a:t>: 40% female audience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KaiVex</a:t>
            </a:r>
            <a:r>
              <a:rPr lang="en-US" dirty="0"/>
              <a:t>: 47% aged 18–24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JinxVR</a:t>
            </a:r>
            <a:r>
              <a:rPr lang="en-US" dirty="0"/>
              <a:t>: High 13–17 segment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PixelChef</a:t>
            </a:r>
            <a:r>
              <a:rPr lang="en-US" dirty="0"/>
              <a:t>: Strong US + UK base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76EB01-58D9-A58E-9BBD-0C48E373B3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3" t="34805" r="43107" b="1358"/>
          <a:stretch>
            <a:fillRect/>
          </a:stretch>
        </p:blipFill>
        <p:spPr>
          <a:xfrm>
            <a:off x="4334218" y="1082972"/>
            <a:ext cx="3609109" cy="328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0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7DB0A-F213-090D-E80C-E2EE9486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550" y="441299"/>
            <a:ext cx="3858900" cy="563700"/>
          </a:xfrm>
        </p:spPr>
        <p:txBody>
          <a:bodyPr/>
          <a:lstStyle/>
          <a:p>
            <a:r>
              <a:rPr lang="en" b="1" dirty="0">
                <a:solidFill>
                  <a:srgbClr val="4E93B3"/>
                </a:solidFill>
              </a:rPr>
              <a:t>growth</a:t>
            </a:r>
            <a:r>
              <a:rPr lang="en-US" dirty="0"/>
              <a:t>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631B3-C47F-2CD6-E9F3-4D196F88E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5961" y="906158"/>
            <a:ext cx="3858900" cy="1853107"/>
          </a:xfrm>
        </p:spPr>
        <p:txBody>
          <a:bodyPr/>
          <a:lstStyle/>
          <a:p>
            <a:pPr marL="152400" indent="0">
              <a:buNone/>
            </a:pPr>
            <a:r>
              <a:rPr lang="en-US" b="1" dirty="0"/>
              <a:t>30-Day Growth Analysis</a:t>
            </a:r>
          </a:p>
          <a:p>
            <a:pPr marL="152400" indent="0">
              <a:buNone/>
            </a:pP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b="1" dirty="0"/>
              <a:t>NovaLyn</a:t>
            </a:r>
            <a:r>
              <a:rPr lang="en-US" dirty="0"/>
              <a:t>: +18.4% YouTube growth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JinxVR</a:t>
            </a:r>
            <a:r>
              <a:rPr lang="en-US" dirty="0"/>
              <a:t>: +15.2% TikTok growth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PixelChef</a:t>
            </a:r>
            <a:r>
              <a:rPr lang="en-US" dirty="0"/>
              <a:t>: +16.5% YouTube growth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KaiVex</a:t>
            </a:r>
            <a:r>
              <a:rPr lang="en-US" dirty="0"/>
              <a:t>: Stable multi-platform growth</a:t>
            </a:r>
          </a:p>
          <a:p>
            <a:pPr marL="152400" indent="0">
              <a:lnSpc>
                <a:spcPct val="150000"/>
              </a:lnSpc>
              <a:buNone/>
            </a:pPr>
            <a:endParaRPr lang="en-US" dirty="0"/>
          </a:p>
          <a:p>
            <a:pPr marL="152400" indent="0">
              <a:lnSpc>
                <a:spcPct val="150000"/>
              </a:lnSpc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67150-26C6-2F25-9F8C-98DB5D397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8" t="3032" r="27132" b="53747"/>
          <a:stretch>
            <a:fillRect/>
          </a:stretch>
        </p:blipFill>
        <p:spPr>
          <a:xfrm>
            <a:off x="2055629" y="2765957"/>
            <a:ext cx="5224129" cy="187244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9269CEA-CC92-8972-CFE5-3CF0611BABB9}"/>
              </a:ext>
            </a:extLst>
          </p:cNvPr>
          <p:cNvSpPr txBox="1">
            <a:spLocks/>
          </p:cNvSpPr>
          <p:nvPr/>
        </p:nvSpPr>
        <p:spPr>
          <a:xfrm>
            <a:off x="4366798" y="897916"/>
            <a:ext cx="3858900" cy="1853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52400" indent="0">
              <a:buNone/>
            </a:pPr>
            <a:r>
              <a:rPr lang="en-US" b="1" dirty="0"/>
              <a:t>Key Insight:</a:t>
            </a:r>
          </a:p>
          <a:p>
            <a:pPr marL="152400" indent="0">
              <a:buNone/>
            </a:pPr>
            <a:br>
              <a:rPr lang="en-US" dirty="0"/>
            </a:br>
            <a:r>
              <a:rPr lang="en-US" dirty="0"/>
              <a:t>NovaLyn shows strongest upward momentum of all candidates.</a:t>
            </a:r>
          </a:p>
        </p:txBody>
      </p:sp>
    </p:spTree>
    <p:extLst>
      <p:ext uri="{BB962C8B-B14F-4D97-AF65-F5344CB8AC3E}">
        <p14:creationId xmlns:p14="http://schemas.microsoft.com/office/powerpoint/2010/main" val="1136808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70"/>
          <p:cNvSpPr/>
          <p:nvPr/>
        </p:nvSpPr>
        <p:spPr>
          <a:xfrm rot="-5398613" flipH="1">
            <a:off x="4200300" y="-1281775"/>
            <a:ext cx="743400" cy="4197000"/>
          </a:xfrm>
          <a:prstGeom prst="parallelogram">
            <a:avLst>
              <a:gd name="adj" fmla="val 1848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8" name="Google Shape;2238;p70"/>
          <p:cNvSpPr/>
          <p:nvPr/>
        </p:nvSpPr>
        <p:spPr>
          <a:xfrm rot="-5090307" flipH="1">
            <a:off x="5550156" y="1229195"/>
            <a:ext cx="1589444" cy="2727861"/>
          </a:xfrm>
          <a:prstGeom prst="parallelogram">
            <a:avLst>
              <a:gd name="adj" fmla="val 1457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9" name="Google Shape;2239;p70"/>
          <p:cNvSpPr/>
          <p:nvPr/>
        </p:nvSpPr>
        <p:spPr>
          <a:xfrm rot="-5090307" flipH="1">
            <a:off x="2096339" y="1212992"/>
            <a:ext cx="1556905" cy="2727861"/>
          </a:xfrm>
          <a:prstGeom prst="parallelogram">
            <a:avLst>
              <a:gd name="adj" fmla="val 1457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0" name="Google Shape;2240;p70"/>
          <p:cNvSpPr/>
          <p:nvPr/>
        </p:nvSpPr>
        <p:spPr>
          <a:xfrm rot="-5224907" flipH="1">
            <a:off x="1837496" y="1299598"/>
            <a:ext cx="472958" cy="1243297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1" name="Google Shape;2241;p7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FINAL RECOMMENDATIONS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2242" name="Google Shape;2242;p70"/>
          <p:cNvSpPr txBox="1">
            <a:spLocks noGrp="1"/>
          </p:cNvSpPr>
          <p:nvPr>
            <p:ph type="title" idx="2"/>
          </p:nvPr>
        </p:nvSpPr>
        <p:spPr>
          <a:xfrm>
            <a:off x="1423794" y="1836575"/>
            <a:ext cx="1707632" cy="274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FaZe Core Roster</a:t>
            </a:r>
            <a:endParaRPr dirty="0"/>
          </a:p>
        </p:txBody>
      </p:sp>
      <p:sp>
        <p:nvSpPr>
          <p:cNvPr id="2243" name="Google Shape;2243;p70"/>
          <p:cNvSpPr txBox="1">
            <a:spLocks noGrp="1"/>
          </p:cNvSpPr>
          <p:nvPr>
            <p:ph type="subTitle" idx="1"/>
          </p:nvPr>
        </p:nvSpPr>
        <p:spPr>
          <a:xfrm>
            <a:off x="1433063" y="2343475"/>
            <a:ext cx="2456100" cy="6546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 </a:t>
            </a:r>
            <a:r>
              <a:rPr lang="en-US" b="1" dirty="0"/>
              <a:t>KaiVex</a:t>
            </a:r>
          </a:p>
          <a:p>
            <a:r>
              <a:rPr lang="en-US" b="1" dirty="0"/>
              <a:t>NovaLyn</a:t>
            </a:r>
            <a:endParaRPr b="1" dirty="0"/>
          </a:p>
        </p:txBody>
      </p:sp>
      <p:sp>
        <p:nvSpPr>
          <p:cNvPr id="2244" name="Google Shape;2244;p70"/>
          <p:cNvSpPr txBox="1">
            <a:spLocks noGrp="1"/>
          </p:cNvSpPr>
          <p:nvPr>
            <p:ph type="subTitle" idx="4"/>
          </p:nvPr>
        </p:nvSpPr>
        <p:spPr>
          <a:xfrm>
            <a:off x="4887238" y="2345975"/>
            <a:ext cx="2456100" cy="11244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JinxVR</a:t>
            </a:r>
          </a:p>
          <a:p>
            <a:r>
              <a:rPr lang="en-US" b="1" dirty="0"/>
              <a:t>PixelChef</a:t>
            </a:r>
            <a:endParaRPr b="1" dirty="0"/>
          </a:p>
        </p:txBody>
      </p:sp>
      <p:sp>
        <p:nvSpPr>
          <p:cNvPr id="2245" name="Google Shape;2245;p70"/>
          <p:cNvSpPr/>
          <p:nvPr/>
        </p:nvSpPr>
        <p:spPr>
          <a:xfrm rot="-5224907" flipH="1">
            <a:off x="5394723" y="1201665"/>
            <a:ext cx="472958" cy="1449664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6" name="Google Shape;2246;p70"/>
          <p:cNvSpPr txBox="1">
            <a:spLocks noGrp="1"/>
          </p:cNvSpPr>
          <p:nvPr>
            <p:ph type="title" idx="3"/>
          </p:nvPr>
        </p:nvSpPr>
        <p:spPr>
          <a:xfrm>
            <a:off x="4846415" y="1832684"/>
            <a:ext cx="2284923" cy="2743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FaZe Umbrella Agency</a:t>
            </a:r>
            <a:endParaRPr dirty="0"/>
          </a:p>
        </p:txBody>
      </p:sp>
      <p:sp>
        <p:nvSpPr>
          <p:cNvPr id="2247" name="Google Shape;2247;p70"/>
          <p:cNvSpPr/>
          <p:nvPr/>
        </p:nvSpPr>
        <p:spPr>
          <a:xfrm rot="1293701" flipH="1">
            <a:off x="7143914" y="1482690"/>
            <a:ext cx="1198358" cy="1059516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48" name="Google Shape;2248;p70"/>
          <p:cNvGrpSpPr/>
          <p:nvPr/>
        </p:nvGrpSpPr>
        <p:grpSpPr>
          <a:xfrm>
            <a:off x="7299961" y="1854464"/>
            <a:ext cx="866010" cy="1000802"/>
            <a:chOff x="2234525" y="667600"/>
            <a:chExt cx="574125" cy="659750"/>
          </a:xfrm>
        </p:grpSpPr>
        <p:sp>
          <p:nvSpPr>
            <p:cNvPr id="2249" name="Google Shape;2249;p70"/>
            <p:cNvSpPr/>
            <p:nvPr/>
          </p:nvSpPr>
          <p:spPr>
            <a:xfrm>
              <a:off x="2394850" y="682675"/>
              <a:ext cx="413800" cy="644675"/>
            </a:xfrm>
            <a:custGeom>
              <a:avLst/>
              <a:gdLst/>
              <a:ahLst/>
              <a:cxnLst/>
              <a:rect l="l" t="t" r="r" b="b"/>
              <a:pathLst>
                <a:path w="16552" h="25787" extrusionOk="0">
                  <a:moveTo>
                    <a:pt x="12695" y="0"/>
                  </a:moveTo>
                  <a:lnTo>
                    <a:pt x="0" y="2094"/>
                  </a:lnTo>
                  <a:cubicBezTo>
                    <a:pt x="1532" y="3258"/>
                    <a:pt x="1572" y="5587"/>
                    <a:pt x="2795" y="7070"/>
                  </a:cubicBezTo>
                  <a:cubicBezTo>
                    <a:pt x="3891" y="8396"/>
                    <a:pt x="6346" y="8584"/>
                    <a:pt x="7775" y="9538"/>
                  </a:cubicBezTo>
                  <a:cubicBezTo>
                    <a:pt x="9285" y="10543"/>
                    <a:pt x="9696" y="12369"/>
                    <a:pt x="10344" y="14061"/>
                  </a:cubicBezTo>
                  <a:cubicBezTo>
                    <a:pt x="10993" y="15754"/>
                    <a:pt x="11284" y="17558"/>
                    <a:pt x="11572" y="19347"/>
                  </a:cubicBezTo>
                  <a:cubicBezTo>
                    <a:pt x="11683" y="20037"/>
                    <a:pt x="11785" y="20789"/>
                    <a:pt x="11444" y="21399"/>
                  </a:cubicBezTo>
                  <a:cubicBezTo>
                    <a:pt x="11160" y="21908"/>
                    <a:pt x="10623" y="22214"/>
                    <a:pt x="10211" y="22629"/>
                  </a:cubicBezTo>
                  <a:cubicBezTo>
                    <a:pt x="9410" y="23438"/>
                    <a:pt x="9119" y="24712"/>
                    <a:pt x="9492" y="25787"/>
                  </a:cubicBezTo>
                  <a:lnTo>
                    <a:pt x="16552" y="24467"/>
                  </a:lnTo>
                  <a:cubicBezTo>
                    <a:pt x="16451" y="23358"/>
                    <a:pt x="15845" y="22305"/>
                    <a:pt x="14935" y="21664"/>
                  </a:cubicBezTo>
                  <a:cubicBezTo>
                    <a:pt x="14428" y="21308"/>
                    <a:pt x="13833" y="21071"/>
                    <a:pt x="13392" y="20637"/>
                  </a:cubicBezTo>
                  <a:cubicBezTo>
                    <a:pt x="12726" y="19984"/>
                    <a:pt x="12522" y="19006"/>
                    <a:pt x="12351" y="18090"/>
                  </a:cubicBezTo>
                  <a:lnTo>
                    <a:pt x="11147" y="11684"/>
                  </a:lnTo>
                  <a:cubicBezTo>
                    <a:pt x="10947" y="10623"/>
                    <a:pt x="10767" y="9452"/>
                    <a:pt x="11322" y="8527"/>
                  </a:cubicBezTo>
                  <a:cubicBezTo>
                    <a:pt x="11677" y="7935"/>
                    <a:pt x="12289" y="7535"/>
                    <a:pt x="12657" y="6952"/>
                  </a:cubicBezTo>
                  <a:cubicBezTo>
                    <a:pt x="13292" y="5949"/>
                    <a:pt x="13083" y="4647"/>
                    <a:pt x="12806" y="3493"/>
                  </a:cubicBezTo>
                  <a:cubicBezTo>
                    <a:pt x="12531" y="2338"/>
                    <a:pt x="12218" y="1087"/>
                    <a:pt x="1269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70"/>
            <p:cNvSpPr/>
            <p:nvPr/>
          </p:nvSpPr>
          <p:spPr>
            <a:xfrm>
              <a:off x="2234525" y="741850"/>
              <a:ext cx="236225" cy="185050"/>
            </a:xfrm>
            <a:custGeom>
              <a:avLst/>
              <a:gdLst/>
              <a:ahLst/>
              <a:cxnLst/>
              <a:rect l="l" t="t" r="r" b="b"/>
              <a:pathLst>
                <a:path w="9449" h="7402" extrusionOk="0">
                  <a:moveTo>
                    <a:pt x="4869" y="0"/>
                  </a:moveTo>
                  <a:cubicBezTo>
                    <a:pt x="4171" y="0"/>
                    <a:pt x="3476" y="68"/>
                    <a:pt x="2803" y="250"/>
                  </a:cubicBezTo>
                  <a:cubicBezTo>
                    <a:pt x="1672" y="554"/>
                    <a:pt x="603" y="1217"/>
                    <a:pt x="0" y="2220"/>
                  </a:cubicBezTo>
                  <a:cubicBezTo>
                    <a:pt x="787" y="2366"/>
                    <a:pt x="1251" y="3001"/>
                    <a:pt x="1834" y="3551"/>
                  </a:cubicBezTo>
                  <a:cubicBezTo>
                    <a:pt x="2415" y="4101"/>
                    <a:pt x="2682" y="4787"/>
                    <a:pt x="3129" y="5452"/>
                  </a:cubicBezTo>
                  <a:cubicBezTo>
                    <a:pt x="3540" y="6065"/>
                    <a:pt x="4170" y="6621"/>
                    <a:pt x="4785" y="7029"/>
                  </a:cubicBezTo>
                  <a:cubicBezTo>
                    <a:pt x="5195" y="7301"/>
                    <a:pt x="5760" y="7401"/>
                    <a:pt x="6318" y="7401"/>
                  </a:cubicBezTo>
                  <a:cubicBezTo>
                    <a:pt x="6690" y="7401"/>
                    <a:pt x="7060" y="7357"/>
                    <a:pt x="7380" y="7289"/>
                  </a:cubicBezTo>
                  <a:cubicBezTo>
                    <a:pt x="7952" y="7167"/>
                    <a:pt x="8505" y="6899"/>
                    <a:pt x="8886" y="6457"/>
                  </a:cubicBezTo>
                  <a:cubicBezTo>
                    <a:pt x="9265" y="6016"/>
                    <a:pt x="9449" y="5386"/>
                    <a:pt x="9279" y="4829"/>
                  </a:cubicBezTo>
                  <a:cubicBezTo>
                    <a:pt x="9117" y="4300"/>
                    <a:pt x="8604" y="3880"/>
                    <a:pt x="8057" y="3880"/>
                  </a:cubicBezTo>
                  <a:cubicBezTo>
                    <a:pt x="8026" y="3880"/>
                    <a:pt x="7996" y="3881"/>
                    <a:pt x="7965" y="3884"/>
                  </a:cubicBezTo>
                  <a:cubicBezTo>
                    <a:pt x="7726" y="3906"/>
                    <a:pt x="7486" y="4013"/>
                    <a:pt x="7347" y="4210"/>
                  </a:cubicBezTo>
                  <a:cubicBezTo>
                    <a:pt x="7211" y="4407"/>
                    <a:pt x="7200" y="4698"/>
                    <a:pt x="7360" y="4876"/>
                  </a:cubicBezTo>
                  <a:cubicBezTo>
                    <a:pt x="7439" y="4966"/>
                    <a:pt x="7559" y="5012"/>
                    <a:pt x="7677" y="5012"/>
                  </a:cubicBezTo>
                  <a:cubicBezTo>
                    <a:pt x="7798" y="5012"/>
                    <a:pt x="7916" y="4964"/>
                    <a:pt x="7985" y="4864"/>
                  </a:cubicBezTo>
                  <a:lnTo>
                    <a:pt x="7985" y="4864"/>
                  </a:lnTo>
                  <a:cubicBezTo>
                    <a:pt x="7978" y="4864"/>
                    <a:pt x="7971" y="4864"/>
                    <a:pt x="7964" y="4864"/>
                  </a:cubicBezTo>
                  <a:cubicBezTo>
                    <a:pt x="7710" y="4864"/>
                    <a:pt x="7485" y="4604"/>
                    <a:pt x="7528" y="4350"/>
                  </a:cubicBezTo>
                  <a:cubicBezTo>
                    <a:pt x="7636" y="4284"/>
                    <a:pt x="7758" y="4255"/>
                    <a:pt x="7881" y="4255"/>
                  </a:cubicBezTo>
                  <a:cubicBezTo>
                    <a:pt x="8221" y="4255"/>
                    <a:pt x="8574" y="4483"/>
                    <a:pt x="8704" y="4809"/>
                  </a:cubicBezTo>
                  <a:cubicBezTo>
                    <a:pt x="8880" y="5255"/>
                    <a:pt x="8698" y="5787"/>
                    <a:pt x="8351" y="6115"/>
                  </a:cubicBezTo>
                  <a:cubicBezTo>
                    <a:pt x="8001" y="6444"/>
                    <a:pt x="7520" y="6597"/>
                    <a:pt x="7043" y="6650"/>
                  </a:cubicBezTo>
                  <a:cubicBezTo>
                    <a:pt x="6907" y="6665"/>
                    <a:pt x="6770" y="6673"/>
                    <a:pt x="6632" y="6673"/>
                  </a:cubicBezTo>
                  <a:cubicBezTo>
                    <a:pt x="5653" y="6673"/>
                    <a:pt x="4675" y="6291"/>
                    <a:pt x="3962" y="5616"/>
                  </a:cubicBezTo>
                  <a:cubicBezTo>
                    <a:pt x="3150" y="4846"/>
                    <a:pt x="2701" y="3709"/>
                    <a:pt x="2764" y="2593"/>
                  </a:cubicBezTo>
                  <a:cubicBezTo>
                    <a:pt x="2793" y="2091"/>
                    <a:pt x="2950" y="1552"/>
                    <a:pt x="3360" y="1258"/>
                  </a:cubicBezTo>
                  <a:cubicBezTo>
                    <a:pt x="3674" y="1032"/>
                    <a:pt x="4083" y="989"/>
                    <a:pt x="4472" y="989"/>
                  </a:cubicBezTo>
                  <a:cubicBezTo>
                    <a:pt x="4489" y="989"/>
                    <a:pt x="4506" y="989"/>
                    <a:pt x="4523" y="989"/>
                  </a:cubicBezTo>
                  <a:cubicBezTo>
                    <a:pt x="5896" y="1002"/>
                    <a:pt x="7244" y="1362"/>
                    <a:pt x="8440" y="2038"/>
                  </a:cubicBezTo>
                  <a:cubicBezTo>
                    <a:pt x="8677" y="1519"/>
                    <a:pt x="8382" y="880"/>
                    <a:pt x="7914" y="550"/>
                  </a:cubicBezTo>
                  <a:cubicBezTo>
                    <a:pt x="7448" y="222"/>
                    <a:pt x="6858" y="135"/>
                    <a:pt x="6291" y="79"/>
                  </a:cubicBezTo>
                  <a:cubicBezTo>
                    <a:pt x="5820" y="31"/>
                    <a:pt x="5344" y="0"/>
                    <a:pt x="4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70"/>
            <p:cNvSpPr/>
            <p:nvPr/>
          </p:nvSpPr>
          <p:spPr>
            <a:xfrm>
              <a:off x="2692275" y="667600"/>
              <a:ext cx="110225" cy="154025"/>
            </a:xfrm>
            <a:custGeom>
              <a:avLst/>
              <a:gdLst/>
              <a:ahLst/>
              <a:cxnLst/>
              <a:rect l="l" t="t" r="r" b="b"/>
              <a:pathLst>
                <a:path w="4409" h="6161" extrusionOk="0">
                  <a:moveTo>
                    <a:pt x="3672" y="0"/>
                  </a:moveTo>
                  <a:cubicBezTo>
                    <a:pt x="2522" y="0"/>
                    <a:pt x="1372" y="492"/>
                    <a:pt x="601" y="1350"/>
                  </a:cubicBezTo>
                  <a:cubicBezTo>
                    <a:pt x="299" y="1687"/>
                    <a:pt x="41" y="2125"/>
                    <a:pt x="124" y="2570"/>
                  </a:cubicBezTo>
                  <a:lnTo>
                    <a:pt x="1" y="3325"/>
                  </a:lnTo>
                  <a:cubicBezTo>
                    <a:pt x="687" y="3058"/>
                    <a:pt x="1135" y="2413"/>
                    <a:pt x="1599" y="1843"/>
                  </a:cubicBezTo>
                  <a:cubicBezTo>
                    <a:pt x="2059" y="1280"/>
                    <a:pt x="2662" y="723"/>
                    <a:pt x="3385" y="723"/>
                  </a:cubicBezTo>
                  <a:cubicBezTo>
                    <a:pt x="3394" y="723"/>
                    <a:pt x="3403" y="723"/>
                    <a:pt x="3413" y="723"/>
                  </a:cubicBezTo>
                  <a:cubicBezTo>
                    <a:pt x="2785" y="1965"/>
                    <a:pt x="3963" y="3582"/>
                    <a:pt x="3307" y="4809"/>
                  </a:cubicBezTo>
                  <a:cubicBezTo>
                    <a:pt x="3198" y="5015"/>
                    <a:pt x="3043" y="5192"/>
                    <a:pt x="2856" y="5328"/>
                  </a:cubicBezTo>
                  <a:cubicBezTo>
                    <a:pt x="2652" y="5476"/>
                    <a:pt x="2403" y="5572"/>
                    <a:pt x="2153" y="5572"/>
                  </a:cubicBezTo>
                  <a:cubicBezTo>
                    <a:pt x="2095" y="5572"/>
                    <a:pt x="2037" y="5567"/>
                    <a:pt x="1980" y="5556"/>
                  </a:cubicBezTo>
                  <a:cubicBezTo>
                    <a:pt x="1676" y="5499"/>
                    <a:pt x="1399" y="5261"/>
                    <a:pt x="1348" y="4953"/>
                  </a:cubicBezTo>
                  <a:cubicBezTo>
                    <a:pt x="1295" y="4647"/>
                    <a:pt x="1515" y="4307"/>
                    <a:pt x="1823" y="4270"/>
                  </a:cubicBezTo>
                  <a:cubicBezTo>
                    <a:pt x="1838" y="4269"/>
                    <a:pt x="1853" y="4268"/>
                    <a:pt x="1868" y="4268"/>
                  </a:cubicBezTo>
                  <a:cubicBezTo>
                    <a:pt x="2159" y="4268"/>
                    <a:pt x="2428" y="4583"/>
                    <a:pt x="2329" y="4862"/>
                  </a:cubicBezTo>
                  <a:cubicBezTo>
                    <a:pt x="2541" y="4778"/>
                    <a:pt x="2613" y="4485"/>
                    <a:pt x="2506" y="4287"/>
                  </a:cubicBezTo>
                  <a:cubicBezTo>
                    <a:pt x="2399" y="4088"/>
                    <a:pt x="2164" y="3986"/>
                    <a:pt x="1940" y="3986"/>
                  </a:cubicBezTo>
                  <a:cubicBezTo>
                    <a:pt x="1938" y="3986"/>
                    <a:pt x="1936" y="3986"/>
                    <a:pt x="1934" y="3986"/>
                  </a:cubicBezTo>
                  <a:cubicBezTo>
                    <a:pt x="1708" y="3990"/>
                    <a:pt x="1492" y="4083"/>
                    <a:pt x="1295" y="4194"/>
                  </a:cubicBezTo>
                  <a:cubicBezTo>
                    <a:pt x="838" y="4451"/>
                    <a:pt x="407" y="4940"/>
                    <a:pt x="552" y="5443"/>
                  </a:cubicBezTo>
                  <a:cubicBezTo>
                    <a:pt x="696" y="5935"/>
                    <a:pt x="1291" y="6120"/>
                    <a:pt x="1801" y="6153"/>
                  </a:cubicBezTo>
                  <a:cubicBezTo>
                    <a:pt x="1881" y="6158"/>
                    <a:pt x="1961" y="6160"/>
                    <a:pt x="2041" y="6160"/>
                  </a:cubicBezTo>
                  <a:cubicBezTo>
                    <a:pt x="2700" y="6160"/>
                    <a:pt x="3382" y="5992"/>
                    <a:pt x="3819" y="5510"/>
                  </a:cubicBezTo>
                  <a:cubicBezTo>
                    <a:pt x="4241" y="5042"/>
                    <a:pt x="4352" y="4371"/>
                    <a:pt x="4314" y="3742"/>
                  </a:cubicBezTo>
                  <a:cubicBezTo>
                    <a:pt x="4278" y="3116"/>
                    <a:pt x="4108" y="2502"/>
                    <a:pt x="4046" y="1878"/>
                  </a:cubicBezTo>
                  <a:cubicBezTo>
                    <a:pt x="3984" y="1253"/>
                    <a:pt x="4045" y="581"/>
                    <a:pt x="4409" y="70"/>
                  </a:cubicBezTo>
                  <a:cubicBezTo>
                    <a:pt x="4166" y="23"/>
                    <a:pt x="3919" y="0"/>
                    <a:pt x="36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2" name="Google Shape;2252;p70"/>
          <p:cNvGrpSpPr/>
          <p:nvPr/>
        </p:nvGrpSpPr>
        <p:grpSpPr>
          <a:xfrm rot="1800049">
            <a:off x="913693" y="2791284"/>
            <a:ext cx="1060067" cy="998105"/>
            <a:chOff x="1589425" y="1296400"/>
            <a:chExt cx="4439250" cy="4179775"/>
          </a:xfrm>
        </p:grpSpPr>
        <p:sp>
          <p:nvSpPr>
            <p:cNvPr id="2253" name="Google Shape;2253;p70"/>
            <p:cNvSpPr/>
            <p:nvPr/>
          </p:nvSpPr>
          <p:spPr>
            <a:xfrm>
              <a:off x="1589425" y="1296400"/>
              <a:ext cx="4439250" cy="2796600"/>
            </a:xfrm>
            <a:custGeom>
              <a:avLst/>
              <a:gdLst/>
              <a:ahLst/>
              <a:cxnLst/>
              <a:rect l="l" t="t" r="r" b="b"/>
              <a:pathLst>
                <a:path w="177570" h="111864" extrusionOk="0">
                  <a:moveTo>
                    <a:pt x="59132" y="1"/>
                  </a:moveTo>
                  <a:lnTo>
                    <a:pt x="63649" y="47798"/>
                  </a:lnTo>
                  <a:lnTo>
                    <a:pt x="15184" y="9015"/>
                  </a:lnTo>
                  <a:lnTo>
                    <a:pt x="15184" y="9015"/>
                  </a:lnTo>
                  <a:cubicBezTo>
                    <a:pt x="21697" y="31852"/>
                    <a:pt x="28206" y="54685"/>
                    <a:pt x="34719" y="77522"/>
                  </a:cubicBezTo>
                  <a:lnTo>
                    <a:pt x="0" y="68389"/>
                  </a:lnTo>
                  <a:lnTo>
                    <a:pt x="0" y="68389"/>
                  </a:lnTo>
                  <a:cubicBezTo>
                    <a:pt x="7897" y="83148"/>
                    <a:pt x="16569" y="97640"/>
                    <a:pt x="26014" y="111864"/>
                  </a:cubicBezTo>
                  <a:lnTo>
                    <a:pt x="151555" y="111864"/>
                  </a:lnTo>
                  <a:cubicBezTo>
                    <a:pt x="160981" y="97651"/>
                    <a:pt x="169649" y="83159"/>
                    <a:pt x="177569" y="68389"/>
                  </a:cubicBezTo>
                  <a:lnTo>
                    <a:pt x="177569" y="68389"/>
                  </a:lnTo>
                  <a:lnTo>
                    <a:pt x="142850" y="77522"/>
                  </a:lnTo>
                  <a:cubicBezTo>
                    <a:pt x="149360" y="54685"/>
                    <a:pt x="155872" y="31852"/>
                    <a:pt x="162385" y="9015"/>
                  </a:cubicBezTo>
                  <a:lnTo>
                    <a:pt x="162385" y="9015"/>
                  </a:lnTo>
                  <a:lnTo>
                    <a:pt x="113920" y="47798"/>
                  </a:lnTo>
                  <a:lnTo>
                    <a:pt x="113920" y="47798"/>
                  </a:lnTo>
                  <a:lnTo>
                    <a:pt x="118438" y="1"/>
                  </a:lnTo>
                  <a:lnTo>
                    <a:pt x="87538" y="27774"/>
                  </a:lnTo>
                  <a:lnTo>
                    <a:pt x="59132" y="1"/>
                  </a:ln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70"/>
            <p:cNvSpPr/>
            <p:nvPr/>
          </p:nvSpPr>
          <p:spPr>
            <a:xfrm>
              <a:off x="2950825" y="1763675"/>
              <a:ext cx="7125" cy="11925"/>
            </a:xfrm>
            <a:custGeom>
              <a:avLst/>
              <a:gdLst/>
              <a:ahLst/>
              <a:cxnLst/>
              <a:rect l="l" t="t" r="r" b="b"/>
              <a:pathLst>
                <a:path w="285" h="477" extrusionOk="0">
                  <a:moveTo>
                    <a:pt x="1" y="1"/>
                  </a:moveTo>
                  <a:lnTo>
                    <a:pt x="1" y="477"/>
                  </a:lnTo>
                  <a:lnTo>
                    <a:pt x="285" y="477"/>
                  </a:lnTo>
                  <a:lnTo>
                    <a:pt x="285" y="420"/>
                  </a:lnTo>
                  <a:lnTo>
                    <a:pt x="63" y="420"/>
                  </a:lnTo>
                  <a:lnTo>
                    <a:pt x="63" y="1"/>
                  </a:ln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70"/>
            <p:cNvSpPr/>
            <p:nvPr/>
          </p:nvSpPr>
          <p:spPr>
            <a:xfrm>
              <a:off x="2959550" y="1763675"/>
              <a:ext cx="1500" cy="11925"/>
            </a:xfrm>
            <a:custGeom>
              <a:avLst/>
              <a:gdLst/>
              <a:ahLst/>
              <a:cxnLst/>
              <a:rect l="l" t="t" r="r" b="b"/>
              <a:pathLst>
                <a:path w="60" h="477" extrusionOk="0">
                  <a:moveTo>
                    <a:pt x="1" y="1"/>
                  </a:moveTo>
                  <a:lnTo>
                    <a:pt x="1" y="477"/>
                  </a:lnTo>
                  <a:lnTo>
                    <a:pt x="60" y="477"/>
                  </a:lnTo>
                  <a:lnTo>
                    <a:pt x="60" y="1"/>
                  </a:ln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70"/>
            <p:cNvSpPr/>
            <p:nvPr/>
          </p:nvSpPr>
          <p:spPr>
            <a:xfrm>
              <a:off x="2962725" y="1763675"/>
              <a:ext cx="10425" cy="11925"/>
            </a:xfrm>
            <a:custGeom>
              <a:avLst/>
              <a:gdLst/>
              <a:ahLst/>
              <a:cxnLst/>
              <a:rect l="l" t="t" r="r" b="b"/>
              <a:pathLst>
                <a:path w="417" h="477" extrusionOk="0">
                  <a:moveTo>
                    <a:pt x="0" y="1"/>
                  </a:moveTo>
                  <a:lnTo>
                    <a:pt x="175" y="477"/>
                  </a:lnTo>
                  <a:lnTo>
                    <a:pt x="242" y="477"/>
                  </a:lnTo>
                  <a:lnTo>
                    <a:pt x="417" y="1"/>
                  </a:lnTo>
                  <a:lnTo>
                    <a:pt x="352" y="1"/>
                  </a:lnTo>
                  <a:lnTo>
                    <a:pt x="209" y="401"/>
                  </a:lnTo>
                  <a:lnTo>
                    <a:pt x="65" y="1"/>
                  </a:ln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70"/>
            <p:cNvSpPr/>
            <p:nvPr/>
          </p:nvSpPr>
          <p:spPr>
            <a:xfrm>
              <a:off x="2974825" y="1763675"/>
              <a:ext cx="7350" cy="11925"/>
            </a:xfrm>
            <a:custGeom>
              <a:avLst/>
              <a:gdLst/>
              <a:ahLst/>
              <a:cxnLst/>
              <a:rect l="l" t="t" r="r" b="b"/>
              <a:pathLst>
                <a:path w="294" h="477" extrusionOk="0">
                  <a:moveTo>
                    <a:pt x="0" y="1"/>
                  </a:moveTo>
                  <a:lnTo>
                    <a:pt x="0" y="477"/>
                  </a:lnTo>
                  <a:lnTo>
                    <a:pt x="293" y="477"/>
                  </a:lnTo>
                  <a:lnTo>
                    <a:pt x="293" y="420"/>
                  </a:lnTo>
                  <a:lnTo>
                    <a:pt x="62" y="420"/>
                  </a:lnTo>
                  <a:lnTo>
                    <a:pt x="62" y="249"/>
                  </a:lnTo>
                  <a:lnTo>
                    <a:pt x="279" y="249"/>
                  </a:lnTo>
                  <a:lnTo>
                    <a:pt x="279" y="195"/>
                  </a:lnTo>
                  <a:lnTo>
                    <a:pt x="62" y="195"/>
                  </a:lnTo>
                  <a:lnTo>
                    <a:pt x="62" y="54"/>
                  </a:lnTo>
                  <a:lnTo>
                    <a:pt x="288" y="54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70"/>
            <p:cNvSpPr/>
            <p:nvPr/>
          </p:nvSpPr>
          <p:spPr>
            <a:xfrm>
              <a:off x="1972025" y="2980325"/>
              <a:ext cx="3640450" cy="2495850"/>
            </a:xfrm>
            <a:custGeom>
              <a:avLst/>
              <a:gdLst/>
              <a:ahLst/>
              <a:cxnLst/>
              <a:rect l="l" t="t" r="r" b="b"/>
              <a:pathLst>
                <a:path w="145618" h="99834" extrusionOk="0">
                  <a:moveTo>
                    <a:pt x="67389" y="0"/>
                  </a:moveTo>
                  <a:cubicBezTo>
                    <a:pt x="54711" y="0"/>
                    <a:pt x="42035" y="684"/>
                    <a:pt x="29465" y="2068"/>
                  </a:cubicBezTo>
                  <a:cubicBezTo>
                    <a:pt x="25446" y="2513"/>
                    <a:pt x="21233" y="3098"/>
                    <a:pt x="18064" y="5218"/>
                  </a:cubicBezTo>
                  <a:cubicBezTo>
                    <a:pt x="14746" y="7435"/>
                    <a:pt x="13130" y="10956"/>
                    <a:pt x="11793" y="14336"/>
                  </a:cubicBezTo>
                  <a:cubicBezTo>
                    <a:pt x="3204" y="36044"/>
                    <a:pt x="1" y="59241"/>
                    <a:pt x="2447" y="82021"/>
                  </a:cubicBezTo>
                  <a:cubicBezTo>
                    <a:pt x="2875" y="86001"/>
                    <a:pt x="3513" y="90082"/>
                    <a:pt x="5804" y="93586"/>
                  </a:cubicBezTo>
                  <a:cubicBezTo>
                    <a:pt x="8057" y="97031"/>
                    <a:pt x="12259" y="99834"/>
                    <a:pt x="16926" y="99834"/>
                  </a:cubicBezTo>
                  <a:cubicBezTo>
                    <a:pt x="17006" y="99834"/>
                    <a:pt x="17086" y="99833"/>
                    <a:pt x="17166" y="99831"/>
                  </a:cubicBezTo>
                  <a:cubicBezTo>
                    <a:pt x="22702" y="99718"/>
                    <a:pt x="27017" y="95905"/>
                    <a:pt x="30434" y="92246"/>
                  </a:cubicBezTo>
                  <a:cubicBezTo>
                    <a:pt x="36856" y="85368"/>
                    <a:pt x="42527" y="77999"/>
                    <a:pt x="47365" y="70262"/>
                  </a:cubicBezTo>
                  <a:cubicBezTo>
                    <a:pt x="52459" y="62120"/>
                    <a:pt x="61117" y="56868"/>
                    <a:pt x="70717" y="56567"/>
                  </a:cubicBezTo>
                  <a:cubicBezTo>
                    <a:pt x="71322" y="56550"/>
                    <a:pt x="71927" y="56536"/>
                    <a:pt x="72532" y="56528"/>
                  </a:cubicBezTo>
                  <a:cubicBezTo>
                    <a:pt x="72625" y="56528"/>
                    <a:pt x="72718" y="56525"/>
                    <a:pt x="72811" y="56525"/>
                  </a:cubicBezTo>
                  <a:cubicBezTo>
                    <a:pt x="72904" y="56525"/>
                    <a:pt x="72996" y="56528"/>
                    <a:pt x="73089" y="56528"/>
                  </a:cubicBezTo>
                  <a:cubicBezTo>
                    <a:pt x="73694" y="56536"/>
                    <a:pt x="74300" y="56550"/>
                    <a:pt x="74905" y="56567"/>
                  </a:cubicBezTo>
                  <a:cubicBezTo>
                    <a:pt x="84505" y="56868"/>
                    <a:pt x="93159" y="62120"/>
                    <a:pt x="98253" y="70262"/>
                  </a:cubicBezTo>
                  <a:cubicBezTo>
                    <a:pt x="103094" y="77999"/>
                    <a:pt x="108765" y="85368"/>
                    <a:pt x="115185" y="92246"/>
                  </a:cubicBezTo>
                  <a:cubicBezTo>
                    <a:pt x="118602" y="95905"/>
                    <a:pt x="122919" y="99718"/>
                    <a:pt x="128455" y="99831"/>
                  </a:cubicBezTo>
                  <a:cubicBezTo>
                    <a:pt x="128535" y="99833"/>
                    <a:pt x="128615" y="99834"/>
                    <a:pt x="128695" y="99834"/>
                  </a:cubicBezTo>
                  <a:cubicBezTo>
                    <a:pt x="133359" y="99834"/>
                    <a:pt x="137562" y="97028"/>
                    <a:pt x="139814" y="93583"/>
                  </a:cubicBezTo>
                  <a:cubicBezTo>
                    <a:pt x="142105" y="90082"/>
                    <a:pt x="142744" y="86001"/>
                    <a:pt x="143172" y="82021"/>
                  </a:cubicBezTo>
                  <a:cubicBezTo>
                    <a:pt x="145618" y="59241"/>
                    <a:pt x="142415" y="36044"/>
                    <a:pt x="133828" y="14336"/>
                  </a:cubicBezTo>
                  <a:cubicBezTo>
                    <a:pt x="132491" y="10956"/>
                    <a:pt x="130876" y="7435"/>
                    <a:pt x="127557" y="5218"/>
                  </a:cubicBezTo>
                  <a:cubicBezTo>
                    <a:pt x="124385" y="3098"/>
                    <a:pt x="120172" y="2513"/>
                    <a:pt x="116156" y="2068"/>
                  </a:cubicBezTo>
                  <a:cubicBezTo>
                    <a:pt x="103586" y="684"/>
                    <a:pt x="90908" y="0"/>
                    <a:pt x="78232" y="0"/>
                  </a:cubicBezTo>
                  <a:cubicBezTo>
                    <a:pt x="76425" y="0"/>
                    <a:pt x="74618" y="14"/>
                    <a:pt x="72811" y="42"/>
                  </a:cubicBezTo>
                  <a:cubicBezTo>
                    <a:pt x="71003" y="14"/>
                    <a:pt x="69196" y="0"/>
                    <a:pt x="67389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70"/>
            <p:cNvSpPr/>
            <p:nvPr/>
          </p:nvSpPr>
          <p:spPr>
            <a:xfrm>
              <a:off x="2008975" y="3957300"/>
              <a:ext cx="3566550" cy="1518875"/>
            </a:xfrm>
            <a:custGeom>
              <a:avLst/>
              <a:gdLst/>
              <a:ahLst/>
              <a:cxnLst/>
              <a:rect l="l" t="t" r="r" b="b"/>
              <a:pathLst>
                <a:path w="142662" h="60755" extrusionOk="0">
                  <a:moveTo>
                    <a:pt x="71426" y="1"/>
                  </a:moveTo>
                  <a:cubicBezTo>
                    <a:pt x="71395" y="1"/>
                    <a:pt x="71364" y="1"/>
                    <a:pt x="71333" y="2"/>
                  </a:cubicBezTo>
                  <a:cubicBezTo>
                    <a:pt x="71271" y="2"/>
                    <a:pt x="71209" y="3"/>
                    <a:pt x="71147" y="3"/>
                  </a:cubicBezTo>
                  <a:cubicBezTo>
                    <a:pt x="71116" y="3"/>
                    <a:pt x="71085" y="3"/>
                    <a:pt x="71054" y="2"/>
                  </a:cubicBezTo>
                  <a:cubicBezTo>
                    <a:pt x="70449" y="13"/>
                    <a:pt x="69844" y="27"/>
                    <a:pt x="69236" y="44"/>
                  </a:cubicBezTo>
                  <a:cubicBezTo>
                    <a:pt x="59639" y="343"/>
                    <a:pt x="50981" y="5597"/>
                    <a:pt x="45887" y="13739"/>
                  </a:cubicBezTo>
                  <a:cubicBezTo>
                    <a:pt x="41049" y="21476"/>
                    <a:pt x="35378" y="28845"/>
                    <a:pt x="28956" y="35723"/>
                  </a:cubicBezTo>
                  <a:cubicBezTo>
                    <a:pt x="25539" y="39382"/>
                    <a:pt x="21221" y="43195"/>
                    <a:pt x="15685" y="43308"/>
                  </a:cubicBezTo>
                  <a:cubicBezTo>
                    <a:pt x="15605" y="43310"/>
                    <a:pt x="15525" y="43311"/>
                    <a:pt x="15445" y="43311"/>
                  </a:cubicBezTo>
                  <a:cubicBezTo>
                    <a:pt x="10782" y="43311"/>
                    <a:pt x="6581" y="40505"/>
                    <a:pt x="4326" y="37060"/>
                  </a:cubicBezTo>
                  <a:cubicBezTo>
                    <a:pt x="2035" y="33556"/>
                    <a:pt x="1397" y="29478"/>
                    <a:pt x="969" y="25498"/>
                  </a:cubicBezTo>
                  <a:cubicBezTo>
                    <a:pt x="746" y="23421"/>
                    <a:pt x="623" y="21338"/>
                    <a:pt x="493" y="19256"/>
                  </a:cubicBezTo>
                  <a:lnTo>
                    <a:pt x="493" y="19256"/>
                  </a:lnTo>
                  <a:cubicBezTo>
                    <a:pt x="1" y="27150"/>
                    <a:pt x="124" y="35070"/>
                    <a:pt x="969" y="42942"/>
                  </a:cubicBezTo>
                  <a:cubicBezTo>
                    <a:pt x="1397" y="46922"/>
                    <a:pt x="2035" y="51003"/>
                    <a:pt x="4326" y="54507"/>
                  </a:cubicBezTo>
                  <a:cubicBezTo>
                    <a:pt x="6579" y="57952"/>
                    <a:pt x="10781" y="60755"/>
                    <a:pt x="15448" y="60755"/>
                  </a:cubicBezTo>
                  <a:cubicBezTo>
                    <a:pt x="15528" y="60755"/>
                    <a:pt x="15608" y="60754"/>
                    <a:pt x="15688" y="60752"/>
                  </a:cubicBezTo>
                  <a:cubicBezTo>
                    <a:pt x="21224" y="60639"/>
                    <a:pt x="25539" y="56826"/>
                    <a:pt x="28956" y="53167"/>
                  </a:cubicBezTo>
                  <a:cubicBezTo>
                    <a:pt x="35378" y="46289"/>
                    <a:pt x="41049" y="38920"/>
                    <a:pt x="45887" y="31183"/>
                  </a:cubicBezTo>
                  <a:cubicBezTo>
                    <a:pt x="50981" y="23041"/>
                    <a:pt x="59639" y="17789"/>
                    <a:pt x="69239" y="17491"/>
                  </a:cubicBezTo>
                  <a:cubicBezTo>
                    <a:pt x="69844" y="17471"/>
                    <a:pt x="70449" y="17457"/>
                    <a:pt x="71054" y="17449"/>
                  </a:cubicBezTo>
                  <a:cubicBezTo>
                    <a:pt x="71147" y="17449"/>
                    <a:pt x="71240" y="17446"/>
                    <a:pt x="71333" y="17446"/>
                  </a:cubicBezTo>
                  <a:cubicBezTo>
                    <a:pt x="71426" y="17446"/>
                    <a:pt x="71518" y="17449"/>
                    <a:pt x="71611" y="17449"/>
                  </a:cubicBezTo>
                  <a:cubicBezTo>
                    <a:pt x="72216" y="17457"/>
                    <a:pt x="72822" y="17471"/>
                    <a:pt x="73427" y="17491"/>
                  </a:cubicBezTo>
                  <a:cubicBezTo>
                    <a:pt x="83027" y="17789"/>
                    <a:pt x="91681" y="23041"/>
                    <a:pt x="96775" y="31183"/>
                  </a:cubicBezTo>
                  <a:cubicBezTo>
                    <a:pt x="101616" y="38920"/>
                    <a:pt x="107287" y="46289"/>
                    <a:pt x="113707" y="53167"/>
                  </a:cubicBezTo>
                  <a:cubicBezTo>
                    <a:pt x="117124" y="56826"/>
                    <a:pt x="121441" y="60639"/>
                    <a:pt x="126977" y="60752"/>
                  </a:cubicBezTo>
                  <a:cubicBezTo>
                    <a:pt x="127057" y="60754"/>
                    <a:pt x="127137" y="60755"/>
                    <a:pt x="127217" y="60755"/>
                  </a:cubicBezTo>
                  <a:cubicBezTo>
                    <a:pt x="131881" y="60755"/>
                    <a:pt x="136084" y="57949"/>
                    <a:pt x="138336" y="54504"/>
                  </a:cubicBezTo>
                  <a:cubicBezTo>
                    <a:pt x="140627" y="51003"/>
                    <a:pt x="141266" y="46922"/>
                    <a:pt x="141694" y="42942"/>
                  </a:cubicBezTo>
                  <a:cubicBezTo>
                    <a:pt x="142538" y="35070"/>
                    <a:pt x="142662" y="27150"/>
                    <a:pt x="142169" y="19256"/>
                  </a:cubicBezTo>
                  <a:lnTo>
                    <a:pt x="142169" y="19256"/>
                  </a:lnTo>
                  <a:cubicBezTo>
                    <a:pt x="142040" y="21338"/>
                    <a:pt x="141919" y="23421"/>
                    <a:pt x="141694" y="25498"/>
                  </a:cubicBezTo>
                  <a:cubicBezTo>
                    <a:pt x="141266" y="29478"/>
                    <a:pt x="140627" y="33556"/>
                    <a:pt x="138336" y="37060"/>
                  </a:cubicBezTo>
                  <a:cubicBezTo>
                    <a:pt x="136084" y="40505"/>
                    <a:pt x="131881" y="43311"/>
                    <a:pt x="127217" y="43311"/>
                  </a:cubicBezTo>
                  <a:cubicBezTo>
                    <a:pt x="127137" y="43311"/>
                    <a:pt x="127057" y="43310"/>
                    <a:pt x="126977" y="43308"/>
                  </a:cubicBezTo>
                  <a:cubicBezTo>
                    <a:pt x="121441" y="43195"/>
                    <a:pt x="117124" y="39382"/>
                    <a:pt x="113707" y="35723"/>
                  </a:cubicBezTo>
                  <a:cubicBezTo>
                    <a:pt x="107287" y="28845"/>
                    <a:pt x="101616" y="21474"/>
                    <a:pt x="96775" y="13739"/>
                  </a:cubicBezTo>
                  <a:cubicBezTo>
                    <a:pt x="91681" y="5597"/>
                    <a:pt x="83027" y="343"/>
                    <a:pt x="73427" y="44"/>
                  </a:cubicBezTo>
                  <a:cubicBezTo>
                    <a:pt x="72822" y="25"/>
                    <a:pt x="72216" y="13"/>
                    <a:pt x="71611" y="2"/>
                  </a:cubicBezTo>
                  <a:cubicBezTo>
                    <a:pt x="71549" y="2"/>
                    <a:pt x="71487" y="1"/>
                    <a:pt x="71426" y="1"/>
                  </a:cubicBez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70"/>
            <p:cNvSpPr/>
            <p:nvPr/>
          </p:nvSpPr>
          <p:spPr>
            <a:xfrm>
              <a:off x="2279800" y="3239300"/>
              <a:ext cx="814800" cy="1050200"/>
            </a:xfrm>
            <a:custGeom>
              <a:avLst/>
              <a:gdLst/>
              <a:ahLst/>
              <a:cxnLst/>
              <a:rect l="l" t="t" r="r" b="b"/>
              <a:pathLst>
                <a:path w="32592" h="42008" extrusionOk="0">
                  <a:moveTo>
                    <a:pt x="15158" y="0"/>
                  </a:moveTo>
                  <a:cubicBezTo>
                    <a:pt x="12545" y="0"/>
                    <a:pt x="10020" y="464"/>
                    <a:pt x="7903" y="1945"/>
                  </a:cubicBezTo>
                  <a:cubicBezTo>
                    <a:pt x="4889" y="4059"/>
                    <a:pt x="3462" y="7766"/>
                    <a:pt x="2491" y="11318"/>
                  </a:cubicBezTo>
                  <a:cubicBezTo>
                    <a:pt x="808" y="17501"/>
                    <a:pt x="0" y="23887"/>
                    <a:pt x="96" y="30295"/>
                  </a:cubicBezTo>
                  <a:cubicBezTo>
                    <a:pt x="150" y="33681"/>
                    <a:pt x="645" y="37453"/>
                    <a:pt x="3257" y="39608"/>
                  </a:cubicBezTo>
                  <a:cubicBezTo>
                    <a:pt x="5024" y="41066"/>
                    <a:pt x="7416" y="41472"/>
                    <a:pt x="9696" y="41700"/>
                  </a:cubicBezTo>
                  <a:cubicBezTo>
                    <a:pt x="11756" y="41905"/>
                    <a:pt x="13823" y="42008"/>
                    <a:pt x="15890" y="42008"/>
                  </a:cubicBezTo>
                  <a:cubicBezTo>
                    <a:pt x="17848" y="42008"/>
                    <a:pt x="19806" y="41915"/>
                    <a:pt x="21759" y="41731"/>
                  </a:cubicBezTo>
                  <a:cubicBezTo>
                    <a:pt x="24587" y="41463"/>
                    <a:pt x="27588" y="40914"/>
                    <a:pt x="29642" y="38950"/>
                  </a:cubicBezTo>
                  <a:cubicBezTo>
                    <a:pt x="32229" y="36482"/>
                    <a:pt x="32580" y="32533"/>
                    <a:pt x="32586" y="28961"/>
                  </a:cubicBezTo>
                  <a:cubicBezTo>
                    <a:pt x="32592" y="22139"/>
                    <a:pt x="31905" y="15331"/>
                    <a:pt x="30537" y="8647"/>
                  </a:cubicBezTo>
                  <a:cubicBezTo>
                    <a:pt x="30157" y="6795"/>
                    <a:pt x="29684" y="4872"/>
                    <a:pt x="28429" y="3460"/>
                  </a:cubicBezTo>
                  <a:cubicBezTo>
                    <a:pt x="26673" y="1481"/>
                    <a:pt x="23833" y="969"/>
                    <a:pt x="21218" y="575"/>
                  </a:cubicBezTo>
                  <a:cubicBezTo>
                    <a:pt x="19245" y="277"/>
                    <a:pt x="17175" y="0"/>
                    <a:pt x="15158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70"/>
            <p:cNvSpPr/>
            <p:nvPr/>
          </p:nvSpPr>
          <p:spPr>
            <a:xfrm>
              <a:off x="2541950" y="3373775"/>
              <a:ext cx="305675" cy="230225"/>
            </a:xfrm>
            <a:custGeom>
              <a:avLst/>
              <a:gdLst/>
              <a:ahLst/>
              <a:cxnLst/>
              <a:rect l="l" t="t" r="r" b="b"/>
              <a:pathLst>
                <a:path w="12227" h="9209" extrusionOk="0">
                  <a:moveTo>
                    <a:pt x="7335" y="1"/>
                  </a:moveTo>
                  <a:cubicBezTo>
                    <a:pt x="7025" y="1"/>
                    <a:pt x="6716" y="18"/>
                    <a:pt x="6409" y="51"/>
                  </a:cubicBezTo>
                  <a:cubicBezTo>
                    <a:pt x="3902" y="310"/>
                    <a:pt x="1346" y="1692"/>
                    <a:pt x="437" y="4042"/>
                  </a:cubicBezTo>
                  <a:cubicBezTo>
                    <a:pt x="80" y="4962"/>
                    <a:pt x="1" y="6020"/>
                    <a:pt x="395" y="6926"/>
                  </a:cubicBezTo>
                  <a:cubicBezTo>
                    <a:pt x="975" y="8269"/>
                    <a:pt x="2472" y="9020"/>
                    <a:pt x="3930" y="9172"/>
                  </a:cubicBezTo>
                  <a:cubicBezTo>
                    <a:pt x="4163" y="9197"/>
                    <a:pt x="4397" y="9209"/>
                    <a:pt x="4630" y="9209"/>
                  </a:cubicBezTo>
                  <a:cubicBezTo>
                    <a:pt x="6377" y="9209"/>
                    <a:pt x="8102" y="8544"/>
                    <a:pt x="9564" y="7568"/>
                  </a:cubicBezTo>
                  <a:cubicBezTo>
                    <a:pt x="10946" y="6651"/>
                    <a:pt x="12227" y="5238"/>
                    <a:pt x="12145" y="3583"/>
                  </a:cubicBezTo>
                  <a:cubicBezTo>
                    <a:pt x="12086" y="2325"/>
                    <a:pt x="11205" y="1199"/>
                    <a:pt x="10091" y="614"/>
                  </a:cubicBezTo>
                  <a:cubicBezTo>
                    <a:pt x="9247" y="171"/>
                    <a:pt x="8291" y="1"/>
                    <a:pt x="7335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70"/>
            <p:cNvSpPr/>
            <p:nvPr/>
          </p:nvSpPr>
          <p:spPr>
            <a:xfrm>
              <a:off x="2541950" y="3862725"/>
              <a:ext cx="305675" cy="230275"/>
            </a:xfrm>
            <a:custGeom>
              <a:avLst/>
              <a:gdLst/>
              <a:ahLst/>
              <a:cxnLst/>
              <a:rect l="l" t="t" r="r" b="b"/>
              <a:pathLst>
                <a:path w="12227" h="9211" extrusionOk="0">
                  <a:moveTo>
                    <a:pt x="7335" y="0"/>
                  </a:moveTo>
                  <a:cubicBezTo>
                    <a:pt x="7025" y="0"/>
                    <a:pt x="6716" y="18"/>
                    <a:pt x="6409" y="50"/>
                  </a:cubicBezTo>
                  <a:cubicBezTo>
                    <a:pt x="3902" y="312"/>
                    <a:pt x="1346" y="1691"/>
                    <a:pt x="437" y="4041"/>
                  </a:cubicBezTo>
                  <a:cubicBezTo>
                    <a:pt x="80" y="4962"/>
                    <a:pt x="1" y="6023"/>
                    <a:pt x="395" y="6926"/>
                  </a:cubicBezTo>
                  <a:cubicBezTo>
                    <a:pt x="975" y="8271"/>
                    <a:pt x="2472" y="9020"/>
                    <a:pt x="3930" y="9175"/>
                  </a:cubicBezTo>
                  <a:cubicBezTo>
                    <a:pt x="4161" y="9199"/>
                    <a:pt x="4392" y="9210"/>
                    <a:pt x="4622" y="9210"/>
                  </a:cubicBezTo>
                  <a:cubicBezTo>
                    <a:pt x="6372" y="9210"/>
                    <a:pt x="8100" y="8545"/>
                    <a:pt x="9564" y="7571"/>
                  </a:cubicBezTo>
                  <a:cubicBezTo>
                    <a:pt x="10946" y="6650"/>
                    <a:pt x="12227" y="5237"/>
                    <a:pt x="12145" y="3582"/>
                  </a:cubicBezTo>
                  <a:cubicBezTo>
                    <a:pt x="12086" y="2324"/>
                    <a:pt x="11205" y="1201"/>
                    <a:pt x="10091" y="613"/>
                  </a:cubicBezTo>
                  <a:cubicBezTo>
                    <a:pt x="9247" y="171"/>
                    <a:pt x="8291" y="0"/>
                    <a:pt x="7335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70"/>
            <p:cNvSpPr/>
            <p:nvPr/>
          </p:nvSpPr>
          <p:spPr>
            <a:xfrm>
              <a:off x="2337850" y="3606400"/>
              <a:ext cx="305675" cy="230225"/>
            </a:xfrm>
            <a:custGeom>
              <a:avLst/>
              <a:gdLst/>
              <a:ahLst/>
              <a:cxnLst/>
              <a:rect l="l" t="t" r="r" b="b"/>
              <a:pathLst>
                <a:path w="12227" h="9209" extrusionOk="0">
                  <a:moveTo>
                    <a:pt x="7333" y="0"/>
                  </a:moveTo>
                  <a:cubicBezTo>
                    <a:pt x="7023" y="0"/>
                    <a:pt x="6713" y="18"/>
                    <a:pt x="6406" y="50"/>
                  </a:cubicBezTo>
                  <a:cubicBezTo>
                    <a:pt x="3901" y="312"/>
                    <a:pt x="1346" y="1691"/>
                    <a:pt x="434" y="4041"/>
                  </a:cubicBezTo>
                  <a:cubicBezTo>
                    <a:pt x="79" y="4962"/>
                    <a:pt x="0" y="6020"/>
                    <a:pt x="391" y="6926"/>
                  </a:cubicBezTo>
                  <a:cubicBezTo>
                    <a:pt x="974" y="8268"/>
                    <a:pt x="2471" y="9020"/>
                    <a:pt x="3926" y="9172"/>
                  </a:cubicBezTo>
                  <a:cubicBezTo>
                    <a:pt x="4160" y="9196"/>
                    <a:pt x="4394" y="9208"/>
                    <a:pt x="4627" y="9208"/>
                  </a:cubicBezTo>
                  <a:cubicBezTo>
                    <a:pt x="6376" y="9208"/>
                    <a:pt x="8101" y="8544"/>
                    <a:pt x="9564" y="7568"/>
                  </a:cubicBezTo>
                  <a:cubicBezTo>
                    <a:pt x="10943" y="6650"/>
                    <a:pt x="12226" y="5237"/>
                    <a:pt x="12145" y="3582"/>
                  </a:cubicBezTo>
                  <a:cubicBezTo>
                    <a:pt x="12083" y="2324"/>
                    <a:pt x="11202" y="1199"/>
                    <a:pt x="10087" y="613"/>
                  </a:cubicBezTo>
                  <a:cubicBezTo>
                    <a:pt x="9245" y="171"/>
                    <a:pt x="8291" y="0"/>
                    <a:pt x="7333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4" name="Google Shape;2264;p70"/>
            <p:cNvSpPr/>
            <p:nvPr/>
          </p:nvSpPr>
          <p:spPr>
            <a:xfrm>
              <a:off x="2731875" y="3606400"/>
              <a:ext cx="305675" cy="230225"/>
            </a:xfrm>
            <a:custGeom>
              <a:avLst/>
              <a:gdLst/>
              <a:ahLst/>
              <a:cxnLst/>
              <a:rect l="l" t="t" r="r" b="b"/>
              <a:pathLst>
                <a:path w="12227" h="9209" extrusionOk="0">
                  <a:moveTo>
                    <a:pt x="7333" y="0"/>
                  </a:moveTo>
                  <a:cubicBezTo>
                    <a:pt x="7023" y="0"/>
                    <a:pt x="6713" y="18"/>
                    <a:pt x="6406" y="50"/>
                  </a:cubicBezTo>
                  <a:cubicBezTo>
                    <a:pt x="3901" y="312"/>
                    <a:pt x="1345" y="1691"/>
                    <a:pt x="434" y="4041"/>
                  </a:cubicBezTo>
                  <a:cubicBezTo>
                    <a:pt x="79" y="4962"/>
                    <a:pt x="0" y="6020"/>
                    <a:pt x="391" y="6926"/>
                  </a:cubicBezTo>
                  <a:cubicBezTo>
                    <a:pt x="974" y="8268"/>
                    <a:pt x="2471" y="9020"/>
                    <a:pt x="3926" y="9172"/>
                  </a:cubicBezTo>
                  <a:cubicBezTo>
                    <a:pt x="4160" y="9196"/>
                    <a:pt x="4394" y="9208"/>
                    <a:pt x="4627" y="9208"/>
                  </a:cubicBezTo>
                  <a:cubicBezTo>
                    <a:pt x="6376" y="9208"/>
                    <a:pt x="8101" y="8544"/>
                    <a:pt x="9564" y="7568"/>
                  </a:cubicBezTo>
                  <a:cubicBezTo>
                    <a:pt x="10943" y="6650"/>
                    <a:pt x="12226" y="5237"/>
                    <a:pt x="12144" y="3582"/>
                  </a:cubicBezTo>
                  <a:cubicBezTo>
                    <a:pt x="12083" y="2324"/>
                    <a:pt x="11204" y="1199"/>
                    <a:pt x="10087" y="613"/>
                  </a:cubicBezTo>
                  <a:cubicBezTo>
                    <a:pt x="9245" y="171"/>
                    <a:pt x="8290" y="0"/>
                    <a:pt x="7333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5" name="Google Shape;2265;p70"/>
            <p:cNvSpPr/>
            <p:nvPr/>
          </p:nvSpPr>
          <p:spPr>
            <a:xfrm>
              <a:off x="4516025" y="3239300"/>
              <a:ext cx="814800" cy="1050200"/>
            </a:xfrm>
            <a:custGeom>
              <a:avLst/>
              <a:gdLst/>
              <a:ahLst/>
              <a:cxnLst/>
              <a:rect l="l" t="t" r="r" b="b"/>
              <a:pathLst>
                <a:path w="32592" h="42008" extrusionOk="0">
                  <a:moveTo>
                    <a:pt x="17434" y="0"/>
                  </a:moveTo>
                  <a:cubicBezTo>
                    <a:pt x="15416" y="0"/>
                    <a:pt x="13347" y="277"/>
                    <a:pt x="11373" y="575"/>
                  </a:cubicBezTo>
                  <a:cubicBezTo>
                    <a:pt x="8759" y="969"/>
                    <a:pt x="5919" y="1481"/>
                    <a:pt x="4163" y="3460"/>
                  </a:cubicBezTo>
                  <a:cubicBezTo>
                    <a:pt x="2907" y="4872"/>
                    <a:pt x="2435" y="6795"/>
                    <a:pt x="2055" y="8647"/>
                  </a:cubicBezTo>
                  <a:cubicBezTo>
                    <a:pt x="687" y="15331"/>
                    <a:pt x="0" y="22139"/>
                    <a:pt x="6" y="28961"/>
                  </a:cubicBezTo>
                  <a:cubicBezTo>
                    <a:pt x="9" y="32533"/>
                    <a:pt x="366" y="36482"/>
                    <a:pt x="2947" y="38950"/>
                  </a:cubicBezTo>
                  <a:cubicBezTo>
                    <a:pt x="5001" y="40914"/>
                    <a:pt x="8004" y="41463"/>
                    <a:pt x="10833" y="41731"/>
                  </a:cubicBezTo>
                  <a:cubicBezTo>
                    <a:pt x="12785" y="41915"/>
                    <a:pt x="14744" y="42008"/>
                    <a:pt x="16702" y="42008"/>
                  </a:cubicBezTo>
                  <a:cubicBezTo>
                    <a:pt x="18769" y="42008"/>
                    <a:pt x="20836" y="41905"/>
                    <a:pt x="22896" y="41700"/>
                  </a:cubicBezTo>
                  <a:cubicBezTo>
                    <a:pt x="25175" y="41472"/>
                    <a:pt x="27568" y="41066"/>
                    <a:pt x="29335" y="39608"/>
                  </a:cubicBezTo>
                  <a:cubicBezTo>
                    <a:pt x="31947" y="37453"/>
                    <a:pt x="32442" y="33681"/>
                    <a:pt x="32496" y="30295"/>
                  </a:cubicBezTo>
                  <a:cubicBezTo>
                    <a:pt x="32591" y="23887"/>
                    <a:pt x="31784" y="17501"/>
                    <a:pt x="30098" y="11318"/>
                  </a:cubicBezTo>
                  <a:cubicBezTo>
                    <a:pt x="29130" y="7766"/>
                    <a:pt x="27705" y="4059"/>
                    <a:pt x="24686" y="1945"/>
                  </a:cubicBezTo>
                  <a:cubicBezTo>
                    <a:pt x="22570" y="464"/>
                    <a:pt x="20046" y="0"/>
                    <a:pt x="17434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70"/>
            <p:cNvSpPr/>
            <p:nvPr/>
          </p:nvSpPr>
          <p:spPr>
            <a:xfrm>
              <a:off x="4776150" y="3373775"/>
              <a:ext cx="305675" cy="230225"/>
            </a:xfrm>
            <a:custGeom>
              <a:avLst/>
              <a:gdLst/>
              <a:ahLst/>
              <a:cxnLst/>
              <a:rect l="l" t="t" r="r" b="b"/>
              <a:pathLst>
                <a:path w="12227" h="9209" extrusionOk="0">
                  <a:moveTo>
                    <a:pt x="7333" y="1"/>
                  </a:moveTo>
                  <a:cubicBezTo>
                    <a:pt x="7023" y="1"/>
                    <a:pt x="6713" y="18"/>
                    <a:pt x="6406" y="51"/>
                  </a:cubicBezTo>
                  <a:cubicBezTo>
                    <a:pt x="3901" y="310"/>
                    <a:pt x="1343" y="1692"/>
                    <a:pt x="433" y="4042"/>
                  </a:cubicBezTo>
                  <a:cubicBezTo>
                    <a:pt x="79" y="4962"/>
                    <a:pt x="0" y="6020"/>
                    <a:pt x="391" y="6926"/>
                  </a:cubicBezTo>
                  <a:cubicBezTo>
                    <a:pt x="974" y="8269"/>
                    <a:pt x="2471" y="9020"/>
                    <a:pt x="3926" y="9172"/>
                  </a:cubicBezTo>
                  <a:cubicBezTo>
                    <a:pt x="4160" y="9197"/>
                    <a:pt x="4394" y="9209"/>
                    <a:pt x="4627" y="9209"/>
                  </a:cubicBezTo>
                  <a:cubicBezTo>
                    <a:pt x="6376" y="9209"/>
                    <a:pt x="8101" y="8544"/>
                    <a:pt x="9564" y="7568"/>
                  </a:cubicBezTo>
                  <a:cubicBezTo>
                    <a:pt x="10943" y="6651"/>
                    <a:pt x="12226" y="5238"/>
                    <a:pt x="12144" y="3583"/>
                  </a:cubicBezTo>
                  <a:cubicBezTo>
                    <a:pt x="12082" y="2325"/>
                    <a:pt x="11202" y="1199"/>
                    <a:pt x="10087" y="614"/>
                  </a:cubicBezTo>
                  <a:cubicBezTo>
                    <a:pt x="9245" y="171"/>
                    <a:pt x="8290" y="1"/>
                    <a:pt x="7333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70"/>
            <p:cNvSpPr/>
            <p:nvPr/>
          </p:nvSpPr>
          <p:spPr>
            <a:xfrm>
              <a:off x="4776150" y="3862725"/>
              <a:ext cx="305675" cy="230275"/>
            </a:xfrm>
            <a:custGeom>
              <a:avLst/>
              <a:gdLst/>
              <a:ahLst/>
              <a:cxnLst/>
              <a:rect l="l" t="t" r="r" b="b"/>
              <a:pathLst>
                <a:path w="12227" h="9211" extrusionOk="0">
                  <a:moveTo>
                    <a:pt x="7333" y="0"/>
                  </a:moveTo>
                  <a:cubicBezTo>
                    <a:pt x="7023" y="0"/>
                    <a:pt x="6713" y="18"/>
                    <a:pt x="6406" y="50"/>
                  </a:cubicBezTo>
                  <a:cubicBezTo>
                    <a:pt x="3901" y="312"/>
                    <a:pt x="1343" y="1691"/>
                    <a:pt x="433" y="4041"/>
                  </a:cubicBezTo>
                  <a:cubicBezTo>
                    <a:pt x="79" y="4962"/>
                    <a:pt x="0" y="6023"/>
                    <a:pt x="391" y="6926"/>
                  </a:cubicBezTo>
                  <a:cubicBezTo>
                    <a:pt x="974" y="8271"/>
                    <a:pt x="2471" y="9020"/>
                    <a:pt x="3926" y="9175"/>
                  </a:cubicBezTo>
                  <a:cubicBezTo>
                    <a:pt x="4157" y="9199"/>
                    <a:pt x="4389" y="9210"/>
                    <a:pt x="4620" y="9210"/>
                  </a:cubicBezTo>
                  <a:cubicBezTo>
                    <a:pt x="6371" y="9210"/>
                    <a:pt x="8099" y="8545"/>
                    <a:pt x="9564" y="7571"/>
                  </a:cubicBezTo>
                  <a:cubicBezTo>
                    <a:pt x="10943" y="6650"/>
                    <a:pt x="12226" y="5237"/>
                    <a:pt x="12144" y="3582"/>
                  </a:cubicBezTo>
                  <a:cubicBezTo>
                    <a:pt x="12082" y="2324"/>
                    <a:pt x="11202" y="1201"/>
                    <a:pt x="10087" y="613"/>
                  </a:cubicBezTo>
                  <a:cubicBezTo>
                    <a:pt x="9245" y="171"/>
                    <a:pt x="8290" y="0"/>
                    <a:pt x="7333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8" name="Google Shape;2268;p70"/>
            <p:cNvSpPr/>
            <p:nvPr/>
          </p:nvSpPr>
          <p:spPr>
            <a:xfrm>
              <a:off x="4572025" y="3606400"/>
              <a:ext cx="305600" cy="230225"/>
            </a:xfrm>
            <a:custGeom>
              <a:avLst/>
              <a:gdLst/>
              <a:ahLst/>
              <a:cxnLst/>
              <a:rect l="l" t="t" r="r" b="b"/>
              <a:pathLst>
                <a:path w="12224" h="9209" extrusionOk="0">
                  <a:moveTo>
                    <a:pt x="7332" y="0"/>
                  </a:moveTo>
                  <a:cubicBezTo>
                    <a:pt x="7022" y="0"/>
                    <a:pt x="6712" y="18"/>
                    <a:pt x="6406" y="50"/>
                  </a:cubicBezTo>
                  <a:cubicBezTo>
                    <a:pt x="3898" y="312"/>
                    <a:pt x="1343" y="1691"/>
                    <a:pt x="434" y="4041"/>
                  </a:cubicBezTo>
                  <a:cubicBezTo>
                    <a:pt x="76" y="4962"/>
                    <a:pt x="0" y="6020"/>
                    <a:pt x="392" y="6926"/>
                  </a:cubicBezTo>
                  <a:cubicBezTo>
                    <a:pt x="971" y="8268"/>
                    <a:pt x="2469" y="9020"/>
                    <a:pt x="3927" y="9172"/>
                  </a:cubicBezTo>
                  <a:cubicBezTo>
                    <a:pt x="4160" y="9196"/>
                    <a:pt x="4393" y="9208"/>
                    <a:pt x="4626" y="9208"/>
                  </a:cubicBezTo>
                  <a:cubicBezTo>
                    <a:pt x="6373" y="9208"/>
                    <a:pt x="8099" y="8544"/>
                    <a:pt x="9564" y="7568"/>
                  </a:cubicBezTo>
                  <a:cubicBezTo>
                    <a:pt x="10943" y="6650"/>
                    <a:pt x="12224" y="5237"/>
                    <a:pt x="12145" y="3582"/>
                  </a:cubicBezTo>
                  <a:cubicBezTo>
                    <a:pt x="12083" y="2324"/>
                    <a:pt x="11202" y="1199"/>
                    <a:pt x="10087" y="613"/>
                  </a:cubicBezTo>
                  <a:cubicBezTo>
                    <a:pt x="9245" y="171"/>
                    <a:pt x="8289" y="0"/>
                    <a:pt x="7332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9" name="Google Shape;2269;p70"/>
            <p:cNvSpPr/>
            <p:nvPr/>
          </p:nvSpPr>
          <p:spPr>
            <a:xfrm>
              <a:off x="4966050" y="3606400"/>
              <a:ext cx="305600" cy="230225"/>
            </a:xfrm>
            <a:custGeom>
              <a:avLst/>
              <a:gdLst/>
              <a:ahLst/>
              <a:cxnLst/>
              <a:rect l="l" t="t" r="r" b="b"/>
              <a:pathLst>
                <a:path w="12224" h="9209" extrusionOk="0">
                  <a:moveTo>
                    <a:pt x="7332" y="0"/>
                  </a:moveTo>
                  <a:cubicBezTo>
                    <a:pt x="7022" y="0"/>
                    <a:pt x="6712" y="18"/>
                    <a:pt x="6406" y="50"/>
                  </a:cubicBezTo>
                  <a:cubicBezTo>
                    <a:pt x="3898" y="312"/>
                    <a:pt x="1343" y="1691"/>
                    <a:pt x="434" y="4041"/>
                  </a:cubicBezTo>
                  <a:cubicBezTo>
                    <a:pt x="76" y="4962"/>
                    <a:pt x="0" y="6020"/>
                    <a:pt x="391" y="6926"/>
                  </a:cubicBezTo>
                  <a:cubicBezTo>
                    <a:pt x="974" y="8268"/>
                    <a:pt x="2471" y="9020"/>
                    <a:pt x="3926" y="9172"/>
                  </a:cubicBezTo>
                  <a:cubicBezTo>
                    <a:pt x="4160" y="9196"/>
                    <a:pt x="4393" y="9208"/>
                    <a:pt x="4626" y="9208"/>
                  </a:cubicBezTo>
                  <a:cubicBezTo>
                    <a:pt x="6373" y="9208"/>
                    <a:pt x="8099" y="8544"/>
                    <a:pt x="9564" y="7568"/>
                  </a:cubicBezTo>
                  <a:cubicBezTo>
                    <a:pt x="10943" y="6650"/>
                    <a:pt x="12223" y="5237"/>
                    <a:pt x="12145" y="3582"/>
                  </a:cubicBezTo>
                  <a:cubicBezTo>
                    <a:pt x="12083" y="2324"/>
                    <a:pt x="11202" y="1199"/>
                    <a:pt x="10087" y="613"/>
                  </a:cubicBezTo>
                  <a:cubicBezTo>
                    <a:pt x="9245" y="171"/>
                    <a:pt x="8289" y="0"/>
                    <a:pt x="7332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0" name="Google Shape;2270;p70"/>
            <p:cNvSpPr/>
            <p:nvPr/>
          </p:nvSpPr>
          <p:spPr>
            <a:xfrm>
              <a:off x="3877850" y="3155775"/>
              <a:ext cx="505000" cy="243700"/>
            </a:xfrm>
            <a:custGeom>
              <a:avLst/>
              <a:gdLst/>
              <a:ahLst/>
              <a:cxnLst/>
              <a:rect l="l" t="t" r="r" b="b"/>
              <a:pathLst>
                <a:path w="20200" h="9748" extrusionOk="0">
                  <a:moveTo>
                    <a:pt x="0" y="1"/>
                  </a:moveTo>
                  <a:lnTo>
                    <a:pt x="0" y="9747"/>
                  </a:lnTo>
                  <a:cubicBezTo>
                    <a:pt x="11331" y="9511"/>
                    <a:pt x="20199" y="7420"/>
                    <a:pt x="20199" y="4873"/>
                  </a:cubicBezTo>
                  <a:cubicBezTo>
                    <a:pt x="20199" y="2328"/>
                    <a:pt x="11331" y="237"/>
                    <a:pt x="0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1" name="Google Shape;2271;p70"/>
            <p:cNvSpPr/>
            <p:nvPr/>
          </p:nvSpPr>
          <p:spPr>
            <a:xfrm>
              <a:off x="3265775" y="3155775"/>
              <a:ext cx="510075" cy="243775"/>
            </a:xfrm>
            <a:custGeom>
              <a:avLst/>
              <a:gdLst/>
              <a:ahLst/>
              <a:cxnLst/>
              <a:rect l="l" t="t" r="r" b="b"/>
              <a:pathLst>
                <a:path w="20403" h="9751" extrusionOk="0">
                  <a:moveTo>
                    <a:pt x="20402" y="1"/>
                  </a:moveTo>
                  <a:cubicBezTo>
                    <a:pt x="8973" y="215"/>
                    <a:pt x="0" y="2314"/>
                    <a:pt x="0" y="4876"/>
                  </a:cubicBezTo>
                  <a:cubicBezTo>
                    <a:pt x="0" y="7437"/>
                    <a:pt x="8973" y="9536"/>
                    <a:pt x="20402" y="9750"/>
                  </a:cubicBezTo>
                  <a:lnTo>
                    <a:pt x="20402" y="1"/>
                  </a:ln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2" name="Google Shape;2272;p70"/>
            <p:cNvSpPr/>
            <p:nvPr/>
          </p:nvSpPr>
          <p:spPr>
            <a:xfrm>
              <a:off x="3376225" y="3564100"/>
              <a:ext cx="322300" cy="322275"/>
            </a:xfrm>
            <a:custGeom>
              <a:avLst/>
              <a:gdLst/>
              <a:ahLst/>
              <a:cxnLst/>
              <a:rect l="l" t="t" r="r" b="b"/>
              <a:pathLst>
                <a:path w="12892" h="12891" extrusionOk="0">
                  <a:moveTo>
                    <a:pt x="6446" y="1261"/>
                  </a:moveTo>
                  <a:cubicBezTo>
                    <a:pt x="9305" y="1261"/>
                    <a:pt x="11630" y="3589"/>
                    <a:pt x="11630" y="6448"/>
                  </a:cubicBezTo>
                  <a:cubicBezTo>
                    <a:pt x="11630" y="9305"/>
                    <a:pt x="9305" y="11632"/>
                    <a:pt x="6446" y="11632"/>
                  </a:cubicBezTo>
                  <a:cubicBezTo>
                    <a:pt x="3586" y="11632"/>
                    <a:pt x="1259" y="9308"/>
                    <a:pt x="1259" y="6445"/>
                  </a:cubicBezTo>
                  <a:cubicBezTo>
                    <a:pt x="1259" y="3586"/>
                    <a:pt x="3586" y="1261"/>
                    <a:pt x="6446" y="1261"/>
                  </a:cubicBezTo>
                  <a:close/>
                  <a:moveTo>
                    <a:pt x="6446" y="0"/>
                  </a:moveTo>
                  <a:cubicBezTo>
                    <a:pt x="2891" y="0"/>
                    <a:pt x="1" y="2893"/>
                    <a:pt x="1" y="6448"/>
                  </a:cubicBezTo>
                  <a:cubicBezTo>
                    <a:pt x="1" y="10000"/>
                    <a:pt x="2891" y="12890"/>
                    <a:pt x="6446" y="12890"/>
                  </a:cubicBezTo>
                  <a:cubicBezTo>
                    <a:pt x="10001" y="12890"/>
                    <a:pt x="12891" y="10000"/>
                    <a:pt x="12891" y="6448"/>
                  </a:cubicBezTo>
                  <a:cubicBezTo>
                    <a:pt x="12891" y="2893"/>
                    <a:pt x="10001" y="0"/>
                    <a:pt x="6446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3" name="Google Shape;2273;p70"/>
            <p:cNvSpPr/>
            <p:nvPr/>
          </p:nvSpPr>
          <p:spPr>
            <a:xfrm>
              <a:off x="3911825" y="3564100"/>
              <a:ext cx="322200" cy="322275"/>
            </a:xfrm>
            <a:custGeom>
              <a:avLst/>
              <a:gdLst/>
              <a:ahLst/>
              <a:cxnLst/>
              <a:rect l="l" t="t" r="r" b="b"/>
              <a:pathLst>
                <a:path w="12888" h="12891" extrusionOk="0">
                  <a:moveTo>
                    <a:pt x="6445" y="1261"/>
                  </a:moveTo>
                  <a:cubicBezTo>
                    <a:pt x="9305" y="1261"/>
                    <a:pt x="11630" y="3589"/>
                    <a:pt x="11630" y="6448"/>
                  </a:cubicBezTo>
                  <a:cubicBezTo>
                    <a:pt x="11630" y="9305"/>
                    <a:pt x="9305" y="11632"/>
                    <a:pt x="6445" y="11632"/>
                  </a:cubicBezTo>
                  <a:cubicBezTo>
                    <a:pt x="3586" y="11632"/>
                    <a:pt x="1258" y="9308"/>
                    <a:pt x="1258" y="6445"/>
                  </a:cubicBezTo>
                  <a:cubicBezTo>
                    <a:pt x="1258" y="3586"/>
                    <a:pt x="3586" y="1261"/>
                    <a:pt x="6445" y="1261"/>
                  </a:cubicBezTo>
                  <a:close/>
                  <a:moveTo>
                    <a:pt x="6445" y="0"/>
                  </a:moveTo>
                  <a:cubicBezTo>
                    <a:pt x="2891" y="0"/>
                    <a:pt x="0" y="2893"/>
                    <a:pt x="0" y="6448"/>
                  </a:cubicBezTo>
                  <a:cubicBezTo>
                    <a:pt x="0" y="10000"/>
                    <a:pt x="2891" y="12890"/>
                    <a:pt x="6445" y="12890"/>
                  </a:cubicBezTo>
                  <a:cubicBezTo>
                    <a:pt x="9997" y="12890"/>
                    <a:pt x="12888" y="10000"/>
                    <a:pt x="12888" y="6448"/>
                  </a:cubicBezTo>
                  <a:cubicBezTo>
                    <a:pt x="12888" y="2893"/>
                    <a:pt x="10000" y="0"/>
                    <a:pt x="6445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2239;p70">
            <a:extLst>
              <a:ext uri="{FF2B5EF4-FFF2-40B4-BE49-F238E27FC236}">
                <a16:creationId xmlns:a16="http://schemas.microsoft.com/office/drawing/2014/main" id="{D631169E-A3DC-BD45-B06F-1F1B08C3D1C7}"/>
              </a:ext>
            </a:extLst>
          </p:cNvPr>
          <p:cNvSpPr/>
          <p:nvPr/>
        </p:nvSpPr>
        <p:spPr>
          <a:xfrm rot="-5090307" flipH="1">
            <a:off x="3692470" y="2503178"/>
            <a:ext cx="1556905" cy="2727861"/>
          </a:xfrm>
          <a:prstGeom prst="parallelogram">
            <a:avLst>
              <a:gd name="adj" fmla="val 14574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2244;p70">
            <a:extLst>
              <a:ext uri="{FF2B5EF4-FFF2-40B4-BE49-F238E27FC236}">
                <a16:creationId xmlns:a16="http://schemas.microsoft.com/office/drawing/2014/main" id="{FD20B224-9CDC-C4B3-54B8-3D12ABB77793}"/>
              </a:ext>
            </a:extLst>
          </p:cNvPr>
          <p:cNvSpPr txBox="1">
            <a:spLocks/>
          </p:cNvSpPr>
          <p:nvPr/>
        </p:nvSpPr>
        <p:spPr>
          <a:xfrm>
            <a:off x="3149845" y="3270064"/>
            <a:ext cx="4221177" cy="1124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 sz="1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39700" indent="0">
              <a:buNone/>
            </a:pPr>
            <a:r>
              <a:rPr lang="en-US" sz="1200" b="1" dirty="0"/>
              <a:t>Reasoning:</a:t>
            </a:r>
            <a:br>
              <a:rPr lang="en-US" sz="1200" dirty="0"/>
            </a:br>
            <a:r>
              <a:rPr lang="en-US" sz="1200" dirty="0"/>
              <a:t>• Strongest reach (Core Roster)</a:t>
            </a:r>
            <a:br>
              <a:rPr lang="en-US" sz="1200" dirty="0"/>
            </a:br>
            <a:r>
              <a:rPr lang="en-US" sz="1200" dirty="0"/>
              <a:t>• High growth &amp; ER (Umbrella)</a:t>
            </a:r>
            <a:br>
              <a:rPr lang="en-US" sz="1200" dirty="0"/>
            </a:br>
            <a:r>
              <a:rPr lang="en-US" sz="1200" dirty="0"/>
              <a:t>• Balanced audience segments</a:t>
            </a:r>
            <a:br>
              <a:rPr lang="en-US" sz="1200" dirty="0"/>
            </a:br>
            <a:r>
              <a:rPr lang="en-US" sz="1200" dirty="0"/>
              <a:t>• Brand-safe profiles (90+ scores)</a:t>
            </a:r>
            <a:endParaRPr lang="en-US" sz="12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>
          <a:extLst>
            <a:ext uri="{FF2B5EF4-FFF2-40B4-BE49-F238E27FC236}">
              <a16:creationId xmlns:a16="http://schemas.microsoft.com/office/drawing/2014/main" id="{571ABD1F-32D5-C9FB-8787-4027991B2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3">
            <a:extLst>
              <a:ext uri="{FF2B5EF4-FFF2-40B4-BE49-F238E27FC236}">
                <a16:creationId xmlns:a16="http://schemas.microsoft.com/office/drawing/2014/main" id="{748CFE65-E716-0F6F-1A66-A258131077C9}"/>
              </a:ext>
            </a:extLst>
          </p:cNvPr>
          <p:cNvSpPr/>
          <p:nvPr/>
        </p:nvSpPr>
        <p:spPr>
          <a:xfrm rot="-5090153" flipH="1">
            <a:off x="2220124" y="306947"/>
            <a:ext cx="1796492" cy="4822788"/>
          </a:xfrm>
          <a:prstGeom prst="parallelogram">
            <a:avLst>
              <a:gd name="adj" fmla="val 22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6" name="Google Shape;856;p43">
            <a:extLst>
              <a:ext uri="{FF2B5EF4-FFF2-40B4-BE49-F238E27FC236}">
                <a16:creationId xmlns:a16="http://schemas.microsoft.com/office/drawing/2014/main" id="{42E5225B-72A1-7200-D23E-EB39A0090C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61" y="2228153"/>
            <a:ext cx="4696216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5400" dirty="0"/>
              <a:t>Campaign Performance</a:t>
            </a:r>
          </a:p>
        </p:txBody>
      </p:sp>
      <p:sp>
        <p:nvSpPr>
          <p:cNvPr id="857" name="Google Shape;857;p43">
            <a:extLst>
              <a:ext uri="{FF2B5EF4-FFF2-40B4-BE49-F238E27FC236}">
                <a16:creationId xmlns:a16="http://schemas.microsoft.com/office/drawing/2014/main" id="{137D7D32-273B-DC4E-A958-F863FF0D68B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40200" y="1011848"/>
            <a:ext cx="20997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1449" name="Google Shape;1449;p56"/>
          <p:cNvSpPr/>
          <p:nvPr/>
        </p:nvSpPr>
        <p:spPr>
          <a:xfrm rot="-1293621">
            <a:off x="5269906" y="390650"/>
            <a:ext cx="1776644" cy="2073800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grpSp>
        <p:nvGrpSpPr>
          <p:cNvPr id="1450" name="Google Shape;1450;p56"/>
          <p:cNvGrpSpPr/>
          <p:nvPr/>
        </p:nvGrpSpPr>
        <p:grpSpPr>
          <a:xfrm>
            <a:off x="6089010" y="712139"/>
            <a:ext cx="2292042" cy="187925"/>
            <a:chOff x="1115300" y="238125"/>
            <a:chExt cx="1588750" cy="117325"/>
          </a:xfrm>
        </p:grpSpPr>
        <p:sp>
          <p:nvSpPr>
            <p:cNvPr id="1451" name="Google Shape;1451;p56"/>
            <p:cNvSpPr/>
            <p:nvPr/>
          </p:nvSpPr>
          <p:spPr>
            <a:xfrm>
              <a:off x="1115300" y="238125"/>
              <a:ext cx="1588750" cy="117325"/>
            </a:xfrm>
            <a:custGeom>
              <a:avLst/>
              <a:gdLst/>
              <a:ahLst/>
              <a:cxnLst/>
              <a:rect l="l" t="t" r="r" b="b"/>
              <a:pathLst>
                <a:path w="63550" h="4693" extrusionOk="0">
                  <a:moveTo>
                    <a:pt x="2182" y="0"/>
                  </a:moveTo>
                  <a:cubicBezTo>
                    <a:pt x="1403" y="0"/>
                    <a:pt x="727" y="539"/>
                    <a:pt x="552" y="1298"/>
                  </a:cubicBezTo>
                  <a:lnTo>
                    <a:pt x="241" y="2644"/>
                  </a:lnTo>
                  <a:cubicBezTo>
                    <a:pt x="1" y="3693"/>
                    <a:pt x="796" y="4690"/>
                    <a:pt x="1871" y="4692"/>
                  </a:cubicBezTo>
                  <a:lnTo>
                    <a:pt x="61370" y="4692"/>
                  </a:lnTo>
                  <a:cubicBezTo>
                    <a:pt x="62147" y="4690"/>
                    <a:pt x="62823" y="4153"/>
                    <a:pt x="62999" y="3394"/>
                  </a:cubicBezTo>
                  <a:lnTo>
                    <a:pt x="63309" y="2047"/>
                  </a:lnTo>
                  <a:cubicBezTo>
                    <a:pt x="63549" y="1000"/>
                    <a:pt x="62754" y="0"/>
                    <a:pt x="61679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2" name="Google Shape;1452;p56"/>
            <p:cNvSpPr/>
            <p:nvPr/>
          </p:nvSpPr>
          <p:spPr>
            <a:xfrm>
              <a:off x="1204250" y="265150"/>
              <a:ext cx="1410850" cy="63250"/>
            </a:xfrm>
            <a:custGeom>
              <a:avLst/>
              <a:gdLst/>
              <a:ahLst/>
              <a:cxnLst/>
              <a:rect l="l" t="t" r="r" b="b"/>
              <a:pathLst>
                <a:path w="56434" h="2530" extrusionOk="0">
                  <a:moveTo>
                    <a:pt x="1004" y="1"/>
                  </a:moveTo>
                  <a:cubicBezTo>
                    <a:pt x="705" y="1"/>
                    <a:pt x="445" y="209"/>
                    <a:pt x="379" y="501"/>
                  </a:cubicBezTo>
                  <a:lnTo>
                    <a:pt x="94" y="1739"/>
                  </a:lnTo>
                  <a:cubicBezTo>
                    <a:pt x="1" y="2144"/>
                    <a:pt x="308" y="2530"/>
                    <a:pt x="724" y="2530"/>
                  </a:cubicBezTo>
                  <a:lnTo>
                    <a:pt x="55427" y="2530"/>
                  </a:lnTo>
                  <a:cubicBezTo>
                    <a:pt x="55727" y="2530"/>
                    <a:pt x="55987" y="2322"/>
                    <a:pt x="56055" y="2029"/>
                  </a:cubicBezTo>
                  <a:lnTo>
                    <a:pt x="56341" y="791"/>
                  </a:lnTo>
                  <a:cubicBezTo>
                    <a:pt x="56433" y="387"/>
                    <a:pt x="56126" y="1"/>
                    <a:pt x="55712" y="1"/>
                  </a:cubicBezTo>
                  <a:lnTo>
                    <a:pt x="1008" y="1"/>
                  </a:lnTo>
                  <a:cubicBezTo>
                    <a:pt x="1006" y="1"/>
                    <a:pt x="1005" y="1"/>
                    <a:pt x="1004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3" name="Google Shape;1453;p56"/>
            <p:cNvSpPr/>
            <p:nvPr/>
          </p:nvSpPr>
          <p:spPr>
            <a:xfrm>
              <a:off x="1204250" y="265150"/>
              <a:ext cx="1174600" cy="63250"/>
            </a:xfrm>
            <a:custGeom>
              <a:avLst/>
              <a:gdLst/>
              <a:ahLst/>
              <a:cxnLst/>
              <a:rect l="l" t="t" r="r" b="b"/>
              <a:pathLst>
                <a:path w="46984" h="2530" extrusionOk="0">
                  <a:moveTo>
                    <a:pt x="1004" y="1"/>
                  </a:moveTo>
                  <a:cubicBezTo>
                    <a:pt x="703" y="1"/>
                    <a:pt x="445" y="209"/>
                    <a:pt x="378" y="501"/>
                  </a:cubicBezTo>
                  <a:lnTo>
                    <a:pt x="94" y="1739"/>
                  </a:lnTo>
                  <a:cubicBezTo>
                    <a:pt x="1" y="2144"/>
                    <a:pt x="307" y="2530"/>
                    <a:pt x="722" y="2530"/>
                  </a:cubicBezTo>
                  <a:lnTo>
                    <a:pt x="46983" y="2530"/>
                  </a:lnTo>
                  <a:lnTo>
                    <a:pt x="46983" y="1"/>
                  </a:lnTo>
                  <a:lnTo>
                    <a:pt x="1008" y="1"/>
                  </a:lnTo>
                  <a:cubicBezTo>
                    <a:pt x="1006" y="1"/>
                    <a:pt x="1005" y="1"/>
                    <a:pt x="1004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54" name="Google Shape;1454;p56"/>
            <p:cNvSpPr/>
            <p:nvPr/>
          </p:nvSpPr>
          <p:spPr>
            <a:xfrm>
              <a:off x="1224200" y="278575"/>
              <a:ext cx="1019125" cy="20250"/>
            </a:xfrm>
            <a:custGeom>
              <a:avLst/>
              <a:gdLst/>
              <a:ahLst/>
              <a:cxnLst/>
              <a:rect l="l" t="t" r="r" b="b"/>
              <a:pathLst>
                <a:path w="40765" h="810" extrusionOk="0">
                  <a:moveTo>
                    <a:pt x="40364" y="1"/>
                  </a:moveTo>
                  <a:cubicBezTo>
                    <a:pt x="40363" y="1"/>
                    <a:pt x="40362" y="1"/>
                    <a:pt x="40361" y="1"/>
                  </a:cubicBezTo>
                  <a:lnTo>
                    <a:pt x="404" y="1"/>
                  </a:lnTo>
                  <a:cubicBezTo>
                    <a:pt x="180" y="1"/>
                    <a:pt x="0" y="181"/>
                    <a:pt x="0" y="405"/>
                  </a:cubicBezTo>
                  <a:cubicBezTo>
                    <a:pt x="0" y="627"/>
                    <a:pt x="180" y="809"/>
                    <a:pt x="404" y="809"/>
                  </a:cubicBezTo>
                  <a:lnTo>
                    <a:pt x="40361" y="809"/>
                  </a:lnTo>
                  <a:cubicBezTo>
                    <a:pt x="40585" y="809"/>
                    <a:pt x="40765" y="627"/>
                    <a:pt x="40765" y="405"/>
                  </a:cubicBezTo>
                  <a:cubicBezTo>
                    <a:pt x="40765" y="182"/>
                    <a:pt x="40586" y="1"/>
                    <a:pt x="40364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458" name="Google Shape;1458;p56"/>
          <p:cNvGrpSpPr/>
          <p:nvPr/>
        </p:nvGrpSpPr>
        <p:grpSpPr>
          <a:xfrm>
            <a:off x="5938722" y="1032500"/>
            <a:ext cx="1969215" cy="3268925"/>
            <a:chOff x="1674634" y="1488151"/>
            <a:chExt cx="1449483" cy="2167357"/>
          </a:xfrm>
        </p:grpSpPr>
        <p:grpSp>
          <p:nvGrpSpPr>
            <p:cNvPr id="1459" name="Google Shape;1459;p56"/>
            <p:cNvGrpSpPr/>
            <p:nvPr/>
          </p:nvGrpSpPr>
          <p:grpSpPr>
            <a:xfrm>
              <a:off x="1674634" y="1488151"/>
              <a:ext cx="1449483" cy="2167357"/>
              <a:chOff x="2303525" y="580500"/>
              <a:chExt cx="2957525" cy="4422275"/>
            </a:xfrm>
          </p:grpSpPr>
          <p:sp>
            <p:nvSpPr>
              <p:cNvPr id="1460" name="Google Shape;1460;p56"/>
              <p:cNvSpPr/>
              <p:nvPr/>
            </p:nvSpPr>
            <p:spPr>
              <a:xfrm>
                <a:off x="2303525" y="580500"/>
                <a:ext cx="2957525" cy="4422275"/>
              </a:xfrm>
              <a:custGeom>
                <a:avLst/>
                <a:gdLst/>
                <a:ahLst/>
                <a:cxnLst/>
                <a:rect l="l" t="t" r="r" b="b"/>
                <a:pathLst>
                  <a:path w="118301" h="176891" extrusionOk="0">
                    <a:moveTo>
                      <a:pt x="5598" y="0"/>
                    </a:moveTo>
                    <a:cubicBezTo>
                      <a:pt x="2507" y="0"/>
                      <a:pt x="1" y="2522"/>
                      <a:pt x="1" y="5632"/>
                    </a:cubicBezTo>
                    <a:lnTo>
                      <a:pt x="1" y="171256"/>
                    </a:lnTo>
                    <a:cubicBezTo>
                      <a:pt x="1" y="174367"/>
                      <a:pt x="2506" y="176890"/>
                      <a:pt x="5598" y="176890"/>
                    </a:cubicBezTo>
                    <a:lnTo>
                      <a:pt x="112703" y="176890"/>
                    </a:lnTo>
                    <a:cubicBezTo>
                      <a:pt x="115794" y="176890"/>
                      <a:pt x="118301" y="174367"/>
                      <a:pt x="118301" y="171256"/>
                    </a:cubicBezTo>
                    <a:lnTo>
                      <a:pt x="118301" y="5632"/>
                    </a:lnTo>
                    <a:cubicBezTo>
                      <a:pt x="118301" y="2523"/>
                      <a:pt x="115795" y="0"/>
                      <a:pt x="1127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1" name="Google Shape;1461;p56"/>
              <p:cNvSpPr/>
              <p:nvPr/>
            </p:nvSpPr>
            <p:spPr>
              <a:xfrm>
                <a:off x="3651575" y="4638975"/>
                <a:ext cx="261425" cy="261500"/>
              </a:xfrm>
              <a:custGeom>
                <a:avLst/>
                <a:gdLst/>
                <a:ahLst/>
                <a:cxnLst/>
                <a:rect l="l" t="t" r="r" b="b"/>
                <a:pathLst>
                  <a:path w="10457" h="10460" extrusionOk="0">
                    <a:moveTo>
                      <a:pt x="4902" y="1"/>
                    </a:moveTo>
                    <a:cubicBezTo>
                      <a:pt x="2194" y="1"/>
                      <a:pt x="1" y="2196"/>
                      <a:pt x="1" y="4904"/>
                    </a:cubicBezTo>
                    <a:lnTo>
                      <a:pt x="1" y="5557"/>
                    </a:lnTo>
                    <a:cubicBezTo>
                      <a:pt x="1" y="8264"/>
                      <a:pt x="2194" y="10459"/>
                      <a:pt x="4902" y="10459"/>
                    </a:cubicBezTo>
                    <a:lnTo>
                      <a:pt x="5556" y="10459"/>
                    </a:lnTo>
                    <a:cubicBezTo>
                      <a:pt x="8263" y="10459"/>
                      <a:pt x="10457" y="8264"/>
                      <a:pt x="10457" y="5557"/>
                    </a:cubicBezTo>
                    <a:lnTo>
                      <a:pt x="10457" y="4904"/>
                    </a:lnTo>
                    <a:cubicBezTo>
                      <a:pt x="10457" y="2196"/>
                      <a:pt x="8263" y="1"/>
                      <a:pt x="555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2" name="Google Shape;1462;p56"/>
              <p:cNvSpPr/>
              <p:nvPr/>
            </p:nvSpPr>
            <p:spPr>
              <a:xfrm>
                <a:off x="3739600" y="4727025"/>
                <a:ext cx="85375" cy="85425"/>
              </a:xfrm>
              <a:custGeom>
                <a:avLst/>
                <a:gdLst/>
                <a:ahLst/>
                <a:cxnLst/>
                <a:rect l="l" t="t" r="r" b="b"/>
                <a:pathLst>
                  <a:path w="3415" h="3417" extrusionOk="0">
                    <a:moveTo>
                      <a:pt x="1601" y="1"/>
                    </a:moveTo>
                    <a:cubicBezTo>
                      <a:pt x="717" y="1"/>
                      <a:pt x="0" y="718"/>
                      <a:pt x="0" y="1602"/>
                    </a:cubicBezTo>
                    <a:lnTo>
                      <a:pt x="0" y="1815"/>
                    </a:lnTo>
                    <a:cubicBezTo>
                      <a:pt x="0" y="2699"/>
                      <a:pt x="717" y="3417"/>
                      <a:pt x="1601" y="3417"/>
                    </a:cubicBezTo>
                    <a:lnTo>
                      <a:pt x="1815" y="3417"/>
                    </a:lnTo>
                    <a:cubicBezTo>
                      <a:pt x="2699" y="3417"/>
                      <a:pt x="3415" y="2699"/>
                      <a:pt x="3415" y="1815"/>
                    </a:cubicBezTo>
                    <a:lnTo>
                      <a:pt x="3415" y="1602"/>
                    </a:lnTo>
                    <a:cubicBezTo>
                      <a:pt x="3415" y="718"/>
                      <a:pt x="2699" y="1"/>
                      <a:pt x="18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463" name="Google Shape;1463;p56"/>
              <p:cNvSpPr/>
              <p:nvPr/>
            </p:nvSpPr>
            <p:spPr>
              <a:xfrm>
                <a:off x="3549075" y="681250"/>
                <a:ext cx="466450" cy="59500"/>
              </a:xfrm>
              <a:custGeom>
                <a:avLst/>
                <a:gdLst/>
                <a:ahLst/>
                <a:cxnLst/>
                <a:rect l="l" t="t" r="r" b="b"/>
                <a:pathLst>
                  <a:path w="18658" h="2380" extrusionOk="0">
                    <a:moveTo>
                      <a:pt x="903" y="1"/>
                    </a:moveTo>
                    <a:cubicBezTo>
                      <a:pt x="405" y="1"/>
                      <a:pt x="0" y="534"/>
                      <a:pt x="0" y="1190"/>
                    </a:cubicBezTo>
                    <a:cubicBezTo>
                      <a:pt x="0" y="1848"/>
                      <a:pt x="405" y="2379"/>
                      <a:pt x="903" y="2379"/>
                    </a:cubicBezTo>
                    <a:lnTo>
                      <a:pt x="17754" y="2379"/>
                    </a:lnTo>
                    <a:cubicBezTo>
                      <a:pt x="18252" y="2379"/>
                      <a:pt x="18657" y="1848"/>
                      <a:pt x="18657" y="1190"/>
                    </a:cubicBezTo>
                    <a:cubicBezTo>
                      <a:pt x="18657" y="534"/>
                      <a:pt x="18252" y="1"/>
                      <a:pt x="177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sp>
          <p:nvSpPr>
            <p:cNvPr id="1464" name="Google Shape;1464;p56"/>
            <p:cNvSpPr/>
            <p:nvPr/>
          </p:nvSpPr>
          <p:spPr>
            <a:xfrm>
              <a:off x="1745225" y="1653100"/>
              <a:ext cx="1308300" cy="175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pic>
        <p:nvPicPr>
          <p:cNvPr id="1465" name="Google Shape;1465;p56"/>
          <p:cNvPicPr preferRelativeResize="0"/>
          <p:nvPr/>
        </p:nvPicPr>
        <p:blipFill rotWithShape="1">
          <a:blip r:embed="rId3">
            <a:alphaModFix/>
          </a:blip>
          <a:srcRect l="53119" t="7873" r="12718" b="10957"/>
          <a:stretch/>
        </p:blipFill>
        <p:spPr>
          <a:xfrm>
            <a:off x="6027529" y="1245094"/>
            <a:ext cx="1788283" cy="26533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6" name="Google Shape;1466;p56"/>
          <p:cNvGrpSpPr/>
          <p:nvPr/>
        </p:nvGrpSpPr>
        <p:grpSpPr>
          <a:xfrm>
            <a:off x="7501132" y="2824157"/>
            <a:ext cx="1504321" cy="903847"/>
            <a:chOff x="6095800" y="2879725"/>
            <a:chExt cx="719925" cy="389625"/>
          </a:xfrm>
        </p:grpSpPr>
        <p:sp>
          <p:nvSpPr>
            <p:cNvPr id="1467" name="Google Shape;1467;p56"/>
            <p:cNvSpPr/>
            <p:nvPr/>
          </p:nvSpPr>
          <p:spPr>
            <a:xfrm>
              <a:off x="6095800" y="2879725"/>
              <a:ext cx="719925" cy="256175"/>
            </a:xfrm>
            <a:custGeom>
              <a:avLst/>
              <a:gdLst/>
              <a:ahLst/>
              <a:cxnLst/>
              <a:rect l="l" t="t" r="r" b="b"/>
              <a:pathLst>
                <a:path w="28797" h="10247" extrusionOk="0">
                  <a:moveTo>
                    <a:pt x="2770" y="0"/>
                  </a:moveTo>
                  <a:cubicBezTo>
                    <a:pt x="1237" y="0"/>
                    <a:pt x="1" y="1235"/>
                    <a:pt x="1" y="2770"/>
                  </a:cubicBezTo>
                  <a:lnTo>
                    <a:pt x="1" y="7477"/>
                  </a:lnTo>
                  <a:cubicBezTo>
                    <a:pt x="1" y="9010"/>
                    <a:pt x="1237" y="10246"/>
                    <a:pt x="2770" y="10246"/>
                  </a:cubicBezTo>
                  <a:lnTo>
                    <a:pt x="26027" y="10246"/>
                  </a:lnTo>
                  <a:cubicBezTo>
                    <a:pt x="27562" y="10246"/>
                    <a:pt x="28797" y="9010"/>
                    <a:pt x="28797" y="7477"/>
                  </a:cubicBezTo>
                  <a:lnTo>
                    <a:pt x="28797" y="2770"/>
                  </a:lnTo>
                  <a:cubicBezTo>
                    <a:pt x="28797" y="1235"/>
                    <a:pt x="27562" y="0"/>
                    <a:pt x="260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8" name="Google Shape;1468;p56"/>
            <p:cNvSpPr/>
            <p:nvPr/>
          </p:nvSpPr>
          <p:spPr>
            <a:xfrm>
              <a:off x="6144150" y="2920225"/>
              <a:ext cx="258025" cy="159900"/>
            </a:xfrm>
            <a:custGeom>
              <a:avLst/>
              <a:gdLst/>
              <a:ahLst/>
              <a:cxnLst/>
              <a:rect l="l" t="t" r="r" b="b"/>
              <a:pathLst>
                <a:path w="10321" h="6396" extrusionOk="0">
                  <a:moveTo>
                    <a:pt x="7969" y="0"/>
                  </a:moveTo>
                  <a:cubicBezTo>
                    <a:pt x="7727" y="0"/>
                    <a:pt x="7486" y="36"/>
                    <a:pt x="7258" y="110"/>
                  </a:cubicBezTo>
                  <a:cubicBezTo>
                    <a:pt x="6371" y="400"/>
                    <a:pt x="5694" y="1174"/>
                    <a:pt x="5366" y="2048"/>
                  </a:cubicBezTo>
                  <a:cubicBezTo>
                    <a:pt x="4927" y="1131"/>
                    <a:pt x="3908" y="565"/>
                    <a:pt x="2902" y="565"/>
                  </a:cubicBezTo>
                  <a:cubicBezTo>
                    <a:pt x="2553" y="565"/>
                    <a:pt x="2206" y="633"/>
                    <a:pt x="1885" y="779"/>
                  </a:cubicBezTo>
                  <a:cubicBezTo>
                    <a:pt x="638" y="1341"/>
                    <a:pt x="0" y="2973"/>
                    <a:pt x="536" y="4231"/>
                  </a:cubicBezTo>
                  <a:cubicBezTo>
                    <a:pt x="1004" y="5329"/>
                    <a:pt x="2162" y="5990"/>
                    <a:pt x="3325" y="6252"/>
                  </a:cubicBezTo>
                  <a:cubicBezTo>
                    <a:pt x="3752" y="6348"/>
                    <a:pt x="4191" y="6395"/>
                    <a:pt x="4631" y="6395"/>
                  </a:cubicBezTo>
                  <a:cubicBezTo>
                    <a:pt x="6581" y="6395"/>
                    <a:pt x="8543" y="5468"/>
                    <a:pt x="9551" y="3805"/>
                  </a:cubicBezTo>
                  <a:cubicBezTo>
                    <a:pt x="10086" y="2923"/>
                    <a:pt x="10321" y="1742"/>
                    <a:pt x="9751" y="882"/>
                  </a:cubicBezTo>
                  <a:cubicBezTo>
                    <a:pt x="9366" y="304"/>
                    <a:pt x="8667" y="0"/>
                    <a:pt x="7969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469" name="Google Shape;1469;p56"/>
            <p:cNvSpPr/>
            <p:nvPr/>
          </p:nvSpPr>
          <p:spPr>
            <a:xfrm>
              <a:off x="6483325" y="3076225"/>
              <a:ext cx="189425" cy="193125"/>
            </a:xfrm>
            <a:custGeom>
              <a:avLst/>
              <a:gdLst/>
              <a:ahLst/>
              <a:cxnLst/>
              <a:rect l="l" t="t" r="r" b="b"/>
              <a:pathLst>
                <a:path w="7577" h="7725" extrusionOk="0">
                  <a:moveTo>
                    <a:pt x="7577" y="1"/>
                  </a:moveTo>
                  <a:lnTo>
                    <a:pt x="6" y="1048"/>
                  </a:lnTo>
                  <a:lnTo>
                    <a:pt x="0" y="7725"/>
                  </a:lnTo>
                  <a:cubicBezTo>
                    <a:pt x="3562" y="6558"/>
                    <a:pt x="6479" y="3584"/>
                    <a:pt x="75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261812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BF3FA-9ADD-3A45-3925-D40A6FA37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383224"/>
            <a:ext cx="7717500" cy="572700"/>
          </a:xfrm>
        </p:spPr>
        <p:txBody>
          <a:bodyPr/>
          <a:lstStyle/>
          <a:p>
            <a:r>
              <a:rPr lang="en-US" sz="4800" dirty="0"/>
              <a:t>CAMPAIGN </a:t>
            </a:r>
            <a:r>
              <a:rPr lang="en" sz="4800" b="1" dirty="0">
                <a:solidFill>
                  <a:schemeClr val="accent2"/>
                </a:solidFill>
              </a:rPr>
              <a:t>overview</a:t>
            </a:r>
            <a:endParaRPr lang="en-US" sz="4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78BA7C-C11E-1247-7235-73307BC9E21B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3447152" y="1273337"/>
            <a:ext cx="2389438" cy="365700"/>
          </a:xfrm>
        </p:spPr>
        <p:txBody>
          <a:bodyPr/>
          <a:lstStyle/>
          <a:p>
            <a:r>
              <a:rPr lang="en-US" b="1" dirty="0"/>
              <a:t>Cash App × FaZe Activation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7A5E97A-B7AE-E736-6589-43EF3EC38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8949" y="1956449"/>
            <a:ext cx="4620775" cy="2348345"/>
          </a:xfrm>
        </p:spPr>
        <p:txBody>
          <a:bodyPr/>
          <a:lstStyle/>
          <a:p>
            <a:pPr marL="139700" indent="0">
              <a:lnSpc>
                <a:spcPct val="150000"/>
              </a:lnSpc>
              <a:buNone/>
            </a:pPr>
            <a:r>
              <a:rPr lang="en-US" sz="1600" dirty="0"/>
              <a:t>• </a:t>
            </a:r>
            <a:r>
              <a:rPr lang="en-US" sz="1600" b="1" dirty="0"/>
              <a:t>Creators</a:t>
            </a:r>
            <a:r>
              <a:rPr lang="en-US" sz="1600" dirty="0"/>
              <a:t>: KaiVex + NovaLyn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Platforms</a:t>
            </a:r>
            <a:r>
              <a:rPr lang="en-US" sz="1600" dirty="0"/>
              <a:t>: TikTok, YouTube Shorts, Twitch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Duration</a:t>
            </a:r>
            <a:r>
              <a:rPr lang="en-US" sz="1600" dirty="0"/>
              <a:t>: 3 weeks</a:t>
            </a:r>
            <a:br>
              <a:rPr lang="en-US" sz="1600" dirty="0"/>
            </a:br>
            <a:r>
              <a:rPr lang="en-US" sz="1600" dirty="0"/>
              <a:t>• </a:t>
            </a:r>
            <a:r>
              <a:rPr lang="en-US" sz="1600" b="1" dirty="0"/>
              <a:t>Goal</a:t>
            </a:r>
            <a:r>
              <a:rPr lang="en-US" sz="1600" dirty="0"/>
              <a:t>: Drive Cash App sign-ups in Gen Z</a:t>
            </a:r>
          </a:p>
        </p:txBody>
      </p:sp>
      <p:pic>
        <p:nvPicPr>
          <p:cNvPr id="2054" name="Picture 6" descr="Cash App - Wikipedia">
            <a:extLst>
              <a:ext uri="{FF2B5EF4-FFF2-40B4-BE49-F238E27FC236}">
                <a16:creationId xmlns:a16="http://schemas.microsoft.com/office/drawing/2014/main" id="{8FF86275-EE62-2C90-9605-73CFD1029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111" y="1330666"/>
            <a:ext cx="251041" cy="25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FaZe Clan - Wikidata">
            <a:extLst>
              <a:ext uri="{FF2B5EF4-FFF2-40B4-BE49-F238E27FC236}">
                <a16:creationId xmlns:a16="http://schemas.microsoft.com/office/drawing/2014/main" id="{1CB146F7-04C6-6D51-838C-91AA1AE4C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390" y="1333533"/>
            <a:ext cx="376735" cy="24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7C5B08C6-1A27-5771-93FB-EB858C88A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733" y="2807156"/>
            <a:ext cx="589077" cy="412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4" descr="TikTok App Icon Logo PNG Vector (SVG) Free Download">
            <a:extLst>
              <a:ext uri="{FF2B5EF4-FFF2-40B4-BE49-F238E27FC236}">
                <a16:creationId xmlns:a16="http://schemas.microsoft.com/office/drawing/2014/main" id="{E585AEF3-C085-6720-69AD-07CDC4D006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68" name="Picture 20" descr="Tiktok, logo, social media icon - Free download">
            <a:extLst>
              <a:ext uri="{FF2B5EF4-FFF2-40B4-BE49-F238E27FC236}">
                <a16:creationId xmlns:a16="http://schemas.microsoft.com/office/drawing/2014/main" id="{D4096203-D432-28A3-05C5-82FA6CFC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963" y="3421822"/>
            <a:ext cx="472787" cy="472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Twitch Unveils New Logo and Brand Identity">
            <a:extLst>
              <a:ext uri="{FF2B5EF4-FFF2-40B4-BE49-F238E27FC236}">
                <a16:creationId xmlns:a16="http://schemas.microsoft.com/office/drawing/2014/main" id="{4D37D482-B0E8-7DA1-A437-7C8A3516D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765" y="4096781"/>
            <a:ext cx="935182" cy="526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125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6A16-F16B-2BF9-D431-4371ECB7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368825"/>
            <a:ext cx="7717500" cy="572700"/>
          </a:xfrm>
        </p:spPr>
        <p:txBody>
          <a:bodyPr/>
          <a:lstStyle/>
          <a:p>
            <a:r>
              <a:rPr lang="en-US" dirty="0"/>
              <a:t>KEY </a:t>
            </a:r>
            <a:r>
              <a:rPr lang="en" b="1" dirty="0">
                <a:solidFill>
                  <a:schemeClr val="accent2"/>
                </a:solidFill>
              </a:rPr>
              <a:t>campaign</a:t>
            </a:r>
            <a:r>
              <a:rPr lang="en-US" dirty="0"/>
              <a:t> METRICS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842E388-40F0-E9DC-B9C8-94D48615B8F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30576" y="1031836"/>
            <a:ext cx="6609438" cy="3365225"/>
          </a:xfrm>
        </p:spPr>
        <p:txBody>
          <a:bodyPr/>
          <a:lstStyle/>
          <a:p>
            <a:pPr marL="139700" indent="0">
              <a:lnSpc>
                <a:spcPct val="150000"/>
              </a:lnSpc>
              <a:buNone/>
            </a:pPr>
            <a:r>
              <a:rPr lang="en-US" b="1" dirty="0"/>
              <a:t>Performance Highlights :</a:t>
            </a:r>
            <a:endParaRPr lang="en-US" dirty="0"/>
          </a:p>
          <a:p>
            <a:pPr marL="139700" indent="0">
              <a:lnSpc>
                <a:spcPct val="150000"/>
              </a:lnSpc>
              <a:buNone/>
            </a:pPr>
            <a:r>
              <a:rPr lang="en-US" dirty="0"/>
              <a:t>• </a:t>
            </a:r>
            <a:r>
              <a:rPr lang="en-US" b="1" dirty="0"/>
              <a:t>18.4M</a:t>
            </a:r>
            <a:r>
              <a:rPr lang="en-US" dirty="0"/>
              <a:t> impressions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11.2M</a:t>
            </a:r>
            <a:r>
              <a:rPr lang="en-US" dirty="0"/>
              <a:t> views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1.36M</a:t>
            </a:r>
            <a:r>
              <a:rPr lang="en-US" dirty="0"/>
              <a:t> engagements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148k</a:t>
            </a:r>
            <a:r>
              <a:rPr lang="en-US" dirty="0"/>
              <a:t> clicks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38,200</a:t>
            </a:r>
            <a:r>
              <a:rPr lang="en-US" dirty="0"/>
              <a:t> sign-ups</a:t>
            </a:r>
            <a:br>
              <a:rPr lang="en-US" dirty="0"/>
            </a:br>
            <a:r>
              <a:rPr lang="en-US" dirty="0"/>
              <a:t>• Avg ER: </a:t>
            </a:r>
            <a:r>
              <a:rPr lang="en-US" b="1" dirty="0"/>
              <a:t>12.1%</a:t>
            </a:r>
          </a:p>
          <a:p>
            <a:pPr marL="139700" indent="0">
              <a:lnSpc>
                <a:spcPct val="150000"/>
              </a:lnSpc>
              <a:buNone/>
            </a:pPr>
            <a:endParaRPr lang="en-US" dirty="0"/>
          </a:p>
          <a:p>
            <a:pPr marL="139700" indent="0">
              <a:lnSpc>
                <a:spcPct val="150000"/>
              </a:lnSpc>
              <a:buNone/>
            </a:pPr>
            <a:r>
              <a:rPr lang="en-US" b="1" dirty="0"/>
              <a:t>Key Insight:</a:t>
            </a:r>
            <a:br>
              <a:rPr lang="en-US" dirty="0"/>
            </a:br>
            <a:r>
              <a:rPr lang="en-US" dirty="0"/>
              <a:t>TikTok delivered majority of reach + conversions.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82C2D32C-59BA-3EB8-97B1-BF53BABB7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Google Shape;1282;p48"/>
          <p:cNvSpPr/>
          <p:nvPr/>
        </p:nvSpPr>
        <p:spPr>
          <a:xfrm rot="-1293756">
            <a:off x="6221517" y="872322"/>
            <a:ext cx="1537069" cy="1616231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3" name="Google Shape;1283;p48"/>
          <p:cNvGrpSpPr/>
          <p:nvPr/>
        </p:nvGrpSpPr>
        <p:grpSpPr>
          <a:xfrm rot="952164">
            <a:off x="6590423" y="1549754"/>
            <a:ext cx="1744488" cy="944121"/>
            <a:chOff x="6095800" y="2879725"/>
            <a:chExt cx="719925" cy="389625"/>
          </a:xfrm>
        </p:grpSpPr>
        <p:sp>
          <p:nvSpPr>
            <p:cNvPr id="1284" name="Google Shape;1284;p48"/>
            <p:cNvSpPr/>
            <p:nvPr/>
          </p:nvSpPr>
          <p:spPr>
            <a:xfrm>
              <a:off x="6095800" y="2879725"/>
              <a:ext cx="719925" cy="256175"/>
            </a:xfrm>
            <a:custGeom>
              <a:avLst/>
              <a:gdLst/>
              <a:ahLst/>
              <a:cxnLst/>
              <a:rect l="l" t="t" r="r" b="b"/>
              <a:pathLst>
                <a:path w="28797" h="10247" extrusionOk="0">
                  <a:moveTo>
                    <a:pt x="2770" y="0"/>
                  </a:moveTo>
                  <a:cubicBezTo>
                    <a:pt x="1237" y="0"/>
                    <a:pt x="1" y="1235"/>
                    <a:pt x="1" y="2770"/>
                  </a:cubicBezTo>
                  <a:lnTo>
                    <a:pt x="1" y="7477"/>
                  </a:lnTo>
                  <a:cubicBezTo>
                    <a:pt x="1" y="9010"/>
                    <a:pt x="1237" y="10246"/>
                    <a:pt x="2770" y="10246"/>
                  </a:cubicBezTo>
                  <a:lnTo>
                    <a:pt x="26027" y="10246"/>
                  </a:lnTo>
                  <a:cubicBezTo>
                    <a:pt x="27562" y="10246"/>
                    <a:pt x="28797" y="9010"/>
                    <a:pt x="28797" y="7477"/>
                  </a:cubicBezTo>
                  <a:lnTo>
                    <a:pt x="28797" y="2770"/>
                  </a:lnTo>
                  <a:cubicBezTo>
                    <a:pt x="28797" y="1235"/>
                    <a:pt x="27562" y="0"/>
                    <a:pt x="26027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48"/>
            <p:cNvSpPr/>
            <p:nvPr/>
          </p:nvSpPr>
          <p:spPr>
            <a:xfrm>
              <a:off x="6144150" y="2920225"/>
              <a:ext cx="258025" cy="159900"/>
            </a:xfrm>
            <a:custGeom>
              <a:avLst/>
              <a:gdLst/>
              <a:ahLst/>
              <a:cxnLst/>
              <a:rect l="l" t="t" r="r" b="b"/>
              <a:pathLst>
                <a:path w="10321" h="6396" extrusionOk="0">
                  <a:moveTo>
                    <a:pt x="7969" y="0"/>
                  </a:moveTo>
                  <a:cubicBezTo>
                    <a:pt x="7727" y="0"/>
                    <a:pt x="7486" y="36"/>
                    <a:pt x="7258" y="110"/>
                  </a:cubicBezTo>
                  <a:cubicBezTo>
                    <a:pt x="6371" y="400"/>
                    <a:pt x="5694" y="1174"/>
                    <a:pt x="5366" y="2048"/>
                  </a:cubicBezTo>
                  <a:cubicBezTo>
                    <a:pt x="4927" y="1131"/>
                    <a:pt x="3908" y="565"/>
                    <a:pt x="2902" y="565"/>
                  </a:cubicBezTo>
                  <a:cubicBezTo>
                    <a:pt x="2553" y="565"/>
                    <a:pt x="2206" y="633"/>
                    <a:pt x="1885" y="779"/>
                  </a:cubicBezTo>
                  <a:cubicBezTo>
                    <a:pt x="638" y="1341"/>
                    <a:pt x="0" y="2973"/>
                    <a:pt x="536" y="4231"/>
                  </a:cubicBezTo>
                  <a:cubicBezTo>
                    <a:pt x="1004" y="5329"/>
                    <a:pt x="2162" y="5990"/>
                    <a:pt x="3325" y="6252"/>
                  </a:cubicBezTo>
                  <a:cubicBezTo>
                    <a:pt x="3752" y="6348"/>
                    <a:pt x="4191" y="6395"/>
                    <a:pt x="4631" y="6395"/>
                  </a:cubicBezTo>
                  <a:cubicBezTo>
                    <a:pt x="6581" y="6395"/>
                    <a:pt x="8543" y="5468"/>
                    <a:pt x="9551" y="3805"/>
                  </a:cubicBezTo>
                  <a:cubicBezTo>
                    <a:pt x="10086" y="2923"/>
                    <a:pt x="10321" y="1742"/>
                    <a:pt x="9751" y="882"/>
                  </a:cubicBezTo>
                  <a:cubicBezTo>
                    <a:pt x="9366" y="304"/>
                    <a:pt x="8667" y="0"/>
                    <a:pt x="7969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8"/>
            <p:cNvSpPr/>
            <p:nvPr/>
          </p:nvSpPr>
          <p:spPr>
            <a:xfrm>
              <a:off x="6483325" y="3076225"/>
              <a:ext cx="189425" cy="193125"/>
            </a:xfrm>
            <a:custGeom>
              <a:avLst/>
              <a:gdLst/>
              <a:ahLst/>
              <a:cxnLst/>
              <a:rect l="l" t="t" r="r" b="b"/>
              <a:pathLst>
                <a:path w="7577" h="7725" extrusionOk="0">
                  <a:moveTo>
                    <a:pt x="7577" y="1"/>
                  </a:moveTo>
                  <a:lnTo>
                    <a:pt x="6" y="1048"/>
                  </a:lnTo>
                  <a:lnTo>
                    <a:pt x="0" y="7725"/>
                  </a:lnTo>
                  <a:cubicBezTo>
                    <a:pt x="3562" y="6558"/>
                    <a:pt x="6479" y="3584"/>
                    <a:pt x="7577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95684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1F7E6-4E56-2ED8-D688-C07B62765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 </a:t>
            </a:r>
            <a:r>
              <a:rPr lang="en" b="1" dirty="0">
                <a:solidFill>
                  <a:schemeClr val="accent2"/>
                </a:solidFill>
              </a:rPr>
              <a:t>analysis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4756BFD-36A0-2000-EF96-C342973F6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2948" y="1066800"/>
            <a:ext cx="3303727" cy="3314700"/>
          </a:xfrm>
        </p:spPr>
        <p:txBody>
          <a:bodyPr/>
          <a:lstStyle/>
          <a:p>
            <a:pPr marL="139700" indent="0">
              <a:lnSpc>
                <a:spcPct val="150000"/>
              </a:lnSpc>
              <a:buNone/>
            </a:pPr>
            <a:r>
              <a:rPr lang="en-US" sz="1600" b="1" dirty="0"/>
              <a:t>Major Breakdown</a:t>
            </a:r>
            <a:endParaRPr lang="en-US" sz="1600" dirty="0"/>
          </a:p>
          <a:p>
            <a:pPr marL="139700" indent="0">
              <a:lnSpc>
                <a:spcPct val="150000"/>
              </a:lnSpc>
              <a:buNone/>
            </a:pPr>
            <a:r>
              <a:rPr lang="en-US" sz="1600" dirty="0"/>
              <a:t>• TikTok: </a:t>
            </a:r>
            <a:r>
              <a:rPr lang="en-US" sz="1600" b="1" dirty="0"/>
              <a:t>22.8k sign-ups</a:t>
            </a:r>
            <a:br>
              <a:rPr lang="en-US" sz="1600" dirty="0"/>
            </a:br>
            <a:r>
              <a:rPr lang="en-US" sz="1600" dirty="0"/>
              <a:t>• YouTube Shorts: </a:t>
            </a:r>
            <a:r>
              <a:rPr lang="en-US" sz="1600" b="1" dirty="0"/>
              <a:t>11k</a:t>
            </a:r>
            <a:br>
              <a:rPr lang="en-US" sz="1600" dirty="0"/>
            </a:br>
            <a:r>
              <a:rPr lang="en-US" sz="1600" dirty="0"/>
              <a:t>• Twitch: </a:t>
            </a:r>
            <a:r>
              <a:rPr lang="en-US" sz="1600" b="1" dirty="0"/>
              <a:t>9k</a:t>
            </a:r>
            <a:endParaRPr lang="en-US" sz="1600" dirty="0"/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 marL="139700" indent="0">
              <a:lnSpc>
                <a:spcPct val="150000"/>
              </a:lnSpc>
              <a:buNone/>
            </a:pPr>
            <a:r>
              <a:rPr lang="en-US" sz="1600" b="1" dirty="0"/>
              <a:t>Insight:</a:t>
            </a:r>
            <a:br>
              <a:rPr lang="en-US" sz="1600" dirty="0"/>
            </a:br>
            <a:r>
              <a:rPr lang="en-US" sz="1600" dirty="0"/>
              <a:t>TikTok outperformed at </a:t>
            </a:r>
          </a:p>
          <a:p>
            <a:pPr marL="139700" indent="0">
              <a:lnSpc>
                <a:spcPct val="150000"/>
              </a:lnSpc>
              <a:buNone/>
            </a:pPr>
            <a:r>
              <a:rPr lang="en-US" sz="1600" dirty="0"/>
              <a:t>every stage.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50A973A9-45FA-6119-1253-A49D0A0811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graph of conversion funnel&#10;&#10;AI-generated content may be incorrect.">
            <a:extLst>
              <a:ext uri="{FF2B5EF4-FFF2-40B4-BE49-F238E27FC236}">
                <a16:creationId xmlns:a16="http://schemas.microsoft.com/office/drawing/2014/main" id="{DFB1C678-5C97-AC81-5124-C3EF3297D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4" y="1423882"/>
            <a:ext cx="4818895" cy="295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55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DBAB-BEBB-3774-2BDC-7DBB6A6FB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creator </a:t>
            </a:r>
            <a:r>
              <a:rPr lang="en" b="1" dirty="0">
                <a:solidFill>
                  <a:schemeClr val="accent2"/>
                </a:solidFill>
              </a:rPr>
              <a:t>performance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7DC94C8-2E6E-11A5-4C63-D3F00D64C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25" y="1017725"/>
            <a:ext cx="3237468" cy="3625826"/>
          </a:xfrm>
        </p:spPr>
        <p:txBody>
          <a:bodyPr/>
          <a:lstStyle/>
          <a:p>
            <a:r>
              <a:rPr lang="en-US" b="1" dirty="0"/>
              <a:t>KaiVex</a:t>
            </a:r>
            <a:br>
              <a:rPr lang="en-US" dirty="0"/>
            </a:br>
            <a:r>
              <a:rPr lang="en-US" dirty="0"/>
              <a:t>• 10.9M impressions</a:t>
            </a:r>
            <a:br>
              <a:rPr lang="en-US" dirty="0"/>
            </a:br>
            <a:r>
              <a:rPr lang="en-US" dirty="0"/>
              <a:t>• 6.9M views</a:t>
            </a:r>
            <a:br>
              <a:rPr lang="en-US" dirty="0"/>
            </a:br>
            <a:r>
              <a:rPr lang="en-US" dirty="0"/>
              <a:t>• 851k engagements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24.5k sign-ups</a:t>
            </a:r>
          </a:p>
          <a:p>
            <a:pPr marL="139700" indent="0">
              <a:buNone/>
            </a:pPr>
            <a:endParaRPr lang="en-US" dirty="0"/>
          </a:p>
          <a:p>
            <a:r>
              <a:rPr lang="en-US" b="1" dirty="0"/>
              <a:t>NovaLyn</a:t>
            </a:r>
            <a:br>
              <a:rPr lang="en-US" dirty="0"/>
            </a:br>
            <a:r>
              <a:rPr lang="en-US" dirty="0"/>
              <a:t>• 7.5M impressions</a:t>
            </a:r>
            <a:br>
              <a:rPr lang="en-US" dirty="0"/>
            </a:br>
            <a:r>
              <a:rPr lang="en-US" dirty="0"/>
              <a:t>• 4.3M views</a:t>
            </a:r>
            <a:br>
              <a:rPr lang="en-US" dirty="0"/>
            </a:br>
            <a:r>
              <a:rPr lang="en-US" dirty="0"/>
              <a:t>• 509k engagements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13.7k sign-ups</a:t>
            </a:r>
          </a:p>
          <a:p>
            <a:endParaRPr lang="en-US" b="1" dirty="0"/>
          </a:p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KaiVex generated ~64% of total sign-ups.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0F97F7-0B39-90E6-11C4-11F72D1BD0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461" t="28286" r="35610" b="7108"/>
          <a:stretch>
            <a:fillRect/>
          </a:stretch>
        </p:blipFill>
        <p:spPr>
          <a:xfrm>
            <a:off x="3950693" y="1204084"/>
            <a:ext cx="4419601" cy="303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88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68"/>
          <p:cNvSpPr/>
          <p:nvPr/>
        </p:nvSpPr>
        <p:spPr>
          <a:xfrm rot="-5090153" flipH="1">
            <a:off x="3673754" y="373159"/>
            <a:ext cx="1796492" cy="4660781"/>
          </a:xfrm>
          <a:prstGeom prst="parallelogram">
            <a:avLst>
              <a:gd name="adj" fmla="val 22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2" name="Google Shape;2082;p68"/>
          <p:cNvSpPr txBox="1">
            <a:spLocks noGrp="1"/>
          </p:cNvSpPr>
          <p:nvPr>
            <p:ph type="title"/>
          </p:nvPr>
        </p:nvSpPr>
        <p:spPr>
          <a:xfrm>
            <a:off x="2251650" y="2276400"/>
            <a:ext cx="4640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5400" dirty="0"/>
              <a:t>Insights &amp; Strategy</a:t>
            </a:r>
          </a:p>
        </p:txBody>
      </p:sp>
      <p:sp>
        <p:nvSpPr>
          <p:cNvPr id="2083" name="Google Shape;2083;p68"/>
          <p:cNvSpPr txBox="1">
            <a:spLocks noGrp="1"/>
          </p:cNvSpPr>
          <p:nvPr>
            <p:ph type="title" idx="2"/>
          </p:nvPr>
        </p:nvSpPr>
        <p:spPr>
          <a:xfrm>
            <a:off x="3522150" y="1011848"/>
            <a:ext cx="2099700" cy="10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grpSp>
        <p:nvGrpSpPr>
          <p:cNvPr id="2085" name="Google Shape;2085;p68"/>
          <p:cNvGrpSpPr/>
          <p:nvPr/>
        </p:nvGrpSpPr>
        <p:grpSpPr>
          <a:xfrm>
            <a:off x="521742" y="550349"/>
            <a:ext cx="2362031" cy="2110149"/>
            <a:chOff x="1306850" y="1959225"/>
            <a:chExt cx="755125" cy="674600"/>
          </a:xfrm>
        </p:grpSpPr>
        <p:sp>
          <p:nvSpPr>
            <p:cNvPr id="2086" name="Google Shape;2086;p68"/>
            <p:cNvSpPr/>
            <p:nvPr/>
          </p:nvSpPr>
          <p:spPr>
            <a:xfrm>
              <a:off x="1306850" y="1959225"/>
              <a:ext cx="755125" cy="674600"/>
            </a:xfrm>
            <a:custGeom>
              <a:avLst/>
              <a:gdLst/>
              <a:ahLst/>
              <a:cxnLst/>
              <a:rect l="l" t="t" r="r" b="b"/>
              <a:pathLst>
                <a:path w="30205" h="26984" extrusionOk="0">
                  <a:moveTo>
                    <a:pt x="12037" y="0"/>
                  </a:moveTo>
                  <a:cubicBezTo>
                    <a:pt x="11048" y="0"/>
                    <a:pt x="10161" y="611"/>
                    <a:pt x="9382" y="1229"/>
                  </a:cubicBezTo>
                  <a:cubicBezTo>
                    <a:pt x="6532" y="3485"/>
                    <a:pt x="4039" y="6160"/>
                    <a:pt x="1989" y="9160"/>
                  </a:cubicBezTo>
                  <a:cubicBezTo>
                    <a:pt x="955" y="10673"/>
                    <a:pt x="1" y="12471"/>
                    <a:pt x="401" y="14259"/>
                  </a:cubicBezTo>
                  <a:cubicBezTo>
                    <a:pt x="751" y="15819"/>
                    <a:pt x="2042" y="16964"/>
                    <a:pt x="3262" y="17997"/>
                  </a:cubicBezTo>
                  <a:lnTo>
                    <a:pt x="12761" y="26032"/>
                  </a:lnTo>
                  <a:cubicBezTo>
                    <a:pt x="13516" y="26671"/>
                    <a:pt x="14438" y="26984"/>
                    <a:pt x="15357" y="26984"/>
                  </a:cubicBezTo>
                  <a:cubicBezTo>
                    <a:pt x="16468" y="26984"/>
                    <a:pt x="17573" y="26525"/>
                    <a:pt x="18366" y="25630"/>
                  </a:cubicBezTo>
                  <a:lnTo>
                    <a:pt x="28712" y="13958"/>
                  </a:lnTo>
                  <a:cubicBezTo>
                    <a:pt x="29429" y="13148"/>
                    <a:pt x="30205" y="12203"/>
                    <a:pt x="29232" y="10877"/>
                  </a:cubicBezTo>
                  <a:cubicBezTo>
                    <a:pt x="28979" y="10531"/>
                    <a:pt x="28651" y="10249"/>
                    <a:pt x="28293" y="10016"/>
                  </a:cubicBezTo>
                  <a:lnTo>
                    <a:pt x="14409" y="961"/>
                  </a:lnTo>
                  <a:cubicBezTo>
                    <a:pt x="13708" y="504"/>
                    <a:pt x="12960" y="31"/>
                    <a:pt x="12122" y="2"/>
                  </a:cubicBezTo>
                  <a:cubicBezTo>
                    <a:pt x="12094" y="1"/>
                    <a:pt x="12065" y="0"/>
                    <a:pt x="12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68"/>
            <p:cNvSpPr/>
            <p:nvPr/>
          </p:nvSpPr>
          <p:spPr>
            <a:xfrm>
              <a:off x="1376225" y="2047650"/>
              <a:ext cx="491875" cy="573575"/>
            </a:xfrm>
            <a:custGeom>
              <a:avLst/>
              <a:gdLst/>
              <a:ahLst/>
              <a:cxnLst/>
              <a:rect l="l" t="t" r="r" b="b"/>
              <a:pathLst>
                <a:path w="19675" h="22943" extrusionOk="0">
                  <a:moveTo>
                    <a:pt x="19675" y="1"/>
                  </a:moveTo>
                  <a:lnTo>
                    <a:pt x="19675" y="1"/>
                  </a:lnTo>
                  <a:cubicBezTo>
                    <a:pt x="14681" y="1228"/>
                    <a:pt x="9562" y="1847"/>
                    <a:pt x="4425" y="1847"/>
                  </a:cubicBezTo>
                  <a:cubicBezTo>
                    <a:pt x="3618" y="1847"/>
                    <a:pt x="2810" y="1832"/>
                    <a:pt x="2002" y="1801"/>
                  </a:cubicBezTo>
                  <a:lnTo>
                    <a:pt x="1649" y="3274"/>
                  </a:lnTo>
                  <a:lnTo>
                    <a:pt x="1" y="18353"/>
                  </a:lnTo>
                  <a:cubicBezTo>
                    <a:pt x="1348" y="18739"/>
                    <a:pt x="2714" y="19130"/>
                    <a:pt x="3905" y="19868"/>
                  </a:cubicBezTo>
                  <a:cubicBezTo>
                    <a:pt x="5095" y="20605"/>
                    <a:pt x="5889" y="21548"/>
                    <a:pt x="6678" y="22943"/>
                  </a:cubicBezTo>
                  <a:cubicBezTo>
                    <a:pt x="10512" y="20266"/>
                    <a:pt x="14753" y="18801"/>
                    <a:pt x="19413" y="18407"/>
                  </a:cubicBezTo>
                  <a:cubicBezTo>
                    <a:pt x="18513" y="12298"/>
                    <a:pt x="18600" y="6082"/>
                    <a:pt x="19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68"/>
            <p:cNvSpPr/>
            <p:nvPr/>
          </p:nvSpPr>
          <p:spPr>
            <a:xfrm>
              <a:off x="1415250" y="2093125"/>
              <a:ext cx="413850" cy="482625"/>
            </a:xfrm>
            <a:custGeom>
              <a:avLst/>
              <a:gdLst/>
              <a:ahLst/>
              <a:cxnLst/>
              <a:rect l="l" t="t" r="r" b="b"/>
              <a:pathLst>
                <a:path w="16554" h="19305" extrusionOk="0">
                  <a:moveTo>
                    <a:pt x="16553" y="1"/>
                  </a:moveTo>
                  <a:cubicBezTo>
                    <a:pt x="12351" y="1033"/>
                    <a:pt x="8041" y="1554"/>
                    <a:pt x="3719" y="1554"/>
                  </a:cubicBezTo>
                  <a:cubicBezTo>
                    <a:pt x="3041" y="1554"/>
                    <a:pt x="2363" y="1541"/>
                    <a:pt x="1684" y="1515"/>
                  </a:cubicBezTo>
                  <a:lnTo>
                    <a:pt x="1389" y="2757"/>
                  </a:lnTo>
                  <a:lnTo>
                    <a:pt x="0" y="15443"/>
                  </a:lnTo>
                  <a:cubicBezTo>
                    <a:pt x="1135" y="15765"/>
                    <a:pt x="2283" y="16097"/>
                    <a:pt x="3285" y="16718"/>
                  </a:cubicBezTo>
                  <a:cubicBezTo>
                    <a:pt x="4286" y="17337"/>
                    <a:pt x="4955" y="18131"/>
                    <a:pt x="5617" y="19305"/>
                  </a:cubicBezTo>
                  <a:cubicBezTo>
                    <a:pt x="8846" y="17053"/>
                    <a:pt x="12413" y="15818"/>
                    <a:pt x="16333" y="15489"/>
                  </a:cubicBezTo>
                  <a:cubicBezTo>
                    <a:pt x="15576" y="10348"/>
                    <a:pt x="15650" y="5119"/>
                    <a:pt x="16553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68"/>
            <p:cNvSpPr/>
            <p:nvPr/>
          </p:nvSpPr>
          <p:spPr>
            <a:xfrm>
              <a:off x="1400500" y="2377600"/>
              <a:ext cx="437300" cy="238125"/>
            </a:xfrm>
            <a:custGeom>
              <a:avLst/>
              <a:gdLst/>
              <a:ahLst/>
              <a:cxnLst/>
              <a:rect l="l" t="t" r="r" b="b"/>
              <a:pathLst>
                <a:path w="17492" h="9525" extrusionOk="0">
                  <a:moveTo>
                    <a:pt x="10517" y="1"/>
                  </a:moveTo>
                  <a:cubicBezTo>
                    <a:pt x="9495" y="1"/>
                    <a:pt x="8473" y="115"/>
                    <a:pt x="7477" y="346"/>
                  </a:cubicBezTo>
                  <a:cubicBezTo>
                    <a:pt x="4561" y="1021"/>
                    <a:pt x="1887" y="2693"/>
                    <a:pt x="0" y="5016"/>
                  </a:cubicBezTo>
                  <a:cubicBezTo>
                    <a:pt x="1821" y="6224"/>
                    <a:pt x="3285" y="7884"/>
                    <a:pt x="4725" y="9525"/>
                  </a:cubicBezTo>
                  <a:cubicBezTo>
                    <a:pt x="8542" y="7158"/>
                    <a:pt x="13001" y="5839"/>
                    <a:pt x="17491" y="5748"/>
                  </a:cubicBezTo>
                  <a:cubicBezTo>
                    <a:pt x="17225" y="4293"/>
                    <a:pt x="17163" y="2808"/>
                    <a:pt x="17309" y="1335"/>
                  </a:cubicBezTo>
                  <a:lnTo>
                    <a:pt x="16244" y="1253"/>
                  </a:lnTo>
                  <a:cubicBezTo>
                    <a:pt x="14457" y="424"/>
                    <a:pt x="12486" y="1"/>
                    <a:pt x="10517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68"/>
            <p:cNvSpPr/>
            <p:nvPr/>
          </p:nvSpPr>
          <p:spPr>
            <a:xfrm>
              <a:off x="1518975" y="2262925"/>
              <a:ext cx="199600" cy="234750"/>
            </a:xfrm>
            <a:custGeom>
              <a:avLst/>
              <a:gdLst/>
              <a:ahLst/>
              <a:cxnLst/>
              <a:rect l="l" t="t" r="r" b="b"/>
              <a:pathLst>
                <a:path w="7984" h="9390" extrusionOk="0">
                  <a:moveTo>
                    <a:pt x="1345" y="0"/>
                  </a:moveTo>
                  <a:lnTo>
                    <a:pt x="1345" y="0"/>
                  </a:lnTo>
                  <a:cubicBezTo>
                    <a:pt x="1610" y="1674"/>
                    <a:pt x="1534" y="3383"/>
                    <a:pt x="1119" y="5028"/>
                  </a:cubicBezTo>
                  <a:cubicBezTo>
                    <a:pt x="1048" y="5310"/>
                    <a:pt x="964" y="5597"/>
                    <a:pt x="782" y="5825"/>
                  </a:cubicBezTo>
                  <a:cubicBezTo>
                    <a:pt x="660" y="5980"/>
                    <a:pt x="81" y="6537"/>
                    <a:pt x="52" y="6734"/>
                  </a:cubicBezTo>
                  <a:cubicBezTo>
                    <a:pt x="1" y="7063"/>
                    <a:pt x="283" y="7289"/>
                    <a:pt x="542" y="7427"/>
                  </a:cubicBezTo>
                  <a:cubicBezTo>
                    <a:pt x="902" y="7620"/>
                    <a:pt x="1270" y="7795"/>
                    <a:pt x="1647" y="7955"/>
                  </a:cubicBezTo>
                  <a:cubicBezTo>
                    <a:pt x="2827" y="8460"/>
                    <a:pt x="4070" y="8782"/>
                    <a:pt x="5325" y="9042"/>
                  </a:cubicBezTo>
                  <a:cubicBezTo>
                    <a:pt x="5929" y="9168"/>
                    <a:pt x="6538" y="9279"/>
                    <a:pt x="7148" y="9388"/>
                  </a:cubicBezTo>
                  <a:cubicBezTo>
                    <a:pt x="7151" y="9389"/>
                    <a:pt x="7155" y="9389"/>
                    <a:pt x="7159" y="9389"/>
                  </a:cubicBezTo>
                  <a:cubicBezTo>
                    <a:pt x="7368" y="9389"/>
                    <a:pt x="7589" y="8345"/>
                    <a:pt x="7625" y="8214"/>
                  </a:cubicBezTo>
                  <a:cubicBezTo>
                    <a:pt x="7765" y="7693"/>
                    <a:pt x="7980" y="7140"/>
                    <a:pt x="7980" y="6595"/>
                  </a:cubicBezTo>
                  <a:cubicBezTo>
                    <a:pt x="7983" y="6473"/>
                    <a:pt x="7954" y="6351"/>
                    <a:pt x="7896" y="6244"/>
                  </a:cubicBezTo>
                  <a:cubicBezTo>
                    <a:pt x="7805" y="6084"/>
                    <a:pt x="7650" y="5974"/>
                    <a:pt x="7466" y="5852"/>
                  </a:cubicBezTo>
                  <a:cubicBezTo>
                    <a:pt x="7264" y="5718"/>
                    <a:pt x="7077" y="5561"/>
                    <a:pt x="6907" y="5388"/>
                  </a:cubicBezTo>
                  <a:cubicBezTo>
                    <a:pt x="6860" y="5337"/>
                    <a:pt x="6683" y="4911"/>
                    <a:pt x="6676" y="4842"/>
                  </a:cubicBezTo>
                  <a:cubicBezTo>
                    <a:pt x="6550" y="3562"/>
                    <a:pt x="6519" y="2152"/>
                    <a:pt x="6425" y="705"/>
                  </a:cubicBezTo>
                  <a:cubicBezTo>
                    <a:pt x="6107" y="739"/>
                    <a:pt x="5751" y="757"/>
                    <a:pt x="5376" y="757"/>
                  </a:cubicBezTo>
                  <a:cubicBezTo>
                    <a:pt x="4011" y="757"/>
                    <a:pt x="2383" y="523"/>
                    <a:pt x="1345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68"/>
            <p:cNvSpPr/>
            <p:nvPr/>
          </p:nvSpPr>
          <p:spPr>
            <a:xfrm>
              <a:off x="1570600" y="2270100"/>
              <a:ext cx="115050" cy="110650"/>
            </a:xfrm>
            <a:custGeom>
              <a:avLst/>
              <a:gdLst/>
              <a:ahLst/>
              <a:cxnLst/>
              <a:rect l="l" t="t" r="r" b="b"/>
              <a:pathLst>
                <a:path w="4602" h="4426" extrusionOk="0">
                  <a:moveTo>
                    <a:pt x="1" y="1"/>
                  </a:moveTo>
                  <a:lnTo>
                    <a:pt x="1" y="1"/>
                  </a:lnTo>
                  <a:cubicBezTo>
                    <a:pt x="379" y="2339"/>
                    <a:pt x="2324" y="3868"/>
                    <a:pt x="4602" y="4426"/>
                  </a:cubicBezTo>
                  <a:cubicBezTo>
                    <a:pt x="4487" y="3178"/>
                    <a:pt x="4453" y="1818"/>
                    <a:pt x="4362" y="420"/>
                  </a:cubicBezTo>
                  <a:cubicBezTo>
                    <a:pt x="4046" y="453"/>
                    <a:pt x="3693" y="471"/>
                    <a:pt x="3321" y="471"/>
                  </a:cubicBezTo>
                  <a:cubicBezTo>
                    <a:pt x="2238" y="471"/>
                    <a:pt x="990" y="324"/>
                    <a:pt x="1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68"/>
            <p:cNvSpPr/>
            <p:nvPr/>
          </p:nvSpPr>
          <p:spPr>
            <a:xfrm>
              <a:off x="1502775" y="2060425"/>
              <a:ext cx="265925" cy="273975"/>
            </a:xfrm>
            <a:custGeom>
              <a:avLst/>
              <a:gdLst/>
              <a:ahLst/>
              <a:cxnLst/>
              <a:rect l="l" t="t" r="r" b="b"/>
              <a:pathLst>
                <a:path w="10637" h="10959" extrusionOk="0">
                  <a:moveTo>
                    <a:pt x="4758" y="0"/>
                  </a:moveTo>
                  <a:cubicBezTo>
                    <a:pt x="3997" y="0"/>
                    <a:pt x="3235" y="177"/>
                    <a:pt x="2563" y="535"/>
                  </a:cubicBezTo>
                  <a:cubicBezTo>
                    <a:pt x="1113" y="1307"/>
                    <a:pt x="128" y="2884"/>
                    <a:pt x="73" y="4524"/>
                  </a:cubicBezTo>
                  <a:cubicBezTo>
                    <a:pt x="1" y="6680"/>
                    <a:pt x="1477" y="8685"/>
                    <a:pt x="3384" y="9692"/>
                  </a:cubicBezTo>
                  <a:cubicBezTo>
                    <a:pt x="4683" y="10378"/>
                    <a:pt x="5920" y="10958"/>
                    <a:pt x="7267" y="10958"/>
                  </a:cubicBezTo>
                  <a:cubicBezTo>
                    <a:pt x="7897" y="10958"/>
                    <a:pt x="8550" y="10831"/>
                    <a:pt x="9245" y="10529"/>
                  </a:cubicBezTo>
                  <a:cubicBezTo>
                    <a:pt x="9766" y="10223"/>
                    <a:pt x="10580" y="9622"/>
                    <a:pt x="10596" y="9109"/>
                  </a:cubicBezTo>
                  <a:cubicBezTo>
                    <a:pt x="10636" y="7827"/>
                    <a:pt x="10159" y="6128"/>
                    <a:pt x="9749" y="4785"/>
                  </a:cubicBezTo>
                  <a:cubicBezTo>
                    <a:pt x="9602" y="4300"/>
                    <a:pt x="9187" y="3965"/>
                    <a:pt x="9023" y="3581"/>
                  </a:cubicBezTo>
                  <a:cubicBezTo>
                    <a:pt x="8904" y="3302"/>
                    <a:pt x="9043" y="2955"/>
                    <a:pt x="8901" y="2711"/>
                  </a:cubicBezTo>
                  <a:cubicBezTo>
                    <a:pt x="8477" y="1991"/>
                    <a:pt x="8225" y="1483"/>
                    <a:pt x="7366" y="813"/>
                  </a:cubicBezTo>
                  <a:lnTo>
                    <a:pt x="7262" y="702"/>
                  </a:lnTo>
                  <a:cubicBezTo>
                    <a:pt x="6517" y="236"/>
                    <a:pt x="5637" y="0"/>
                    <a:pt x="4758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68"/>
            <p:cNvSpPr/>
            <p:nvPr/>
          </p:nvSpPr>
          <p:spPr>
            <a:xfrm>
              <a:off x="1486925" y="1989850"/>
              <a:ext cx="204025" cy="214275"/>
            </a:xfrm>
            <a:custGeom>
              <a:avLst/>
              <a:gdLst/>
              <a:ahLst/>
              <a:cxnLst/>
              <a:rect l="l" t="t" r="r" b="b"/>
              <a:pathLst>
                <a:path w="8161" h="8571" extrusionOk="0">
                  <a:moveTo>
                    <a:pt x="6825" y="0"/>
                  </a:moveTo>
                  <a:cubicBezTo>
                    <a:pt x="6587" y="1084"/>
                    <a:pt x="5635" y="1974"/>
                    <a:pt x="4538" y="2136"/>
                  </a:cubicBezTo>
                  <a:cubicBezTo>
                    <a:pt x="4710" y="2079"/>
                    <a:pt x="4859" y="1972"/>
                    <a:pt x="4965" y="1826"/>
                  </a:cubicBezTo>
                  <a:lnTo>
                    <a:pt x="4965" y="1826"/>
                  </a:lnTo>
                  <a:cubicBezTo>
                    <a:pt x="3735" y="2130"/>
                    <a:pt x="2532" y="2671"/>
                    <a:pt x="1658" y="3587"/>
                  </a:cubicBezTo>
                  <a:cubicBezTo>
                    <a:pt x="425" y="4882"/>
                    <a:pt x="1" y="6888"/>
                    <a:pt x="605" y="8571"/>
                  </a:cubicBezTo>
                  <a:cubicBezTo>
                    <a:pt x="1327" y="7338"/>
                    <a:pt x="2441" y="6366"/>
                    <a:pt x="3685" y="5661"/>
                  </a:cubicBezTo>
                  <a:cubicBezTo>
                    <a:pt x="4928" y="4958"/>
                    <a:pt x="6299" y="4507"/>
                    <a:pt x="7683" y="4157"/>
                  </a:cubicBezTo>
                  <a:cubicBezTo>
                    <a:pt x="8045" y="3669"/>
                    <a:pt x="8160" y="3034"/>
                    <a:pt x="8122" y="2429"/>
                  </a:cubicBezTo>
                  <a:cubicBezTo>
                    <a:pt x="8082" y="1823"/>
                    <a:pt x="7903" y="1236"/>
                    <a:pt x="7725" y="657"/>
                  </a:cubicBezTo>
                  <a:cubicBezTo>
                    <a:pt x="7545" y="1047"/>
                    <a:pt x="7364" y="1437"/>
                    <a:pt x="7184" y="1826"/>
                  </a:cubicBezTo>
                  <a:cubicBezTo>
                    <a:pt x="7195" y="1198"/>
                    <a:pt x="7071" y="577"/>
                    <a:pt x="6825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68"/>
            <p:cNvSpPr/>
            <p:nvPr/>
          </p:nvSpPr>
          <p:spPr>
            <a:xfrm>
              <a:off x="1482925" y="2111700"/>
              <a:ext cx="132450" cy="180825"/>
            </a:xfrm>
            <a:custGeom>
              <a:avLst/>
              <a:gdLst/>
              <a:ahLst/>
              <a:cxnLst/>
              <a:rect l="l" t="t" r="r" b="b"/>
              <a:pathLst>
                <a:path w="5298" h="7233" extrusionOk="0">
                  <a:moveTo>
                    <a:pt x="4666" y="0"/>
                  </a:moveTo>
                  <a:cubicBezTo>
                    <a:pt x="4573" y="0"/>
                    <a:pt x="4476" y="22"/>
                    <a:pt x="4387" y="46"/>
                  </a:cubicBezTo>
                  <a:cubicBezTo>
                    <a:pt x="3453" y="292"/>
                    <a:pt x="2521" y="541"/>
                    <a:pt x="1603" y="842"/>
                  </a:cubicBezTo>
                  <a:cubicBezTo>
                    <a:pt x="1372" y="918"/>
                    <a:pt x="1135" y="1000"/>
                    <a:pt x="949" y="1159"/>
                  </a:cubicBezTo>
                  <a:cubicBezTo>
                    <a:pt x="680" y="1388"/>
                    <a:pt x="556" y="1743"/>
                    <a:pt x="445" y="2082"/>
                  </a:cubicBezTo>
                  <a:cubicBezTo>
                    <a:pt x="223" y="2748"/>
                    <a:pt x="1" y="3476"/>
                    <a:pt x="237" y="4139"/>
                  </a:cubicBezTo>
                  <a:cubicBezTo>
                    <a:pt x="452" y="4735"/>
                    <a:pt x="986" y="5142"/>
                    <a:pt x="1454" y="5569"/>
                  </a:cubicBezTo>
                  <a:cubicBezTo>
                    <a:pt x="1920" y="5996"/>
                    <a:pt x="2488" y="6603"/>
                    <a:pt x="2430" y="7233"/>
                  </a:cubicBezTo>
                  <a:cubicBezTo>
                    <a:pt x="2941" y="6807"/>
                    <a:pt x="3131" y="6142"/>
                    <a:pt x="3457" y="5561"/>
                  </a:cubicBezTo>
                  <a:cubicBezTo>
                    <a:pt x="3784" y="4982"/>
                    <a:pt x="4174" y="4394"/>
                    <a:pt x="4769" y="4097"/>
                  </a:cubicBezTo>
                  <a:cubicBezTo>
                    <a:pt x="4884" y="4039"/>
                    <a:pt x="5006" y="3994"/>
                    <a:pt x="5110" y="3917"/>
                  </a:cubicBezTo>
                  <a:cubicBezTo>
                    <a:pt x="5212" y="3842"/>
                    <a:pt x="5298" y="3726"/>
                    <a:pt x="5298" y="3598"/>
                  </a:cubicBezTo>
                  <a:cubicBezTo>
                    <a:pt x="5298" y="3444"/>
                    <a:pt x="5179" y="3320"/>
                    <a:pt x="5070" y="3211"/>
                  </a:cubicBezTo>
                  <a:lnTo>
                    <a:pt x="4132" y="2289"/>
                  </a:lnTo>
                  <a:cubicBezTo>
                    <a:pt x="4010" y="2169"/>
                    <a:pt x="3883" y="2042"/>
                    <a:pt x="3839" y="1878"/>
                  </a:cubicBezTo>
                  <a:cubicBezTo>
                    <a:pt x="3779" y="1650"/>
                    <a:pt x="3890" y="1417"/>
                    <a:pt x="4010" y="1215"/>
                  </a:cubicBezTo>
                  <a:cubicBezTo>
                    <a:pt x="4258" y="800"/>
                    <a:pt x="4564" y="421"/>
                    <a:pt x="4917" y="90"/>
                  </a:cubicBezTo>
                  <a:cubicBezTo>
                    <a:pt x="4849" y="23"/>
                    <a:pt x="4760" y="0"/>
                    <a:pt x="4666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68"/>
            <p:cNvSpPr/>
            <p:nvPr/>
          </p:nvSpPr>
          <p:spPr>
            <a:xfrm>
              <a:off x="1553900" y="2198225"/>
              <a:ext cx="53000" cy="76450"/>
            </a:xfrm>
            <a:custGeom>
              <a:avLst/>
              <a:gdLst/>
              <a:ahLst/>
              <a:cxnLst/>
              <a:rect l="l" t="t" r="r" b="b"/>
              <a:pathLst>
                <a:path w="2120" h="3058" extrusionOk="0">
                  <a:moveTo>
                    <a:pt x="854" y="1"/>
                  </a:moveTo>
                  <a:cubicBezTo>
                    <a:pt x="815" y="1"/>
                    <a:pt x="776" y="5"/>
                    <a:pt x="736" y="15"/>
                  </a:cubicBezTo>
                  <a:cubicBezTo>
                    <a:pt x="527" y="68"/>
                    <a:pt x="381" y="259"/>
                    <a:pt x="294" y="458"/>
                  </a:cubicBezTo>
                  <a:cubicBezTo>
                    <a:pt x="0" y="1124"/>
                    <a:pt x="221" y="1931"/>
                    <a:pt x="676" y="2499"/>
                  </a:cubicBezTo>
                  <a:cubicBezTo>
                    <a:pt x="851" y="2719"/>
                    <a:pt x="1066" y="2916"/>
                    <a:pt x="1331" y="3009"/>
                  </a:cubicBezTo>
                  <a:cubicBezTo>
                    <a:pt x="1425" y="3041"/>
                    <a:pt x="1525" y="3058"/>
                    <a:pt x="1624" y="3058"/>
                  </a:cubicBezTo>
                  <a:cubicBezTo>
                    <a:pt x="1807" y="3058"/>
                    <a:pt x="1988" y="3001"/>
                    <a:pt x="2120" y="2876"/>
                  </a:cubicBezTo>
                  <a:lnTo>
                    <a:pt x="2111" y="944"/>
                  </a:lnTo>
                  <a:cubicBezTo>
                    <a:pt x="1843" y="835"/>
                    <a:pt x="1674" y="576"/>
                    <a:pt x="1483" y="360"/>
                  </a:cubicBezTo>
                  <a:cubicBezTo>
                    <a:pt x="1318" y="173"/>
                    <a:pt x="1092" y="1"/>
                    <a:pt x="854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68"/>
            <p:cNvSpPr/>
            <p:nvPr/>
          </p:nvSpPr>
          <p:spPr>
            <a:xfrm>
              <a:off x="1634975" y="2145525"/>
              <a:ext cx="38350" cy="42850"/>
            </a:xfrm>
            <a:custGeom>
              <a:avLst/>
              <a:gdLst/>
              <a:ahLst/>
              <a:cxnLst/>
              <a:rect l="l" t="t" r="r" b="b"/>
              <a:pathLst>
                <a:path w="1534" h="1714" extrusionOk="0">
                  <a:moveTo>
                    <a:pt x="1339" y="0"/>
                  </a:moveTo>
                  <a:lnTo>
                    <a:pt x="374" y="865"/>
                  </a:lnTo>
                  <a:cubicBezTo>
                    <a:pt x="242" y="984"/>
                    <a:pt x="106" y="1111"/>
                    <a:pt x="53" y="1280"/>
                  </a:cubicBezTo>
                  <a:cubicBezTo>
                    <a:pt x="0" y="1450"/>
                    <a:pt x="73" y="1670"/>
                    <a:pt x="244" y="1714"/>
                  </a:cubicBezTo>
                  <a:cubicBezTo>
                    <a:pt x="601" y="1229"/>
                    <a:pt x="1038" y="809"/>
                    <a:pt x="1533" y="466"/>
                  </a:cubicBezTo>
                  <a:lnTo>
                    <a:pt x="1339" y="0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68"/>
            <p:cNvSpPr/>
            <p:nvPr/>
          </p:nvSpPr>
          <p:spPr>
            <a:xfrm>
              <a:off x="1709475" y="2128050"/>
              <a:ext cx="18375" cy="11250"/>
            </a:xfrm>
            <a:custGeom>
              <a:avLst/>
              <a:gdLst/>
              <a:ahLst/>
              <a:cxnLst/>
              <a:rect l="l" t="t" r="r" b="b"/>
              <a:pathLst>
                <a:path w="735" h="450" extrusionOk="0">
                  <a:moveTo>
                    <a:pt x="393" y="0"/>
                  </a:moveTo>
                  <a:cubicBezTo>
                    <a:pt x="262" y="0"/>
                    <a:pt x="130" y="15"/>
                    <a:pt x="1" y="44"/>
                  </a:cubicBezTo>
                  <a:cubicBezTo>
                    <a:pt x="6" y="159"/>
                    <a:pt x="10" y="273"/>
                    <a:pt x="16" y="388"/>
                  </a:cubicBezTo>
                  <a:cubicBezTo>
                    <a:pt x="14" y="406"/>
                    <a:pt x="19" y="426"/>
                    <a:pt x="32" y="439"/>
                  </a:cubicBezTo>
                  <a:cubicBezTo>
                    <a:pt x="43" y="447"/>
                    <a:pt x="56" y="450"/>
                    <a:pt x="69" y="450"/>
                  </a:cubicBezTo>
                  <a:cubicBezTo>
                    <a:pt x="75" y="450"/>
                    <a:pt x="80" y="449"/>
                    <a:pt x="87" y="448"/>
                  </a:cubicBezTo>
                  <a:lnTo>
                    <a:pt x="556" y="383"/>
                  </a:lnTo>
                  <a:cubicBezTo>
                    <a:pt x="595" y="377"/>
                    <a:pt x="635" y="370"/>
                    <a:pt x="660" y="342"/>
                  </a:cubicBezTo>
                  <a:cubicBezTo>
                    <a:pt x="735" y="261"/>
                    <a:pt x="602" y="98"/>
                    <a:pt x="686" y="24"/>
                  </a:cubicBezTo>
                  <a:cubicBezTo>
                    <a:pt x="588" y="8"/>
                    <a:pt x="491" y="0"/>
                    <a:pt x="393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68"/>
            <p:cNvSpPr/>
            <p:nvPr/>
          </p:nvSpPr>
          <p:spPr>
            <a:xfrm>
              <a:off x="1708075" y="2130500"/>
              <a:ext cx="49425" cy="99075"/>
            </a:xfrm>
            <a:custGeom>
              <a:avLst/>
              <a:gdLst/>
              <a:ahLst/>
              <a:cxnLst/>
              <a:rect l="l" t="t" r="r" b="b"/>
              <a:pathLst>
                <a:path w="1977" h="3963" extrusionOk="0">
                  <a:moveTo>
                    <a:pt x="288" y="0"/>
                  </a:moveTo>
                  <a:cubicBezTo>
                    <a:pt x="59" y="263"/>
                    <a:pt x="1" y="671"/>
                    <a:pt x="137" y="1060"/>
                  </a:cubicBezTo>
                  <a:cubicBezTo>
                    <a:pt x="255" y="1404"/>
                    <a:pt x="494" y="1687"/>
                    <a:pt x="733" y="1940"/>
                  </a:cubicBezTo>
                  <a:cubicBezTo>
                    <a:pt x="966" y="2185"/>
                    <a:pt x="1211" y="2420"/>
                    <a:pt x="1468" y="2642"/>
                  </a:cubicBezTo>
                  <a:cubicBezTo>
                    <a:pt x="1674" y="2821"/>
                    <a:pt x="1752" y="2961"/>
                    <a:pt x="1707" y="3074"/>
                  </a:cubicBezTo>
                  <a:cubicBezTo>
                    <a:pt x="1678" y="3149"/>
                    <a:pt x="1596" y="3200"/>
                    <a:pt x="1499" y="3252"/>
                  </a:cubicBezTo>
                  <a:lnTo>
                    <a:pt x="485" y="3815"/>
                  </a:lnTo>
                  <a:lnTo>
                    <a:pt x="567" y="3963"/>
                  </a:lnTo>
                  <a:lnTo>
                    <a:pt x="1581" y="3400"/>
                  </a:lnTo>
                  <a:cubicBezTo>
                    <a:pt x="1678" y="3345"/>
                    <a:pt x="1807" y="3274"/>
                    <a:pt x="1863" y="3138"/>
                  </a:cubicBezTo>
                  <a:cubicBezTo>
                    <a:pt x="1976" y="2859"/>
                    <a:pt x="1676" y="2601"/>
                    <a:pt x="1577" y="2515"/>
                  </a:cubicBezTo>
                  <a:cubicBezTo>
                    <a:pt x="1324" y="2298"/>
                    <a:pt x="1084" y="2067"/>
                    <a:pt x="855" y="1825"/>
                  </a:cubicBezTo>
                  <a:cubicBezTo>
                    <a:pt x="629" y="1585"/>
                    <a:pt x="405" y="1319"/>
                    <a:pt x="296" y="1006"/>
                  </a:cubicBezTo>
                  <a:cubicBezTo>
                    <a:pt x="181" y="676"/>
                    <a:pt x="226" y="325"/>
                    <a:pt x="414" y="110"/>
                  </a:cubicBezTo>
                  <a:lnTo>
                    <a:pt x="288" y="0"/>
                  </a:ln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68"/>
            <p:cNvSpPr/>
            <p:nvPr/>
          </p:nvSpPr>
          <p:spPr>
            <a:xfrm>
              <a:off x="1665875" y="2175725"/>
              <a:ext cx="16875" cy="16800"/>
            </a:xfrm>
            <a:custGeom>
              <a:avLst/>
              <a:gdLst/>
              <a:ahLst/>
              <a:cxnLst/>
              <a:rect l="l" t="t" r="r" b="b"/>
              <a:pathLst>
                <a:path w="675" h="672" extrusionOk="0">
                  <a:moveTo>
                    <a:pt x="371" y="0"/>
                  </a:moveTo>
                  <a:cubicBezTo>
                    <a:pt x="318" y="0"/>
                    <a:pt x="265" y="13"/>
                    <a:pt x="217" y="38"/>
                  </a:cubicBezTo>
                  <a:cubicBezTo>
                    <a:pt x="114" y="92"/>
                    <a:pt x="43" y="203"/>
                    <a:pt x="19" y="320"/>
                  </a:cubicBezTo>
                  <a:cubicBezTo>
                    <a:pt x="1" y="438"/>
                    <a:pt x="12" y="559"/>
                    <a:pt x="53" y="671"/>
                  </a:cubicBezTo>
                  <a:lnTo>
                    <a:pt x="483" y="424"/>
                  </a:lnTo>
                  <a:cubicBezTo>
                    <a:pt x="547" y="387"/>
                    <a:pt x="618" y="344"/>
                    <a:pt x="642" y="274"/>
                  </a:cubicBezTo>
                  <a:cubicBezTo>
                    <a:pt x="674" y="174"/>
                    <a:pt x="596" y="65"/>
                    <a:pt x="498" y="25"/>
                  </a:cubicBezTo>
                  <a:cubicBezTo>
                    <a:pt x="457" y="9"/>
                    <a:pt x="414" y="0"/>
                    <a:pt x="371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68"/>
            <p:cNvSpPr/>
            <p:nvPr/>
          </p:nvSpPr>
          <p:spPr>
            <a:xfrm>
              <a:off x="1716600" y="2150050"/>
              <a:ext cx="11300" cy="13975"/>
            </a:xfrm>
            <a:custGeom>
              <a:avLst/>
              <a:gdLst/>
              <a:ahLst/>
              <a:cxnLst/>
              <a:rect l="l" t="t" r="r" b="b"/>
              <a:pathLst>
                <a:path w="452" h="559" extrusionOk="0">
                  <a:moveTo>
                    <a:pt x="219" y="0"/>
                  </a:moveTo>
                  <a:cubicBezTo>
                    <a:pt x="115" y="0"/>
                    <a:pt x="24" y="108"/>
                    <a:pt x="13" y="216"/>
                  </a:cubicBezTo>
                  <a:cubicBezTo>
                    <a:pt x="0" y="336"/>
                    <a:pt x="55" y="451"/>
                    <a:pt x="106" y="559"/>
                  </a:cubicBezTo>
                  <a:cubicBezTo>
                    <a:pt x="237" y="495"/>
                    <a:pt x="353" y="407"/>
                    <a:pt x="452" y="300"/>
                  </a:cubicBezTo>
                  <a:cubicBezTo>
                    <a:pt x="424" y="176"/>
                    <a:pt x="375" y="27"/>
                    <a:pt x="249" y="3"/>
                  </a:cubicBezTo>
                  <a:cubicBezTo>
                    <a:pt x="239" y="1"/>
                    <a:pt x="229" y="0"/>
                    <a:pt x="219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68"/>
            <p:cNvSpPr/>
            <p:nvPr/>
          </p:nvSpPr>
          <p:spPr>
            <a:xfrm>
              <a:off x="1703425" y="2228725"/>
              <a:ext cx="53250" cy="52975"/>
            </a:xfrm>
            <a:custGeom>
              <a:avLst/>
              <a:gdLst/>
              <a:ahLst/>
              <a:cxnLst/>
              <a:rect l="l" t="t" r="r" b="b"/>
              <a:pathLst>
                <a:path w="2130" h="2119" extrusionOk="0">
                  <a:moveTo>
                    <a:pt x="1843" y="1"/>
                  </a:moveTo>
                  <a:lnTo>
                    <a:pt x="1" y="939"/>
                  </a:lnTo>
                  <a:cubicBezTo>
                    <a:pt x="136" y="1274"/>
                    <a:pt x="329" y="1583"/>
                    <a:pt x="567" y="1854"/>
                  </a:cubicBezTo>
                  <a:cubicBezTo>
                    <a:pt x="653" y="1953"/>
                    <a:pt x="753" y="2051"/>
                    <a:pt x="889" y="2095"/>
                  </a:cubicBezTo>
                  <a:cubicBezTo>
                    <a:pt x="942" y="2111"/>
                    <a:pt x="996" y="2119"/>
                    <a:pt x="1050" y="2119"/>
                  </a:cubicBezTo>
                  <a:cubicBezTo>
                    <a:pt x="1224" y="2119"/>
                    <a:pt x="1402" y="2044"/>
                    <a:pt x="1545" y="1956"/>
                  </a:cubicBezTo>
                  <a:cubicBezTo>
                    <a:pt x="1734" y="1840"/>
                    <a:pt x="1905" y="1694"/>
                    <a:pt x="2129" y="1636"/>
                  </a:cubicBezTo>
                  <a:cubicBezTo>
                    <a:pt x="2124" y="1079"/>
                    <a:pt x="2027" y="527"/>
                    <a:pt x="1843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68"/>
            <p:cNvSpPr/>
            <p:nvPr/>
          </p:nvSpPr>
          <p:spPr>
            <a:xfrm>
              <a:off x="1703425" y="2228725"/>
              <a:ext cx="48150" cy="30900"/>
            </a:xfrm>
            <a:custGeom>
              <a:avLst/>
              <a:gdLst/>
              <a:ahLst/>
              <a:cxnLst/>
              <a:rect l="l" t="t" r="r" b="b"/>
              <a:pathLst>
                <a:path w="1926" h="1236" extrusionOk="0">
                  <a:moveTo>
                    <a:pt x="1843" y="1"/>
                  </a:moveTo>
                  <a:lnTo>
                    <a:pt x="1" y="939"/>
                  </a:lnTo>
                  <a:cubicBezTo>
                    <a:pt x="43" y="1041"/>
                    <a:pt x="90" y="1139"/>
                    <a:pt x="143" y="1235"/>
                  </a:cubicBezTo>
                  <a:cubicBezTo>
                    <a:pt x="725" y="877"/>
                    <a:pt x="1321" y="542"/>
                    <a:pt x="1925" y="272"/>
                  </a:cubicBezTo>
                  <a:cubicBezTo>
                    <a:pt x="1902" y="181"/>
                    <a:pt x="1874" y="90"/>
                    <a:pt x="1843" y="1"/>
                  </a:cubicBezTo>
                  <a:close/>
                </a:path>
              </a:pathLst>
            </a:custGeom>
            <a:solidFill>
              <a:srgbClr val="FFF1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68"/>
            <p:cNvSpPr/>
            <p:nvPr/>
          </p:nvSpPr>
          <p:spPr>
            <a:xfrm>
              <a:off x="1758700" y="2272025"/>
              <a:ext cx="32200" cy="18650"/>
            </a:xfrm>
            <a:custGeom>
              <a:avLst/>
              <a:gdLst/>
              <a:ahLst/>
              <a:cxnLst/>
              <a:rect l="l" t="t" r="r" b="b"/>
              <a:pathLst>
                <a:path w="1288" h="746" extrusionOk="0">
                  <a:moveTo>
                    <a:pt x="937" y="0"/>
                  </a:moveTo>
                  <a:cubicBezTo>
                    <a:pt x="837" y="0"/>
                    <a:pt x="733" y="24"/>
                    <a:pt x="638" y="57"/>
                  </a:cubicBezTo>
                  <a:cubicBezTo>
                    <a:pt x="474" y="111"/>
                    <a:pt x="321" y="190"/>
                    <a:pt x="179" y="288"/>
                  </a:cubicBezTo>
                  <a:cubicBezTo>
                    <a:pt x="91" y="348"/>
                    <a:pt x="0" y="437"/>
                    <a:pt x="15" y="541"/>
                  </a:cubicBezTo>
                  <a:cubicBezTo>
                    <a:pt x="29" y="647"/>
                    <a:pt x="150" y="711"/>
                    <a:pt x="259" y="731"/>
                  </a:cubicBezTo>
                  <a:cubicBezTo>
                    <a:pt x="313" y="741"/>
                    <a:pt x="368" y="746"/>
                    <a:pt x="423" y="746"/>
                  </a:cubicBezTo>
                  <a:cubicBezTo>
                    <a:pt x="592" y="746"/>
                    <a:pt x="763" y="700"/>
                    <a:pt x="913" y="621"/>
                  </a:cubicBezTo>
                  <a:cubicBezTo>
                    <a:pt x="1033" y="559"/>
                    <a:pt x="1138" y="474"/>
                    <a:pt x="1224" y="370"/>
                  </a:cubicBezTo>
                  <a:cubicBezTo>
                    <a:pt x="1258" y="326"/>
                    <a:pt x="1288" y="275"/>
                    <a:pt x="1286" y="221"/>
                  </a:cubicBezTo>
                  <a:cubicBezTo>
                    <a:pt x="1284" y="148"/>
                    <a:pt x="1228" y="88"/>
                    <a:pt x="1164" y="53"/>
                  </a:cubicBezTo>
                  <a:cubicBezTo>
                    <a:pt x="1094" y="15"/>
                    <a:pt x="1016" y="0"/>
                    <a:pt x="937" y="0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68"/>
            <p:cNvSpPr/>
            <p:nvPr/>
          </p:nvSpPr>
          <p:spPr>
            <a:xfrm>
              <a:off x="1606000" y="2262375"/>
              <a:ext cx="184675" cy="53050"/>
            </a:xfrm>
            <a:custGeom>
              <a:avLst/>
              <a:gdLst/>
              <a:ahLst/>
              <a:cxnLst/>
              <a:rect l="l" t="t" r="r" b="b"/>
              <a:pathLst>
                <a:path w="7387" h="2122" extrusionOk="0">
                  <a:moveTo>
                    <a:pt x="176" y="0"/>
                  </a:moveTo>
                  <a:cubicBezTo>
                    <a:pt x="80" y="0"/>
                    <a:pt x="0" y="131"/>
                    <a:pt x="96" y="215"/>
                  </a:cubicBezTo>
                  <a:cubicBezTo>
                    <a:pt x="307" y="403"/>
                    <a:pt x="502" y="616"/>
                    <a:pt x="690" y="823"/>
                  </a:cubicBezTo>
                  <a:cubicBezTo>
                    <a:pt x="797" y="940"/>
                    <a:pt x="903" y="1056"/>
                    <a:pt x="1014" y="1169"/>
                  </a:cubicBezTo>
                  <a:cubicBezTo>
                    <a:pt x="1283" y="1448"/>
                    <a:pt x="1655" y="1792"/>
                    <a:pt x="2128" y="1972"/>
                  </a:cubicBezTo>
                  <a:cubicBezTo>
                    <a:pt x="2388" y="2073"/>
                    <a:pt x="2683" y="2122"/>
                    <a:pt x="3004" y="2122"/>
                  </a:cubicBezTo>
                  <a:cubicBezTo>
                    <a:pt x="3140" y="2122"/>
                    <a:pt x="3277" y="2113"/>
                    <a:pt x="3413" y="2096"/>
                  </a:cubicBezTo>
                  <a:cubicBezTo>
                    <a:pt x="3838" y="2045"/>
                    <a:pt x="4247" y="1927"/>
                    <a:pt x="4643" y="1812"/>
                  </a:cubicBezTo>
                  <a:lnTo>
                    <a:pt x="6900" y="1162"/>
                  </a:lnTo>
                  <a:cubicBezTo>
                    <a:pt x="7026" y="1126"/>
                    <a:pt x="7217" y="1069"/>
                    <a:pt x="7319" y="909"/>
                  </a:cubicBezTo>
                  <a:cubicBezTo>
                    <a:pt x="7387" y="798"/>
                    <a:pt x="7387" y="660"/>
                    <a:pt x="7323" y="548"/>
                  </a:cubicBezTo>
                  <a:cubicBezTo>
                    <a:pt x="7272" y="459"/>
                    <a:pt x="7192" y="414"/>
                    <a:pt x="7084" y="410"/>
                  </a:cubicBezTo>
                  <a:cubicBezTo>
                    <a:pt x="7019" y="412"/>
                    <a:pt x="6975" y="477"/>
                    <a:pt x="6979" y="545"/>
                  </a:cubicBezTo>
                  <a:cubicBezTo>
                    <a:pt x="6980" y="608"/>
                    <a:pt x="7053" y="669"/>
                    <a:pt x="7107" y="669"/>
                  </a:cubicBezTo>
                  <a:cubicBezTo>
                    <a:pt x="7109" y="669"/>
                    <a:pt x="7111" y="669"/>
                    <a:pt x="7113" y="669"/>
                  </a:cubicBezTo>
                  <a:cubicBezTo>
                    <a:pt x="7132" y="703"/>
                    <a:pt x="7132" y="743"/>
                    <a:pt x="7115" y="778"/>
                  </a:cubicBezTo>
                  <a:cubicBezTo>
                    <a:pt x="7066" y="856"/>
                    <a:pt x="6953" y="893"/>
                    <a:pt x="6833" y="929"/>
                  </a:cubicBezTo>
                  <a:lnTo>
                    <a:pt x="4575" y="1579"/>
                  </a:lnTo>
                  <a:cubicBezTo>
                    <a:pt x="4189" y="1690"/>
                    <a:pt x="3789" y="1807"/>
                    <a:pt x="3384" y="1856"/>
                  </a:cubicBezTo>
                  <a:cubicBezTo>
                    <a:pt x="3254" y="1871"/>
                    <a:pt x="3128" y="1879"/>
                    <a:pt x="3007" y="1879"/>
                  </a:cubicBezTo>
                  <a:cubicBezTo>
                    <a:pt x="2717" y="1879"/>
                    <a:pt x="2453" y="1835"/>
                    <a:pt x="2217" y="1745"/>
                  </a:cubicBezTo>
                  <a:cubicBezTo>
                    <a:pt x="1882" y="1617"/>
                    <a:pt x="1564" y="1388"/>
                    <a:pt x="1188" y="1000"/>
                  </a:cubicBezTo>
                  <a:cubicBezTo>
                    <a:pt x="1079" y="889"/>
                    <a:pt x="974" y="774"/>
                    <a:pt x="870" y="660"/>
                  </a:cubicBezTo>
                  <a:cubicBezTo>
                    <a:pt x="677" y="447"/>
                    <a:pt x="476" y="228"/>
                    <a:pt x="256" y="33"/>
                  </a:cubicBezTo>
                  <a:cubicBezTo>
                    <a:pt x="230" y="10"/>
                    <a:pt x="203" y="0"/>
                    <a:pt x="176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68"/>
            <p:cNvSpPr/>
            <p:nvPr/>
          </p:nvSpPr>
          <p:spPr>
            <a:xfrm>
              <a:off x="1532725" y="2189625"/>
              <a:ext cx="109200" cy="105150"/>
            </a:xfrm>
            <a:custGeom>
              <a:avLst/>
              <a:gdLst/>
              <a:ahLst/>
              <a:cxnLst/>
              <a:rect l="l" t="t" r="r" b="b"/>
              <a:pathLst>
                <a:path w="4368" h="4206" extrusionOk="0">
                  <a:moveTo>
                    <a:pt x="1626" y="1"/>
                  </a:moveTo>
                  <a:cubicBezTo>
                    <a:pt x="1625" y="1"/>
                    <a:pt x="1623" y="1"/>
                    <a:pt x="1621" y="1"/>
                  </a:cubicBezTo>
                  <a:cubicBezTo>
                    <a:pt x="1355" y="6"/>
                    <a:pt x="1126" y="177"/>
                    <a:pt x="917" y="341"/>
                  </a:cubicBezTo>
                  <a:cubicBezTo>
                    <a:pt x="620" y="572"/>
                    <a:pt x="310" y="822"/>
                    <a:pt x="174" y="1173"/>
                  </a:cubicBezTo>
                  <a:cubicBezTo>
                    <a:pt x="1" y="1618"/>
                    <a:pt x="145" y="2118"/>
                    <a:pt x="316" y="2563"/>
                  </a:cubicBezTo>
                  <a:cubicBezTo>
                    <a:pt x="474" y="2980"/>
                    <a:pt x="656" y="3386"/>
                    <a:pt x="862" y="3783"/>
                  </a:cubicBezTo>
                  <a:cubicBezTo>
                    <a:pt x="949" y="3952"/>
                    <a:pt x="1059" y="4134"/>
                    <a:pt x="1243" y="4189"/>
                  </a:cubicBezTo>
                  <a:cubicBezTo>
                    <a:pt x="1282" y="4201"/>
                    <a:pt x="1322" y="4206"/>
                    <a:pt x="1362" y="4206"/>
                  </a:cubicBezTo>
                  <a:cubicBezTo>
                    <a:pt x="1470" y="4206"/>
                    <a:pt x="1579" y="4170"/>
                    <a:pt x="1681" y="4134"/>
                  </a:cubicBezTo>
                  <a:cubicBezTo>
                    <a:pt x="2488" y="3846"/>
                    <a:pt x="3262" y="3479"/>
                    <a:pt x="3992" y="3036"/>
                  </a:cubicBezTo>
                  <a:cubicBezTo>
                    <a:pt x="4141" y="2945"/>
                    <a:pt x="4302" y="2832"/>
                    <a:pt x="4336" y="2661"/>
                  </a:cubicBezTo>
                  <a:cubicBezTo>
                    <a:pt x="4367" y="2503"/>
                    <a:pt x="4280" y="2348"/>
                    <a:pt x="4190" y="2213"/>
                  </a:cubicBezTo>
                  <a:cubicBezTo>
                    <a:pt x="3679" y="1437"/>
                    <a:pt x="3020" y="771"/>
                    <a:pt x="2251" y="250"/>
                  </a:cubicBezTo>
                  <a:cubicBezTo>
                    <a:pt x="2063" y="124"/>
                    <a:pt x="1854" y="1"/>
                    <a:pt x="1626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68"/>
            <p:cNvSpPr/>
            <p:nvPr/>
          </p:nvSpPr>
          <p:spPr>
            <a:xfrm>
              <a:off x="1540875" y="2169275"/>
              <a:ext cx="25375" cy="41100"/>
            </a:xfrm>
            <a:custGeom>
              <a:avLst/>
              <a:gdLst/>
              <a:ahLst/>
              <a:cxnLst/>
              <a:rect l="l" t="t" r="r" b="b"/>
              <a:pathLst>
                <a:path w="1015" h="1644" extrusionOk="0">
                  <a:moveTo>
                    <a:pt x="430" y="1"/>
                  </a:moveTo>
                  <a:cubicBezTo>
                    <a:pt x="339" y="196"/>
                    <a:pt x="64" y="276"/>
                    <a:pt x="19" y="487"/>
                  </a:cubicBezTo>
                  <a:cubicBezTo>
                    <a:pt x="1" y="567"/>
                    <a:pt x="23" y="651"/>
                    <a:pt x="46" y="731"/>
                  </a:cubicBezTo>
                  <a:cubicBezTo>
                    <a:pt x="137" y="1044"/>
                    <a:pt x="254" y="1348"/>
                    <a:pt x="398" y="1643"/>
                  </a:cubicBezTo>
                  <a:lnTo>
                    <a:pt x="1015" y="1274"/>
                  </a:lnTo>
                  <a:cubicBezTo>
                    <a:pt x="702" y="913"/>
                    <a:pt x="500" y="471"/>
                    <a:pt x="430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68"/>
            <p:cNvSpPr/>
            <p:nvPr/>
          </p:nvSpPr>
          <p:spPr>
            <a:xfrm>
              <a:off x="1543075" y="2214025"/>
              <a:ext cx="50725" cy="58275"/>
            </a:xfrm>
            <a:custGeom>
              <a:avLst/>
              <a:gdLst/>
              <a:ahLst/>
              <a:cxnLst/>
              <a:rect l="l" t="t" r="r" b="b"/>
              <a:pathLst>
                <a:path w="2029" h="2331" extrusionOk="0">
                  <a:moveTo>
                    <a:pt x="757" y="0"/>
                  </a:moveTo>
                  <a:cubicBezTo>
                    <a:pt x="748" y="0"/>
                    <a:pt x="739" y="0"/>
                    <a:pt x="730" y="1"/>
                  </a:cubicBezTo>
                  <a:cubicBezTo>
                    <a:pt x="428" y="10"/>
                    <a:pt x="222" y="314"/>
                    <a:pt x="129" y="602"/>
                  </a:cubicBezTo>
                  <a:cubicBezTo>
                    <a:pt x="9" y="980"/>
                    <a:pt x="0" y="1410"/>
                    <a:pt x="182" y="1765"/>
                  </a:cubicBezTo>
                  <a:cubicBezTo>
                    <a:pt x="347" y="2089"/>
                    <a:pt x="690" y="2331"/>
                    <a:pt x="1049" y="2331"/>
                  </a:cubicBezTo>
                  <a:cubicBezTo>
                    <a:pt x="1083" y="2331"/>
                    <a:pt x="1118" y="2329"/>
                    <a:pt x="1153" y="2324"/>
                  </a:cubicBezTo>
                  <a:cubicBezTo>
                    <a:pt x="1437" y="2288"/>
                    <a:pt x="1688" y="2096"/>
                    <a:pt x="1835" y="1851"/>
                  </a:cubicBezTo>
                  <a:cubicBezTo>
                    <a:pt x="1983" y="1603"/>
                    <a:pt x="2028" y="1306"/>
                    <a:pt x="2001" y="1020"/>
                  </a:cubicBezTo>
                  <a:cubicBezTo>
                    <a:pt x="1979" y="762"/>
                    <a:pt x="1894" y="503"/>
                    <a:pt x="1728" y="299"/>
                  </a:cubicBezTo>
                  <a:cubicBezTo>
                    <a:pt x="1570" y="104"/>
                    <a:pt x="1028" y="0"/>
                    <a:pt x="757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68"/>
            <p:cNvSpPr/>
            <p:nvPr/>
          </p:nvSpPr>
          <p:spPr>
            <a:xfrm>
              <a:off x="1525550" y="2037750"/>
              <a:ext cx="90650" cy="149900"/>
            </a:xfrm>
            <a:custGeom>
              <a:avLst/>
              <a:gdLst/>
              <a:ahLst/>
              <a:cxnLst/>
              <a:rect l="l" t="t" r="r" b="b"/>
              <a:pathLst>
                <a:path w="3626" h="5996" extrusionOk="0">
                  <a:moveTo>
                    <a:pt x="3445" y="0"/>
                  </a:moveTo>
                  <a:cubicBezTo>
                    <a:pt x="3275" y="0"/>
                    <a:pt x="3096" y="95"/>
                    <a:pt x="2946" y="194"/>
                  </a:cubicBezTo>
                  <a:cubicBezTo>
                    <a:pt x="1999" y="819"/>
                    <a:pt x="1191" y="1669"/>
                    <a:pt x="686" y="2685"/>
                  </a:cubicBezTo>
                  <a:cubicBezTo>
                    <a:pt x="184" y="3703"/>
                    <a:pt x="0" y="4889"/>
                    <a:pt x="251" y="5996"/>
                  </a:cubicBezTo>
                  <a:lnTo>
                    <a:pt x="1409" y="5360"/>
                  </a:lnTo>
                  <a:cubicBezTo>
                    <a:pt x="1182" y="3366"/>
                    <a:pt x="2050" y="1283"/>
                    <a:pt x="3625" y="42"/>
                  </a:cubicBezTo>
                  <a:cubicBezTo>
                    <a:pt x="3567" y="13"/>
                    <a:pt x="3507" y="0"/>
                    <a:pt x="3445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9" name="Google Shape;2109;p68"/>
          <p:cNvGrpSpPr/>
          <p:nvPr/>
        </p:nvGrpSpPr>
        <p:grpSpPr>
          <a:xfrm>
            <a:off x="6697889" y="2276429"/>
            <a:ext cx="2305774" cy="2332187"/>
            <a:chOff x="2356200" y="1866000"/>
            <a:chExt cx="755125" cy="763775"/>
          </a:xfrm>
        </p:grpSpPr>
        <p:sp>
          <p:nvSpPr>
            <p:cNvPr id="2110" name="Google Shape;2110;p68"/>
            <p:cNvSpPr/>
            <p:nvPr/>
          </p:nvSpPr>
          <p:spPr>
            <a:xfrm>
              <a:off x="2356200" y="1955150"/>
              <a:ext cx="755125" cy="674625"/>
            </a:xfrm>
            <a:custGeom>
              <a:avLst/>
              <a:gdLst/>
              <a:ahLst/>
              <a:cxnLst/>
              <a:rect l="l" t="t" r="r" b="b"/>
              <a:pathLst>
                <a:path w="30205" h="26985" extrusionOk="0">
                  <a:moveTo>
                    <a:pt x="18168" y="1"/>
                  </a:moveTo>
                  <a:cubicBezTo>
                    <a:pt x="18140" y="1"/>
                    <a:pt x="18111" y="1"/>
                    <a:pt x="18083" y="2"/>
                  </a:cubicBezTo>
                  <a:cubicBezTo>
                    <a:pt x="17245" y="32"/>
                    <a:pt x="16497" y="505"/>
                    <a:pt x="15796" y="962"/>
                  </a:cubicBezTo>
                  <a:lnTo>
                    <a:pt x="1912" y="10017"/>
                  </a:lnTo>
                  <a:cubicBezTo>
                    <a:pt x="1554" y="10250"/>
                    <a:pt x="1226" y="10532"/>
                    <a:pt x="973" y="10878"/>
                  </a:cubicBezTo>
                  <a:cubicBezTo>
                    <a:pt x="0" y="12204"/>
                    <a:pt x="776" y="13149"/>
                    <a:pt x="1493" y="13959"/>
                  </a:cubicBezTo>
                  <a:lnTo>
                    <a:pt x="11839" y="25631"/>
                  </a:lnTo>
                  <a:cubicBezTo>
                    <a:pt x="12632" y="26526"/>
                    <a:pt x="13737" y="26985"/>
                    <a:pt x="14848" y="26985"/>
                  </a:cubicBezTo>
                  <a:cubicBezTo>
                    <a:pt x="15767" y="26985"/>
                    <a:pt x="16689" y="26671"/>
                    <a:pt x="17444" y="26033"/>
                  </a:cubicBezTo>
                  <a:lnTo>
                    <a:pt x="26943" y="17998"/>
                  </a:lnTo>
                  <a:cubicBezTo>
                    <a:pt x="28163" y="16965"/>
                    <a:pt x="29454" y="15820"/>
                    <a:pt x="29804" y="14260"/>
                  </a:cubicBezTo>
                  <a:cubicBezTo>
                    <a:pt x="30204" y="12471"/>
                    <a:pt x="29250" y="10674"/>
                    <a:pt x="28216" y="9161"/>
                  </a:cubicBezTo>
                  <a:cubicBezTo>
                    <a:pt x="26166" y="6161"/>
                    <a:pt x="23673" y="3486"/>
                    <a:pt x="20823" y="1230"/>
                  </a:cubicBezTo>
                  <a:cubicBezTo>
                    <a:pt x="20044" y="612"/>
                    <a:pt x="19157" y="1"/>
                    <a:pt x="181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68"/>
            <p:cNvSpPr/>
            <p:nvPr/>
          </p:nvSpPr>
          <p:spPr>
            <a:xfrm>
              <a:off x="2429750" y="2042500"/>
              <a:ext cx="639550" cy="506575"/>
            </a:xfrm>
            <a:custGeom>
              <a:avLst/>
              <a:gdLst/>
              <a:ahLst/>
              <a:cxnLst/>
              <a:rect l="l" t="t" r="r" b="b"/>
              <a:pathLst>
                <a:path w="25582" h="20263" extrusionOk="0">
                  <a:moveTo>
                    <a:pt x="15079" y="1"/>
                  </a:moveTo>
                  <a:cubicBezTo>
                    <a:pt x="11638" y="1"/>
                    <a:pt x="8193" y="1113"/>
                    <a:pt x="5429" y="3167"/>
                  </a:cubicBezTo>
                  <a:cubicBezTo>
                    <a:pt x="2812" y="5114"/>
                    <a:pt x="764" y="7994"/>
                    <a:pt x="383" y="11233"/>
                  </a:cubicBezTo>
                  <a:cubicBezTo>
                    <a:pt x="1" y="14471"/>
                    <a:pt x="1543" y="18003"/>
                    <a:pt x="4460" y="19458"/>
                  </a:cubicBezTo>
                  <a:cubicBezTo>
                    <a:pt x="5616" y="20035"/>
                    <a:pt x="6884" y="20263"/>
                    <a:pt x="8176" y="20263"/>
                  </a:cubicBezTo>
                  <a:cubicBezTo>
                    <a:pt x="9525" y="20263"/>
                    <a:pt x="10901" y="20015"/>
                    <a:pt x="12202" y="19658"/>
                  </a:cubicBezTo>
                  <a:cubicBezTo>
                    <a:pt x="15409" y="18779"/>
                    <a:pt x="18422" y="17300"/>
                    <a:pt x="21081" y="15299"/>
                  </a:cubicBezTo>
                  <a:cubicBezTo>
                    <a:pt x="22259" y="14413"/>
                    <a:pt x="23373" y="13415"/>
                    <a:pt x="24207" y="12199"/>
                  </a:cubicBezTo>
                  <a:cubicBezTo>
                    <a:pt x="25041" y="10982"/>
                    <a:pt x="25582" y="9529"/>
                    <a:pt x="25529" y="8056"/>
                  </a:cubicBezTo>
                  <a:cubicBezTo>
                    <a:pt x="25456" y="6022"/>
                    <a:pt x="24292" y="4240"/>
                    <a:pt x="22773" y="2824"/>
                  </a:cubicBezTo>
                  <a:lnTo>
                    <a:pt x="22773" y="2824"/>
                  </a:lnTo>
                  <a:cubicBezTo>
                    <a:pt x="21539" y="1302"/>
                    <a:pt x="19484" y="498"/>
                    <a:pt x="17503" y="188"/>
                  </a:cubicBezTo>
                  <a:cubicBezTo>
                    <a:pt x="16701" y="63"/>
                    <a:pt x="15890" y="1"/>
                    <a:pt x="150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68"/>
            <p:cNvSpPr/>
            <p:nvPr/>
          </p:nvSpPr>
          <p:spPr>
            <a:xfrm>
              <a:off x="2481975" y="2084900"/>
              <a:ext cx="528700" cy="418775"/>
            </a:xfrm>
            <a:custGeom>
              <a:avLst/>
              <a:gdLst/>
              <a:ahLst/>
              <a:cxnLst/>
              <a:rect l="l" t="t" r="r" b="b"/>
              <a:pathLst>
                <a:path w="21148" h="16751" extrusionOk="0">
                  <a:moveTo>
                    <a:pt x="12466" y="0"/>
                  </a:moveTo>
                  <a:cubicBezTo>
                    <a:pt x="9620" y="0"/>
                    <a:pt x="6773" y="919"/>
                    <a:pt x="4487" y="2618"/>
                  </a:cubicBezTo>
                  <a:cubicBezTo>
                    <a:pt x="2324" y="4226"/>
                    <a:pt x="630" y="6608"/>
                    <a:pt x="315" y="9284"/>
                  </a:cubicBezTo>
                  <a:cubicBezTo>
                    <a:pt x="0" y="11963"/>
                    <a:pt x="1275" y="14882"/>
                    <a:pt x="3686" y="16085"/>
                  </a:cubicBezTo>
                  <a:cubicBezTo>
                    <a:pt x="4641" y="16562"/>
                    <a:pt x="5689" y="16750"/>
                    <a:pt x="6756" y="16750"/>
                  </a:cubicBezTo>
                  <a:cubicBezTo>
                    <a:pt x="7873" y="16750"/>
                    <a:pt x="9010" y="16545"/>
                    <a:pt x="10086" y="16251"/>
                  </a:cubicBezTo>
                  <a:cubicBezTo>
                    <a:pt x="12739" y="15523"/>
                    <a:pt x="15230" y="14301"/>
                    <a:pt x="17427" y="12647"/>
                  </a:cubicBezTo>
                  <a:cubicBezTo>
                    <a:pt x="18402" y="11914"/>
                    <a:pt x="19323" y="11089"/>
                    <a:pt x="20011" y="10084"/>
                  </a:cubicBezTo>
                  <a:cubicBezTo>
                    <a:pt x="20701" y="9079"/>
                    <a:pt x="21147" y="7875"/>
                    <a:pt x="21104" y="6659"/>
                  </a:cubicBezTo>
                  <a:cubicBezTo>
                    <a:pt x="21043" y="4978"/>
                    <a:pt x="20081" y="3505"/>
                    <a:pt x="18827" y="2335"/>
                  </a:cubicBezTo>
                  <a:lnTo>
                    <a:pt x="18827" y="2335"/>
                  </a:lnTo>
                  <a:cubicBezTo>
                    <a:pt x="17807" y="1076"/>
                    <a:pt x="16107" y="411"/>
                    <a:pt x="14469" y="155"/>
                  </a:cubicBezTo>
                  <a:cubicBezTo>
                    <a:pt x="13806" y="51"/>
                    <a:pt x="13136" y="0"/>
                    <a:pt x="12466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68"/>
            <p:cNvSpPr/>
            <p:nvPr/>
          </p:nvSpPr>
          <p:spPr>
            <a:xfrm>
              <a:off x="2645700" y="2343350"/>
              <a:ext cx="300975" cy="162625"/>
            </a:xfrm>
            <a:custGeom>
              <a:avLst/>
              <a:gdLst/>
              <a:ahLst/>
              <a:cxnLst/>
              <a:rect l="l" t="t" r="r" b="b"/>
              <a:pathLst>
                <a:path w="12039" h="6505" extrusionOk="0">
                  <a:moveTo>
                    <a:pt x="10101" y="1"/>
                  </a:moveTo>
                  <a:cubicBezTo>
                    <a:pt x="9677" y="1"/>
                    <a:pt x="9249" y="236"/>
                    <a:pt x="8841" y="403"/>
                  </a:cubicBezTo>
                  <a:cubicBezTo>
                    <a:pt x="7514" y="949"/>
                    <a:pt x="5966" y="815"/>
                    <a:pt x="4682" y="1456"/>
                  </a:cubicBezTo>
                  <a:cubicBezTo>
                    <a:pt x="3675" y="1960"/>
                    <a:pt x="2949" y="2887"/>
                    <a:pt x="2350" y="3841"/>
                  </a:cubicBezTo>
                  <a:cubicBezTo>
                    <a:pt x="1749" y="4793"/>
                    <a:pt x="749" y="5663"/>
                    <a:pt x="1" y="6505"/>
                  </a:cubicBezTo>
                  <a:cubicBezTo>
                    <a:pt x="3928" y="6499"/>
                    <a:pt x="8315" y="5072"/>
                    <a:pt x="11144" y="2351"/>
                  </a:cubicBezTo>
                  <a:cubicBezTo>
                    <a:pt x="11355" y="2149"/>
                    <a:pt x="11989" y="1761"/>
                    <a:pt x="12013" y="1470"/>
                  </a:cubicBezTo>
                  <a:cubicBezTo>
                    <a:pt x="12038" y="1170"/>
                    <a:pt x="11437" y="1049"/>
                    <a:pt x="11259" y="805"/>
                  </a:cubicBezTo>
                  <a:cubicBezTo>
                    <a:pt x="11033" y="496"/>
                    <a:pt x="10784" y="168"/>
                    <a:pt x="10420" y="50"/>
                  </a:cubicBezTo>
                  <a:cubicBezTo>
                    <a:pt x="10314" y="16"/>
                    <a:pt x="10208" y="1"/>
                    <a:pt x="10101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68"/>
            <p:cNvSpPr/>
            <p:nvPr/>
          </p:nvSpPr>
          <p:spPr>
            <a:xfrm>
              <a:off x="2686325" y="2213250"/>
              <a:ext cx="46900" cy="174425"/>
            </a:xfrm>
            <a:custGeom>
              <a:avLst/>
              <a:gdLst/>
              <a:ahLst/>
              <a:cxnLst/>
              <a:rect l="l" t="t" r="r" b="b"/>
              <a:pathLst>
                <a:path w="1876" h="6977" extrusionOk="0">
                  <a:moveTo>
                    <a:pt x="1651" y="1"/>
                  </a:moveTo>
                  <a:cubicBezTo>
                    <a:pt x="570" y="2168"/>
                    <a:pt x="5" y="4555"/>
                    <a:pt x="0" y="6976"/>
                  </a:cubicBezTo>
                  <a:lnTo>
                    <a:pt x="251" y="6976"/>
                  </a:lnTo>
                  <a:cubicBezTo>
                    <a:pt x="255" y="4595"/>
                    <a:pt x="810" y="2244"/>
                    <a:pt x="1875" y="112"/>
                  </a:cubicBezTo>
                  <a:lnTo>
                    <a:pt x="1651" y="1"/>
                  </a:ln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68"/>
            <p:cNvSpPr/>
            <p:nvPr/>
          </p:nvSpPr>
          <p:spPr>
            <a:xfrm>
              <a:off x="2706625" y="2145375"/>
              <a:ext cx="224525" cy="286450"/>
            </a:xfrm>
            <a:custGeom>
              <a:avLst/>
              <a:gdLst/>
              <a:ahLst/>
              <a:cxnLst/>
              <a:rect l="l" t="t" r="r" b="b"/>
              <a:pathLst>
                <a:path w="8981" h="11458" extrusionOk="0">
                  <a:moveTo>
                    <a:pt x="4184" y="1"/>
                  </a:moveTo>
                  <a:cubicBezTo>
                    <a:pt x="3110" y="960"/>
                    <a:pt x="1612" y="1631"/>
                    <a:pt x="0" y="1871"/>
                  </a:cubicBezTo>
                  <a:cubicBezTo>
                    <a:pt x="1500" y="4906"/>
                    <a:pt x="1928" y="8255"/>
                    <a:pt x="1224" y="11458"/>
                  </a:cubicBezTo>
                  <a:cubicBezTo>
                    <a:pt x="3662" y="10511"/>
                    <a:pt x="6287" y="9853"/>
                    <a:pt x="8980" y="9515"/>
                  </a:cubicBezTo>
                  <a:cubicBezTo>
                    <a:pt x="6346" y="6687"/>
                    <a:pt x="5763" y="3180"/>
                    <a:pt x="4184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68"/>
            <p:cNvSpPr/>
            <p:nvPr/>
          </p:nvSpPr>
          <p:spPr>
            <a:xfrm>
              <a:off x="2706625" y="2152975"/>
              <a:ext cx="123275" cy="158075"/>
            </a:xfrm>
            <a:custGeom>
              <a:avLst/>
              <a:gdLst/>
              <a:ahLst/>
              <a:cxnLst/>
              <a:rect l="l" t="t" r="r" b="b"/>
              <a:pathLst>
                <a:path w="4931" h="6323" extrusionOk="0">
                  <a:moveTo>
                    <a:pt x="3813" y="1"/>
                  </a:moveTo>
                  <a:cubicBezTo>
                    <a:pt x="2777" y="797"/>
                    <a:pt x="1435" y="1352"/>
                    <a:pt x="0" y="1567"/>
                  </a:cubicBezTo>
                  <a:cubicBezTo>
                    <a:pt x="743" y="3060"/>
                    <a:pt x="1229" y="4668"/>
                    <a:pt x="1440" y="6323"/>
                  </a:cubicBezTo>
                  <a:cubicBezTo>
                    <a:pt x="3522" y="4670"/>
                    <a:pt x="4931" y="2561"/>
                    <a:pt x="3813" y="1"/>
                  </a:cubicBezTo>
                  <a:close/>
                </a:path>
              </a:pathLst>
            </a:custGeom>
            <a:solidFill>
              <a:srgbClr val="4740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68"/>
            <p:cNvSpPr/>
            <p:nvPr/>
          </p:nvSpPr>
          <p:spPr>
            <a:xfrm>
              <a:off x="2642025" y="2002475"/>
              <a:ext cx="229525" cy="255650"/>
            </a:xfrm>
            <a:custGeom>
              <a:avLst/>
              <a:gdLst/>
              <a:ahLst/>
              <a:cxnLst/>
              <a:rect l="l" t="t" r="r" b="b"/>
              <a:pathLst>
                <a:path w="9181" h="10226" extrusionOk="0">
                  <a:moveTo>
                    <a:pt x="4558" y="0"/>
                  </a:moveTo>
                  <a:cubicBezTo>
                    <a:pt x="3777" y="0"/>
                    <a:pt x="2997" y="174"/>
                    <a:pt x="2362" y="504"/>
                  </a:cubicBezTo>
                  <a:cubicBezTo>
                    <a:pt x="1033" y="1196"/>
                    <a:pt x="547" y="2305"/>
                    <a:pt x="259" y="3721"/>
                  </a:cubicBezTo>
                  <a:cubicBezTo>
                    <a:pt x="192" y="4045"/>
                    <a:pt x="452" y="4406"/>
                    <a:pt x="381" y="4741"/>
                  </a:cubicBezTo>
                  <a:cubicBezTo>
                    <a:pt x="0" y="6545"/>
                    <a:pt x="598" y="7958"/>
                    <a:pt x="1362" y="10147"/>
                  </a:cubicBezTo>
                  <a:cubicBezTo>
                    <a:pt x="1697" y="10199"/>
                    <a:pt x="2035" y="10225"/>
                    <a:pt x="2373" y="10225"/>
                  </a:cubicBezTo>
                  <a:cubicBezTo>
                    <a:pt x="3805" y="10225"/>
                    <a:pt x="5237" y="9763"/>
                    <a:pt x="6388" y="8907"/>
                  </a:cubicBezTo>
                  <a:cubicBezTo>
                    <a:pt x="7810" y="7851"/>
                    <a:pt x="8782" y="6207"/>
                    <a:pt x="9024" y="4451"/>
                  </a:cubicBezTo>
                  <a:cubicBezTo>
                    <a:pt x="9181" y="3304"/>
                    <a:pt x="8291" y="2024"/>
                    <a:pt x="7526" y="1154"/>
                  </a:cubicBezTo>
                  <a:cubicBezTo>
                    <a:pt x="6837" y="369"/>
                    <a:pt x="5697" y="0"/>
                    <a:pt x="4558" y="0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68"/>
            <p:cNvSpPr/>
            <p:nvPr/>
          </p:nvSpPr>
          <p:spPr>
            <a:xfrm>
              <a:off x="2652850" y="2113700"/>
              <a:ext cx="8850" cy="20375"/>
            </a:xfrm>
            <a:custGeom>
              <a:avLst/>
              <a:gdLst/>
              <a:ahLst/>
              <a:cxnLst/>
              <a:rect l="l" t="t" r="r" b="b"/>
              <a:pathLst>
                <a:path w="354" h="815" extrusionOk="0">
                  <a:moveTo>
                    <a:pt x="196" y="0"/>
                  </a:moveTo>
                  <a:cubicBezTo>
                    <a:pt x="195" y="0"/>
                    <a:pt x="219" y="24"/>
                    <a:pt x="237" y="41"/>
                  </a:cubicBezTo>
                  <a:lnTo>
                    <a:pt x="237" y="41"/>
                  </a:lnTo>
                  <a:cubicBezTo>
                    <a:pt x="226" y="29"/>
                    <a:pt x="215" y="17"/>
                    <a:pt x="203" y="6"/>
                  </a:cubicBezTo>
                  <a:cubicBezTo>
                    <a:pt x="198" y="2"/>
                    <a:pt x="196" y="0"/>
                    <a:pt x="196" y="0"/>
                  </a:cubicBezTo>
                  <a:close/>
                  <a:moveTo>
                    <a:pt x="155" y="18"/>
                  </a:moveTo>
                  <a:cubicBezTo>
                    <a:pt x="140" y="18"/>
                    <a:pt x="125" y="20"/>
                    <a:pt x="110" y="26"/>
                  </a:cubicBezTo>
                  <a:cubicBezTo>
                    <a:pt x="54" y="50"/>
                    <a:pt x="33" y="119"/>
                    <a:pt x="26" y="181"/>
                  </a:cubicBezTo>
                  <a:cubicBezTo>
                    <a:pt x="1" y="401"/>
                    <a:pt x="52" y="625"/>
                    <a:pt x="174" y="811"/>
                  </a:cubicBezTo>
                  <a:cubicBezTo>
                    <a:pt x="182" y="813"/>
                    <a:pt x="189" y="815"/>
                    <a:pt x="197" y="815"/>
                  </a:cubicBezTo>
                  <a:cubicBezTo>
                    <a:pt x="235" y="815"/>
                    <a:pt x="273" y="788"/>
                    <a:pt x="294" y="754"/>
                  </a:cubicBezTo>
                  <a:cubicBezTo>
                    <a:pt x="316" y="711"/>
                    <a:pt x="328" y="663"/>
                    <a:pt x="330" y="616"/>
                  </a:cubicBezTo>
                  <a:cubicBezTo>
                    <a:pt x="341" y="509"/>
                    <a:pt x="354" y="399"/>
                    <a:pt x="339" y="292"/>
                  </a:cubicBezTo>
                  <a:cubicBezTo>
                    <a:pt x="328" y="208"/>
                    <a:pt x="300" y="125"/>
                    <a:pt x="250" y="58"/>
                  </a:cubicBezTo>
                  <a:lnTo>
                    <a:pt x="250" y="58"/>
                  </a:lnTo>
                  <a:cubicBezTo>
                    <a:pt x="252" y="60"/>
                    <a:pt x="254" y="61"/>
                    <a:pt x="254" y="61"/>
                  </a:cubicBezTo>
                  <a:cubicBezTo>
                    <a:pt x="255" y="61"/>
                    <a:pt x="247" y="52"/>
                    <a:pt x="237" y="41"/>
                  </a:cubicBezTo>
                  <a:lnTo>
                    <a:pt x="237" y="41"/>
                  </a:lnTo>
                  <a:cubicBezTo>
                    <a:pt x="241" y="47"/>
                    <a:pt x="245" y="52"/>
                    <a:pt x="250" y="58"/>
                  </a:cubicBezTo>
                  <a:lnTo>
                    <a:pt x="250" y="58"/>
                  </a:lnTo>
                  <a:cubicBezTo>
                    <a:pt x="249" y="57"/>
                    <a:pt x="248" y="56"/>
                    <a:pt x="247" y="55"/>
                  </a:cubicBezTo>
                  <a:cubicBezTo>
                    <a:pt x="221" y="31"/>
                    <a:pt x="188" y="18"/>
                    <a:pt x="155" y="18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68"/>
            <p:cNvSpPr/>
            <p:nvPr/>
          </p:nvSpPr>
          <p:spPr>
            <a:xfrm>
              <a:off x="2785400" y="1866000"/>
              <a:ext cx="196150" cy="239175"/>
            </a:xfrm>
            <a:custGeom>
              <a:avLst/>
              <a:gdLst/>
              <a:ahLst/>
              <a:cxnLst/>
              <a:rect l="l" t="t" r="r" b="b"/>
              <a:pathLst>
                <a:path w="7846" h="9567" extrusionOk="0">
                  <a:moveTo>
                    <a:pt x="3076" y="1"/>
                  </a:moveTo>
                  <a:cubicBezTo>
                    <a:pt x="2116" y="1"/>
                    <a:pt x="1104" y="217"/>
                    <a:pt x="531" y="965"/>
                  </a:cubicBezTo>
                  <a:cubicBezTo>
                    <a:pt x="57" y="1580"/>
                    <a:pt x="1" y="2436"/>
                    <a:pt x="194" y="3190"/>
                  </a:cubicBezTo>
                  <a:cubicBezTo>
                    <a:pt x="328" y="3714"/>
                    <a:pt x="570" y="4199"/>
                    <a:pt x="842" y="4669"/>
                  </a:cubicBezTo>
                  <a:lnTo>
                    <a:pt x="842" y="4669"/>
                  </a:lnTo>
                  <a:cubicBezTo>
                    <a:pt x="942" y="5699"/>
                    <a:pt x="1746" y="6631"/>
                    <a:pt x="2758" y="6864"/>
                  </a:cubicBezTo>
                  <a:cubicBezTo>
                    <a:pt x="3031" y="6926"/>
                    <a:pt x="3315" y="6942"/>
                    <a:pt x="3575" y="7043"/>
                  </a:cubicBezTo>
                  <a:cubicBezTo>
                    <a:pt x="3836" y="7143"/>
                    <a:pt x="4081" y="7352"/>
                    <a:pt x="4112" y="7631"/>
                  </a:cubicBezTo>
                  <a:cubicBezTo>
                    <a:pt x="4141" y="7893"/>
                    <a:pt x="3976" y="8144"/>
                    <a:pt x="3976" y="8410"/>
                  </a:cubicBezTo>
                  <a:cubicBezTo>
                    <a:pt x="3976" y="8680"/>
                    <a:pt x="4152" y="8925"/>
                    <a:pt x="4375" y="9078"/>
                  </a:cubicBezTo>
                  <a:cubicBezTo>
                    <a:pt x="4597" y="9229"/>
                    <a:pt x="4863" y="9306"/>
                    <a:pt x="5123" y="9375"/>
                  </a:cubicBezTo>
                  <a:cubicBezTo>
                    <a:pt x="5490" y="9474"/>
                    <a:pt x="5876" y="9567"/>
                    <a:pt x="6254" y="9567"/>
                  </a:cubicBezTo>
                  <a:cubicBezTo>
                    <a:pt x="6460" y="9567"/>
                    <a:pt x="6663" y="9539"/>
                    <a:pt x="6860" y="9470"/>
                  </a:cubicBezTo>
                  <a:cubicBezTo>
                    <a:pt x="7415" y="9275"/>
                    <a:pt x="7845" y="8614"/>
                    <a:pt x="7583" y="8088"/>
                  </a:cubicBezTo>
                  <a:lnTo>
                    <a:pt x="7583" y="8088"/>
                  </a:lnTo>
                  <a:cubicBezTo>
                    <a:pt x="7599" y="8539"/>
                    <a:pt x="7257" y="8978"/>
                    <a:pt x="6816" y="9071"/>
                  </a:cubicBezTo>
                  <a:cubicBezTo>
                    <a:pt x="6757" y="9084"/>
                    <a:pt x="6696" y="9090"/>
                    <a:pt x="6636" y="9090"/>
                  </a:cubicBezTo>
                  <a:cubicBezTo>
                    <a:pt x="6248" y="9090"/>
                    <a:pt x="5862" y="8842"/>
                    <a:pt x="5718" y="8479"/>
                  </a:cubicBezTo>
                  <a:cubicBezTo>
                    <a:pt x="5553" y="8059"/>
                    <a:pt x="5729" y="7531"/>
                    <a:pt x="6117" y="7298"/>
                  </a:cubicBezTo>
                  <a:cubicBezTo>
                    <a:pt x="5813" y="6839"/>
                    <a:pt x="4992" y="6788"/>
                    <a:pt x="4915" y="6243"/>
                  </a:cubicBezTo>
                  <a:cubicBezTo>
                    <a:pt x="4866" y="5895"/>
                    <a:pt x="5185" y="5610"/>
                    <a:pt x="5493" y="5442"/>
                  </a:cubicBezTo>
                  <a:cubicBezTo>
                    <a:pt x="5962" y="5187"/>
                    <a:pt x="6494" y="5027"/>
                    <a:pt x="6898" y="4676"/>
                  </a:cubicBezTo>
                  <a:cubicBezTo>
                    <a:pt x="7526" y="4127"/>
                    <a:pt x="7716" y="3173"/>
                    <a:pt x="7463" y="2379"/>
                  </a:cubicBezTo>
                  <a:cubicBezTo>
                    <a:pt x="7208" y="1584"/>
                    <a:pt x="6569" y="950"/>
                    <a:pt x="5826" y="571"/>
                  </a:cubicBezTo>
                  <a:cubicBezTo>
                    <a:pt x="5081" y="194"/>
                    <a:pt x="4238" y="49"/>
                    <a:pt x="3406" y="9"/>
                  </a:cubicBezTo>
                  <a:cubicBezTo>
                    <a:pt x="3297" y="3"/>
                    <a:pt x="3187" y="1"/>
                    <a:pt x="3076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68"/>
            <p:cNvSpPr/>
            <p:nvPr/>
          </p:nvSpPr>
          <p:spPr>
            <a:xfrm>
              <a:off x="2772250" y="1929950"/>
              <a:ext cx="130225" cy="96825"/>
            </a:xfrm>
            <a:custGeom>
              <a:avLst/>
              <a:gdLst/>
              <a:ahLst/>
              <a:cxnLst/>
              <a:rect l="l" t="t" r="r" b="b"/>
              <a:pathLst>
                <a:path w="5209" h="3873" extrusionOk="0">
                  <a:moveTo>
                    <a:pt x="1200" y="0"/>
                  </a:moveTo>
                  <a:cubicBezTo>
                    <a:pt x="775" y="0"/>
                    <a:pt x="352" y="99"/>
                    <a:pt x="1" y="335"/>
                  </a:cubicBezTo>
                  <a:cubicBezTo>
                    <a:pt x="1962" y="863"/>
                    <a:pt x="3706" y="2156"/>
                    <a:pt x="4786" y="3873"/>
                  </a:cubicBezTo>
                  <a:cubicBezTo>
                    <a:pt x="5012" y="3232"/>
                    <a:pt x="5208" y="2504"/>
                    <a:pt x="4913" y="1890"/>
                  </a:cubicBezTo>
                  <a:cubicBezTo>
                    <a:pt x="4657" y="1355"/>
                    <a:pt x="4094" y="1049"/>
                    <a:pt x="3568" y="777"/>
                  </a:cubicBezTo>
                  <a:cubicBezTo>
                    <a:pt x="3007" y="490"/>
                    <a:pt x="2439" y="198"/>
                    <a:pt x="1822" y="67"/>
                  </a:cubicBezTo>
                  <a:cubicBezTo>
                    <a:pt x="1619" y="24"/>
                    <a:pt x="1409" y="0"/>
                    <a:pt x="1200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68"/>
            <p:cNvSpPr/>
            <p:nvPr/>
          </p:nvSpPr>
          <p:spPr>
            <a:xfrm>
              <a:off x="2640250" y="1930025"/>
              <a:ext cx="270425" cy="268775"/>
            </a:xfrm>
            <a:custGeom>
              <a:avLst/>
              <a:gdLst/>
              <a:ahLst/>
              <a:cxnLst/>
              <a:rect l="l" t="t" r="r" b="b"/>
              <a:pathLst>
                <a:path w="10817" h="10751" extrusionOk="0">
                  <a:moveTo>
                    <a:pt x="4948" y="0"/>
                  </a:moveTo>
                  <a:cubicBezTo>
                    <a:pt x="4787" y="0"/>
                    <a:pt x="4628" y="22"/>
                    <a:pt x="4472" y="73"/>
                  </a:cubicBezTo>
                  <a:cubicBezTo>
                    <a:pt x="3886" y="266"/>
                    <a:pt x="3516" y="833"/>
                    <a:pt x="3194" y="1359"/>
                  </a:cubicBezTo>
                  <a:cubicBezTo>
                    <a:pt x="2460" y="2557"/>
                    <a:pt x="1147" y="2843"/>
                    <a:pt x="412" y="4043"/>
                  </a:cubicBezTo>
                  <a:cubicBezTo>
                    <a:pt x="224" y="4349"/>
                    <a:pt x="0" y="5199"/>
                    <a:pt x="82" y="5549"/>
                  </a:cubicBezTo>
                  <a:cubicBezTo>
                    <a:pt x="184" y="5986"/>
                    <a:pt x="1269" y="6623"/>
                    <a:pt x="1701" y="6747"/>
                  </a:cubicBezTo>
                  <a:cubicBezTo>
                    <a:pt x="2535" y="6985"/>
                    <a:pt x="3405" y="7076"/>
                    <a:pt x="4250" y="7271"/>
                  </a:cubicBezTo>
                  <a:cubicBezTo>
                    <a:pt x="5097" y="7466"/>
                    <a:pt x="5945" y="7781"/>
                    <a:pt x="6570" y="8384"/>
                  </a:cubicBezTo>
                  <a:cubicBezTo>
                    <a:pt x="7194" y="8988"/>
                    <a:pt x="7548" y="9931"/>
                    <a:pt x="7264" y="10751"/>
                  </a:cubicBezTo>
                  <a:cubicBezTo>
                    <a:pt x="8072" y="9981"/>
                    <a:pt x="9192" y="9567"/>
                    <a:pt x="9915" y="8713"/>
                  </a:cubicBezTo>
                  <a:cubicBezTo>
                    <a:pt x="10425" y="8114"/>
                    <a:pt x="10694" y="7333"/>
                    <a:pt x="10756" y="6548"/>
                  </a:cubicBezTo>
                  <a:cubicBezTo>
                    <a:pt x="10816" y="5763"/>
                    <a:pt x="10678" y="4973"/>
                    <a:pt x="10439" y="4221"/>
                  </a:cubicBezTo>
                  <a:cubicBezTo>
                    <a:pt x="10106" y="3171"/>
                    <a:pt x="9556" y="2155"/>
                    <a:pt x="8695" y="1466"/>
                  </a:cubicBezTo>
                  <a:cubicBezTo>
                    <a:pt x="7952" y="873"/>
                    <a:pt x="7031" y="560"/>
                    <a:pt x="6129" y="257"/>
                  </a:cubicBezTo>
                  <a:cubicBezTo>
                    <a:pt x="5748" y="129"/>
                    <a:pt x="5343" y="0"/>
                    <a:pt x="4948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68"/>
            <p:cNvSpPr/>
            <p:nvPr/>
          </p:nvSpPr>
          <p:spPr>
            <a:xfrm>
              <a:off x="2815875" y="2121775"/>
              <a:ext cx="44725" cy="92250"/>
            </a:xfrm>
            <a:custGeom>
              <a:avLst/>
              <a:gdLst/>
              <a:ahLst/>
              <a:cxnLst/>
              <a:rect l="l" t="t" r="r" b="b"/>
              <a:pathLst>
                <a:path w="1789" h="3690" extrusionOk="0">
                  <a:moveTo>
                    <a:pt x="1023" y="1"/>
                  </a:moveTo>
                  <a:cubicBezTo>
                    <a:pt x="737" y="1"/>
                    <a:pt x="464" y="191"/>
                    <a:pt x="306" y="435"/>
                  </a:cubicBezTo>
                  <a:cubicBezTo>
                    <a:pt x="128" y="708"/>
                    <a:pt x="62" y="1038"/>
                    <a:pt x="0" y="1356"/>
                  </a:cubicBezTo>
                  <a:lnTo>
                    <a:pt x="113" y="3632"/>
                  </a:lnTo>
                  <a:cubicBezTo>
                    <a:pt x="192" y="3672"/>
                    <a:pt x="275" y="3690"/>
                    <a:pt x="360" y="3690"/>
                  </a:cubicBezTo>
                  <a:cubicBezTo>
                    <a:pt x="628" y="3690"/>
                    <a:pt x="903" y="3510"/>
                    <a:pt x="1058" y="3276"/>
                  </a:cubicBezTo>
                  <a:cubicBezTo>
                    <a:pt x="1260" y="2966"/>
                    <a:pt x="1320" y="2591"/>
                    <a:pt x="1428" y="2238"/>
                  </a:cubicBezTo>
                  <a:cubicBezTo>
                    <a:pt x="1553" y="1826"/>
                    <a:pt x="1750" y="1429"/>
                    <a:pt x="1768" y="998"/>
                  </a:cubicBezTo>
                  <a:cubicBezTo>
                    <a:pt x="1788" y="568"/>
                    <a:pt x="1550" y="82"/>
                    <a:pt x="1125" y="9"/>
                  </a:cubicBezTo>
                  <a:cubicBezTo>
                    <a:pt x="1091" y="3"/>
                    <a:pt x="1057" y="1"/>
                    <a:pt x="1023" y="1"/>
                  </a:cubicBez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68"/>
            <p:cNvSpPr/>
            <p:nvPr/>
          </p:nvSpPr>
          <p:spPr>
            <a:xfrm>
              <a:off x="2826325" y="2163800"/>
              <a:ext cx="19250" cy="16850"/>
            </a:xfrm>
            <a:custGeom>
              <a:avLst/>
              <a:gdLst/>
              <a:ahLst/>
              <a:cxnLst/>
              <a:rect l="l" t="t" r="r" b="b"/>
              <a:pathLst>
                <a:path w="770" h="674" extrusionOk="0">
                  <a:moveTo>
                    <a:pt x="391" y="1"/>
                  </a:moveTo>
                  <a:cubicBezTo>
                    <a:pt x="269" y="1"/>
                    <a:pt x="152" y="66"/>
                    <a:pt x="88" y="176"/>
                  </a:cubicBezTo>
                  <a:cubicBezTo>
                    <a:pt x="1" y="336"/>
                    <a:pt x="76" y="564"/>
                    <a:pt x="241" y="644"/>
                  </a:cubicBezTo>
                  <a:cubicBezTo>
                    <a:pt x="283" y="664"/>
                    <a:pt x="329" y="673"/>
                    <a:pt x="374" y="673"/>
                  </a:cubicBezTo>
                  <a:cubicBezTo>
                    <a:pt x="510" y="673"/>
                    <a:pt x="648" y="592"/>
                    <a:pt x="700" y="466"/>
                  </a:cubicBezTo>
                  <a:cubicBezTo>
                    <a:pt x="769" y="296"/>
                    <a:pt x="671" y="78"/>
                    <a:pt x="498" y="18"/>
                  </a:cubicBezTo>
                  <a:cubicBezTo>
                    <a:pt x="463" y="6"/>
                    <a:pt x="427" y="1"/>
                    <a:pt x="391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68"/>
            <p:cNvSpPr/>
            <p:nvPr/>
          </p:nvSpPr>
          <p:spPr>
            <a:xfrm>
              <a:off x="2824250" y="2168000"/>
              <a:ext cx="20275" cy="30225"/>
            </a:xfrm>
            <a:custGeom>
              <a:avLst/>
              <a:gdLst/>
              <a:ahLst/>
              <a:cxnLst/>
              <a:rect l="l" t="t" r="r" b="b"/>
              <a:pathLst>
                <a:path w="811" h="1209" extrusionOk="0">
                  <a:moveTo>
                    <a:pt x="440" y="1"/>
                  </a:moveTo>
                  <a:cubicBezTo>
                    <a:pt x="416" y="1"/>
                    <a:pt x="391" y="4"/>
                    <a:pt x="366" y="12"/>
                  </a:cubicBezTo>
                  <a:cubicBezTo>
                    <a:pt x="208" y="61"/>
                    <a:pt x="128" y="234"/>
                    <a:pt x="82" y="392"/>
                  </a:cubicBezTo>
                  <a:cubicBezTo>
                    <a:pt x="35" y="563"/>
                    <a:pt x="9" y="742"/>
                    <a:pt x="4" y="919"/>
                  </a:cubicBezTo>
                  <a:cubicBezTo>
                    <a:pt x="0" y="993"/>
                    <a:pt x="4" y="1073"/>
                    <a:pt x="49" y="1133"/>
                  </a:cubicBezTo>
                  <a:cubicBezTo>
                    <a:pt x="89" y="1185"/>
                    <a:pt x="152" y="1208"/>
                    <a:pt x="218" y="1208"/>
                  </a:cubicBezTo>
                  <a:cubicBezTo>
                    <a:pt x="258" y="1208"/>
                    <a:pt x="300" y="1199"/>
                    <a:pt x="337" y="1183"/>
                  </a:cubicBezTo>
                  <a:cubicBezTo>
                    <a:pt x="433" y="1137"/>
                    <a:pt x="503" y="1051"/>
                    <a:pt x="565" y="966"/>
                  </a:cubicBezTo>
                  <a:cubicBezTo>
                    <a:pt x="692" y="793"/>
                    <a:pt x="810" y="593"/>
                    <a:pt x="796" y="376"/>
                  </a:cubicBezTo>
                  <a:cubicBezTo>
                    <a:pt x="783" y="187"/>
                    <a:pt x="619" y="1"/>
                    <a:pt x="440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68"/>
            <p:cNvSpPr/>
            <p:nvPr/>
          </p:nvSpPr>
          <p:spPr>
            <a:xfrm>
              <a:off x="2661175" y="2184025"/>
              <a:ext cx="182075" cy="292400"/>
            </a:xfrm>
            <a:custGeom>
              <a:avLst/>
              <a:gdLst/>
              <a:ahLst/>
              <a:cxnLst/>
              <a:rect l="l" t="t" r="r" b="b"/>
              <a:pathLst>
                <a:path w="7283" h="11696" extrusionOk="0">
                  <a:moveTo>
                    <a:pt x="6851" y="1"/>
                  </a:moveTo>
                  <a:lnTo>
                    <a:pt x="6609" y="64"/>
                  </a:lnTo>
                  <a:cubicBezTo>
                    <a:pt x="6887" y="1117"/>
                    <a:pt x="6458" y="2401"/>
                    <a:pt x="5460" y="3502"/>
                  </a:cubicBezTo>
                  <a:cubicBezTo>
                    <a:pt x="4992" y="4019"/>
                    <a:pt x="4444" y="4476"/>
                    <a:pt x="3912" y="4919"/>
                  </a:cubicBezTo>
                  <a:cubicBezTo>
                    <a:pt x="3460" y="5296"/>
                    <a:pt x="2991" y="5685"/>
                    <a:pt x="2568" y="6115"/>
                  </a:cubicBezTo>
                  <a:cubicBezTo>
                    <a:pt x="1097" y="7615"/>
                    <a:pt x="188" y="9580"/>
                    <a:pt x="1" y="11674"/>
                  </a:cubicBezTo>
                  <a:lnTo>
                    <a:pt x="250" y="11696"/>
                  </a:lnTo>
                  <a:cubicBezTo>
                    <a:pt x="427" y="9695"/>
                    <a:pt x="1337" y="7725"/>
                    <a:pt x="2745" y="6290"/>
                  </a:cubicBezTo>
                  <a:cubicBezTo>
                    <a:pt x="3158" y="5869"/>
                    <a:pt x="3623" y="5483"/>
                    <a:pt x="4070" y="5110"/>
                  </a:cubicBezTo>
                  <a:cubicBezTo>
                    <a:pt x="4608" y="4662"/>
                    <a:pt x="5165" y="4200"/>
                    <a:pt x="5644" y="3670"/>
                  </a:cubicBezTo>
                  <a:cubicBezTo>
                    <a:pt x="6152" y="3111"/>
                    <a:pt x="7282" y="1636"/>
                    <a:pt x="6851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68"/>
            <p:cNvSpPr/>
            <p:nvPr/>
          </p:nvSpPr>
          <p:spPr>
            <a:xfrm>
              <a:off x="2642350" y="2126400"/>
              <a:ext cx="50625" cy="73175"/>
            </a:xfrm>
            <a:custGeom>
              <a:avLst/>
              <a:gdLst/>
              <a:ahLst/>
              <a:cxnLst/>
              <a:rect l="l" t="t" r="r" b="b"/>
              <a:pathLst>
                <a:path w="2025" h="2927" extrusionOk="0">
                  <a:moveTo>
                    <a:pt x="778" y="1"/>
                  </a:moveTo>
                  <a:cubicBezTo>
                    <a:pt x="730" y="578"/>
                    <a:pt x="555" y="1135"/>
                    <a:pt x="268" y="1636"/>
                  </a:cubicBezTo>
                  <a:cubicBezTo>
                    <a:pt x="146" y="1847"/>
                    <a:pt x="0" y="2065"/>
                    <a:pt x="22" y="2306"/>
                  </a:cubicBezTo>
                  <a:cubicBezTo>
                    <a:pt x="44" y="2561"/>
                    <a:pt x="259" y="2768"/>
                    <a:pt x="499" y="2856"/>
                  </a:cubicBezTo>
                  <a:cubicBezTo>
                    <a:pt x="649" y="2910"/>
                    <a:pt x="806" y="2926"/>
                    <a:pt x="964" y="2926"/>
                  </a:cubicBezTo>
                  <a:cubicBezTo>
                    <a:pt x="1062" y="2926"/>
                    <a:pt x="1161" y="2920"/>
                    <a:pt x="1258" y="2912"/>
                  </a:cubicBezTo>
                  <a:cubicBezTo>
                    <a:pt x="1406" y="2900"/>
                    <a:pt x="1556" y="2886"/>
                    <a:pt x="1704" y="2886"/>
                  </a:cubicBezTo>
                  <a:cubicBezTo>
                    <a:pt x="1812" y="2886"/>
                    <a:pt x="1919" y="2894"/>
                    <a:pt x="2025" y="2916"/>
                  </a:cubicBezTo>
                  <a:lnTo>
                    <a:pt x="778" y="1"/>
                  </a:lnTo>
                  <a:close/>
                </a:path>
              </a:pathLst>
            </a:custGeom>
            <a:solidFill>
              <a:srgbClr val="F5AB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68"/>
            <p:cNvSpPr/>
            <p:nvPr/>
          </p:nvSpPr>
          <p:spPr>
            <a:xfrm>
              <a:off x="2668250" y="2209750"/>
              <a:ext cx="34150" cy="16125"/>
            </a:xfrm>
            <a:custGeom>
              <a:avLst/>
              <a:gdLst/>
              <a:ahLst/>
              <a:cxnLst/>
              <a:rect l="l" t="t" r="r" b="b"/>
              <a:pathLst>
                <a:path w="1366" h="645" extrusionOk="0">
                  <a:moveTo>
                    <a:pt x="13" y="1"/>
                  </a:moveTo>
                  <a:cubicBezTo>
                    <a:pt x="0" y="303"/>
                    <a:pt x="259" y="581"/>
                    <a:pt x="559" y="634"/>
                  </a:cubicBezTo>
                  <a:cubicBezTo>
                    <a:pt x="600" y="641"/>
                    <a:pt x="642" y="645"/>
                    <a:pt x="684" y="645"/>
                  </a:cubicBezTo>
                  <a:cubicBezTo>
                    <a:pt x="943" y="645"/>
                    <a:pt x="1199" y="509"/>
                    <a:pt x="1366" y="308"/>
                  </a:cubicBezTo>
                  <a:cubicBezTo>
                    <a:pt x="918" y="194"/>
                    <a:pt x="466" y="92"/>
                    <a:pt x="13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68"/>
            <p:cNvSpPr/>
            <p:nvPr/>
          </p:nvSpPr>
          <p:spPr>
            <a:xfrm>
              <a:off x="2693825" y="2105975"/>
              <a:ext cx="40900" cy="23400"/>
            </a:xfrm>
            <a:custGeom>
              <a:avLst/>
              <a:gdLst/>
              <a:ahLst/>
              <a:cxnLst/>
              <a:rect l="l" t="t" r="r" b="b"/>
              <a:pathLst>
                <a:path w="1636" h="936" extrusionOk="0">
                  <a:moveTo>
                    <a:pt x="26" y="0"/>
                  </a:moveTo>
                  <a:lnTo>
                    <a:pt x="0" y="248"/>
                  </a:lnTo>
                  <a:cubicBezTo>
                    <a:pt x="532" y="304"/>
                    <a:pt x="1031" y="530"/>
                    <a:pt x="1424" y="894"/>
                  </a:cubicBezTo>
                  <a:lnTo>
                    <a:pt x="1423" y="896"/>
                  </a:lnTo>
                  <a:lnTo>
                    <a:pt x="1468" y="936"/>
                  </a:lnTo>
                  <a:lnTo>
                    <a:pt x="1636" y="752"/>
                  </a:lnTo>
                  <a:cubicBezTo>
                    <a:pt x="1199" y="328"/>
                    <a:pt x="630" y="64"/>
                    <a:pt x="26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68"/>
            <p:cNvSpPr/>
            <p:nvPr/>
          </p:nvSpPr>
          <p:spPr>
            <a:xfrm>
              <a:off x="2648625" y="2096625"/>
              <a:ext cx="14400" cy="10050"/>
            </a:xfrm>
            <a:custGeom>
              <a:avLst/>
              <a:gdLst/>
              <a:ahLst/>
              <a:cxnLst/>
              <a:rect l="l" t="t" r="r" b="b"/>
              <a:pathLst>
                <a:path w="576" h="402" extrusionOk="0">
                  <a:moveTo>
                    <a:pt x="46" y="1"/>
                  </a:moveTo>
                  <a:lnTo>
                    <a:pt x="0" y="245"/>
                  </a:lnTo>
                  <a:cubicBezTo>
                    <a:pt x="161" y="274"/>
                    <a:pt x="315" y="327"/>
                    <a:pt x="461" y="401"/>
                  </a:cubicBezTo>
                  <a:lnTo>
                    <a:pt x="576" y="179"/>
                  </a:lnTo>
                  <a:cubicBezTo>
                    <a:pt x="408" y="94"/>
                    <a:pt x="230" y="34"/>
                    <a:pt x="46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68"/>
            <p:cNvSpPr/>
            <p:nvPr/>
          </p:nvSpPr>
          <p:spPr>
            <a:xfrm>
              <a:off x="2698925" y="2127875"/>
              <a:ext cx="9675" cy="22350"/>
            </a:xfrm>
            <a:custGeom>
              <a:avLst/>
              <a:gdLst/>
              <a:ahLst/>
              <a:cxnLst/>
              <a:rect l="l" t="t" r="r" b="b"/>
              <a:pathLst>
                <a:path w="387" h="894" extrusionOk="0">
                  <a:moveTo>
                    <a:pt x="215" y="0"/>
                  </a:moveTo>
                  <a:cubicBezTo>
                    <a:pt x="214" y="0"/>
                    <a:pt x="241" y="27"/>
                    <a:pt x="260" y="46"/>
                  </a:cubicBezTo>
                  <a:lnTo>
                    <a:pt x="260" y="46"/>
                  </a:lnTo>
                  <a:cubicBezTo>
                    <a:pt x="248" y="32"/>
                    <a:pt x="236" y="19"/>
                    <a:pt x="223" y="7"/>
                  </a:cubicBezTo>
                  <a:cubicBezTo>
                    <a:pt x="217" y="2"/>
                    <a:pt x="215" y="0"/>
                    <a:pt x="215" y="0"/>
                  </a:cubicBezTo>
                  <a:close/>
                  <a:moveTo>
                    <a:pt x="166" y="19"/>
                  </a:moveTo>
                  <a:cubicBezTo>
                    <a:pt x="150" y="19"/>
                    <a:pt x="134" y="22"/>
                    <a:pt x="119" y="29"/>
                  </a:cubicBezTo>
                  <a:cubicBezTo>
                    <a:pt x="59" y="56"/>
                    <a:pt x="37" y="131"/>
                    <a:pt x="28" y="198"/>
                  </a:cubicBezTo>
                  <a:cubicBezTo>
                    <a:pt x="0" y="441"/>
                    <a:pt x="57" y="684"/>
                    <a:pt x="190" y="890"/>
                  </a:cubicBezTo>
                  <a:cubicBezTo>
                    <a:pt x="198" y="893"/>
                    <a:pt x="206" y="894"/>
                    <a:pt x="214" y="894"/>
                  </a:cubicBezTo>
                  <a:cubicBezTo>
                    <a:pt x="256" y="894"/>
                    <a:pt x="298" y="865"/>
                    <a:pt x="321" y="827"/>
                  </a:cubicBezTo>
                  <a:cubicBezTo>
                    <a:pt x="348" y="783"/>
                    <a:pt x="355" y="728"/>
                    <a:pt x="361" y="675"/>
                  </a:cubicBezTo>
                  <a:cubicBezTo>
                    <a:pt x="374" y="559"/>
                    <a:pt x="386" y="439"/>
                    <a:pt x="372" y="322"/>
                  </a:cubicBezTo>
                  <a:cubicBezTo>
                    <a:pt x="359" y="229"/>
                    <a:pt x="328" y="136"/>
                    <a:pt x="273" y="62"/>
                  </a:cubicBezTo>
                  <a:lnTo>
                    <a:pt x="273" y="62"/>
                  </a:lnTo>
                  <a:cubicBezTo>
                    <a:pt x="276" y="65"/>
                    <a:pt x="278" y="66"/>
                    <a:pt x="278" y="66"/>
                  </a:cubicBezTo>
                  <a:cubicBezTo>
                    <a:pt x="279" y="66"/>
                    <a:pt x="271" y="57"/>
                    <a:pt x="260" y="46"/>
                  </a:cubicBezTo>
                  <a:lnTo>
                    <a:pt x="260" y="46"/>
                  </a:lnTo>
                  <a:cubicBezTo>
                    <a:pt x="264" y="51"/>
                    <a:pt x="269" y="57"/>
                    <a:pt x="273" y="62"/>
                  </a:cubicBezTo>
                  <a:lnTo>
                    <a:pt x="273" y="62"/>
                  </a:lnTo>
                  <a:cubicBezTo>
                    <a:pt x="272" y="62"/>
                    <a:pt x="271" y="61"/>
                    <a:pt x="270" y="60"/>
                  </a:cubicBezTo>
                  <a:cubicBezTo>
                    <a:pt x="242" y="36"/>
                    <a:pt x="204" y="19"/>
                    <a:pt x="166" y="19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1" name="Google Shape;2131;p68"/>
          <p:cNvGrpSpPr/>
          <p:nvPr/>
        </p:nvGrpSpPr>
        <p:grpSpPr>
          <a:xfrm>
            <a:off x="1845843" y="828075"/>
            <a:ext cx="1759064" cy="228150"/>
            <a:chOff x="1115300" y="238125"/>
            <a:chExt cx="1588750" cy="117325"/>
          </a:xfrm>
        </p:grpSpPr>
        <p:sp>
          <p:nvSpPr>
            <p:cNvPr id="2132" name="Google Shape;2132;p68"/>
            <p:cNvSpPr/>
            <p:nvPr/>
          </p:nvSpPr>
          <p:spPr>
            <a:xfrm>
              <a:off x="1115300" y="238125"/>
              <a:ext cx="1588750" cy="117325"/>
            </a:xfrm>
            <a:custGeom>
              <a:avLst/>
              <a:gdLst/>
              <a:ahLst/>
              <a:cxnLst/>
              <a:rect l="l" t="t" r="r" b="b"/>
              <a:pathLst>
                <a:path w="63550" h="4693" extrusionOk="0">
                  <a:moveTo>
                    <a:pt x="2182" y="0"/>
                  </a:moveTo>
                  <a:cubicBezTo>
                    <a:pt x="1403" y="0"/>
                    <a:pt x="727" y="539"/>
                    <a:pt x="552" y="1298"/>
                  </a:cubicBezTo>
                  <a:lnTo>
                    <a:pt x="241" y="2644"/>
                  </a:lnTo>
                  <a:cubicBezTo>
                    <a:pt x="1" y="3693"/>
                    <a:pt x="796" y="4690"/>
                    <a:pt x="1871" y="4692"/>
                  </a:cubicBezTo>
                  <a:lnTo>
                    <a:pt x="61370" y="4692"/>
                  </a:lnTo>
                  <a:cubicBezTo>
                    <a:pt x="62147" y="4690"/>
                    <a:pt x="62823" y="4153"/>
                    <a:pt x="62999" y="3394"/>
                  </a:cubicBezTo>
                  <a:lnTo>
                    <a:pt x="63309" y="2047"/>
                  </a:lnTo>
                  <a:cubicBezTo>
                    <a:pt x="63549" y="1000"/>
                    <a:pt x="62754" y="0"/>
                    <a:pt x="61679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68"/>
            <p:cNvSpPr/>
            <p:nvPr/>
          </p:nvSpPr>
          <p:spPr>
            <a:xfrm>
              <a:off x="1204250" y="265150"/>
              <a:ext cx="1410850" cy="63250"/>
            </a:xfrm>
            <a:custGeom>
              <a:avLst/>
              <a:gdLst/>
              <a:ahLst/>
              <a:cxnLst/>
              <a:rect l="l" t="t" r="r" b="b"/>
              <a:pathLst>
                <a:path w="56434" h="2530" extrusionOk="0">
                  <a:moveTo>
                    <a:pt x="1004" y="1"/>
                  </a:moveTo>
                  <a:cubicBezTo>
                    <a:pt x="705" y="1"/>
                    <a:pt x="445" y="209"/>
                    <a:pt x="379" y="501"/>
                  </a:cubicBezTo>
                  <a:lnTo>
                    <a:pt x="94" y="1739"/>
                  </a:lnTo>
                  <a:cubicBezTo>
                    <a:pt x="1" y="2144"/>
                    <a:pt x="308" y="2530"/>
                    <a:pt x="724" y="2530"/>
                  </a:cubicBezTo>
                  <a:lnTo>
                    <a:pt x="55427" y="2530"/>
                  </a:lnTo>
                  <a:cubicBezTo>
                    <a:pt x="55727" y="2530"/>
                    <a:pt x="55987" y="2322"/>
                    <a:pt x="56055" y="2029"/>
                  </a:cubicBezTo>
                  <a:lnTo>
                    <a:pt x="56341" y="791"/>
                  </a:lnTo>
                  <a:cubicBezTo>
                    <a:pt x="56433" y="387"/>
                    <a:pt x="56126" y="1"/>
                    <a:pt x="55712" y="1"/>
                  </a:cubicBezTo>
                  <a:lnTo>
                    <a:pt x="1008" y="1"/>
                  </a:lnTo>
                  <a:cubicBezTo>
                    <a:pt x="1006" y="1"/>
                    <a:pt x="1005" y="1"/>
                    <a:pt x="1004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68"/>
            <p:cNvSpPr/>
            <p:nvPr/>
          </p:nvSpPr>
          <p:spPr>
            <a:xfrm>
              <a:off x="1204250" y="265150"/>
              <a:ext cx="1174600" cy="63250"/>
            </a:xfrm>
            <a:custGeom>
              <a:avLst/>
              <a:gdLst/>
              <a:ahLst/>
              <a:cxnLst/>
              <a:rect l="l" t="t" r="r" b="b"/>
              <a:pathLst>
                <a:path w="46984" h="2530" extrusionOk="0">
                  <a:moveTo>
                    <a:pt x="1004" y="1"/>
                  </a:moveTo>
                  <a:cubicBezTo>
                    <a:pt x="703" y="1"/>
                    <a:pt x="445" y="209"/>
                    <a:pt x="378" y="501"/>
                  </a:cubicBezTo>
                  <a:lnTo>
                    <a:pt x="94" y="1739"/>
                  </a:lnTo>
                  <a:cubicBezTo>
                    <a:pt x="1" y="2144"/>
                    <a:pt x="307" y="2530"/>
                    <a:pt x="722" y="2530"/>
                  </a:cubicBezTo>
                  <a:lnTo>
                    <a:pt x="46983" y="2530"/>
                  </a:lnTo>
                  <a:lnTo>
                    <a:pt x="46983" y="1"/>
                  </a:lnTo>
                  <a:lnTo>
                    <a:pt x="1008" y="1"/>
                  </a:lnTo>
                  <a:cubicBezTo>
                    <a:pt x="1006" y="1"/>
                    <a:pt x="1005" y="1"/>
                    <a:pt x="1004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68"/>
            <p:cNvSpPr/>
            <p:nvPr/>
          </p:nvSpPr>
          <p:spPr>
            <a:xfrm>
              <a:off x="1224200" y="278575"/>
              <a:ext cx="1019125" cy="20250"/>
            </a:xfrm>
            <a:custGeom>
              <a:avLst/>
              <a:gdLst/>
              <a:ahLst/>
              <a:cxnLst/>
              <a:rect l="l" t="t" r="r" b="b"/>
              <a:pathLst>
                <a:path w="40765" h="810" extrusionOk="0">
                  <a:moveTo>
                    <a:pt x="40364" y="1"/>
                  </a:moveTo>
                  <a:cubicBezTo>
                    <a:pt x="40363" y="1"/>
                    <a:pt x="40362" y="1"/>
                    <a:pt x="40361" y="1"/>
                  </a:cubicBezTo>
                  <a:lnTo>
                    <a:pt x="404" y="1"/>
                  </a:lnTo>
                  <a:cubicBezTo>
                    <a:pt x="180" y="1"/>
                    <a:pt x="0" y="181"/>
                    <a:pt x="0" y="405"/>
                  </a:cubicBezTo>
                  <a:cubicBezTo>
                    <a:pt x="0" y="627"/>
                    <a:pt x="180" y="809"/>
                    <a:pt x="404" y="809"/>
                  </a:cubicBezTo>
                  <a:lnTo>
                    <a:pt x="40361" y="809"/>
                  </a:lnTo>
                  <a:cubicBezTo>
                    <a:pt x="40585" y="809"/>
                    <a:pt x="40765" y="627"/>
                    <a:pt x="40765" y="405"/>
                  </a:cubicBezTo>
                  <a:cubicBezTo>
                    <a:pt x="40765" y="182"/>
                    <a:pt x="40586" y="1"/>
                    <a:pt x="40364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6" name="Google Shape;2136;p68"/>
          <p:cNvGrpSpPr/>
          <p:nvPr/>
        </p:nvGrpSpPr>
        <p:grpSpPr>
          <a:xfrm>
            <a:off x="5853443" y="4037975"/>
            <a:ext cx="1759064" cy="228150"/>
            <a:chOff x="1115300" y="238125"/>
            <a:chExt cx="1588750" cy="117325"/>
          </a:xfrm>
        </p:grpSpPr>
        <p:sp>
          <p:nvSpPr>
            <p:cNvPr id="2137" name="Google Shape;2137;p68"/>
            <p:cNvSpPr/>
            <p:nvPr/>
          </p:nvSpPr>
          <p:spPr>
            <a:xfrm>
              <a:off x="1115300" y="238125"/>
              <a:ext cx="1588750" cy="117325"/>
            </a:xfrm>
            <a:custGeom>
              <a:avLst/>
              <a:gdLst/>
              <a:ahLst/>
              <a:cxnLst/>
              <a:rect l="l" t="t" r="r" b="b"/>
              <a:pathLst>
                <a:path w="63550" h="4693" extrusionOk="0">
                  <a:moveTo>
                    <a:pt x="2182" y="0"/>
                  </a:moveTo>
                  <a:cubicBezTo>
                    <a:pt x="1403" y="0"/>
                    <a:pt x="727" y="539"/>
                    <a:pt x="552" y="1298"/>
                  </a:cubicBezTo>
                  <a:lnTo>
                    <a:pt x="241" y="2644"/>
                  </a:lnTo>
                  <a:cubicBezTo>
                    <a:pt x="1" y="3693"/>
                    <a:pt x="796" y="4690"/>
                    <a:pt x="1871" y="4692"/>
                  </a:cubicBezTo>
                  <a:lnTo>
                    <a:pt x="61370" y="4692"/>
                  </a:lnTo>
                  <a:cubicBezTo>
                    <a:pt x="62147" y="4690"/>
                    <a:pt x="62823" y="4153"/>
                    <a:pt x="62999" y="3394"/>
                  </a:cubicBezTo>
                  <a:lnTo>
                    <a:pt x="63309" y="2047"/>
                  </a:lnTo>
                  <a:cubicBezTo>
                    <a:pt x="63549" y="1000"/>
                    <a:pt x="62754" y="0"/>
                    <a:pt x="61679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68"/>
            <p:cNvSpPr/>
            <p:nvPr/>
          </p:nvSpPr>
          <p:spPr>
            <a:xfrm>
              <a:off x="1204250" y="265150"/>
              <a:ext cx="1410850" cy="63250"/>
            </a:xfrm>
            <a:custGeom>
              <a:avLst/>
              <a:gdLst/>
              <a:ahLst/>
              <a:cxnLst/>
              <a:rect l="l" t="t" r="r" b="b"/>
              <a:pathLst>
                <a:path w="56434" h="2530" extrusionOk="0">
                  <a:moveTo>
                    <a:pt x="1004" y="1"/>
                  </a:moveTo>
                  <a:cubicBezTo>
                    <a:pt x="705" y="1"/>
                    <a:pt x="445" y="209"/>
                    <a:pt x="379" y="501"/>
                  </a:cubicBezTo>
                  <a:lnTo>
                    <a:pt x="94" y="1739"/>
                  </a:lnTo>
                  <a:cubicBezTo>
                    <a:pt x="1" y="2144"/>
                    <a:pt x="308" y="2530"/>
                    <a:pt x="724" y="2530"/>
                  </a:cubicBezTo>
                  <a:lnTo>
                    <a:pt x="55427" y="2530"/>
                  </a:lnTo>
                  <a:cubicBezTo>
                    <a:pt x="55727" y="2530"/>
                    <a:pt x="55987" y="2322"/>
                    <a:pt x="56055" y="2029"/>
                  </a:cubicBezTo>
                  <a:lnTo>
                    <a:pt x="56341" y="791"/>
                  </a:lnTo>
                  <a:cubicBezTo>
                    <a:pt x="56433" y="387"/>
                    <a:pt x="56126" y="1"/>
                    <a:pt x="55712" y="1"/>
                  </a:cubicBezTo>
                  <a:lnTo>
                    <a:pt x="1008" y="1"/>
                  </a:lnTo>
                  <a:cubicBezTo>
                    <a:pt x="1006" y="1"/>
                    <a:pt x="1005" y="1"/>
                    <a:pt x="1004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68"/>
            <p:cNvSpPr/>
            <p:nvPr/>
          </p:nvSpPr>
          <p:spPr>
            <a:xfrm>
              <a:off x="1204247" y="265148"/>
              <a:ext cx="1298050" cy="63250"/>
            </a:xfrm>
            <a:custGeom>
              <a:avLst/>
              <a:gdLst/>
              <a:ahLst/>
              <a:cxnLst/>
              <a:rect l="l" t="t" r="r" b="b"/>
              <a:pathLst>
                <a:path w="46984" h="2530" extrusionOk="0">
                  <a:moveTo>
                    <a:pt x="1004" y="1"/>
                  </a:moveTo>
                  <a:cubicBezTo>
                    <a:pt x="703" y="1"/>
                    <a:pt x="445" y="209"/>
                    <a:pt x="378" y="501"/>
                  </a:cubicBezTo>
                  <a:lnTo>
                    <a:pt x="94" y="1739"/>
                  </a:lnTo>
                  <a:cubicBezTo>
                    <a:pt x="1" y="2144"/>
                    <a:pt x="307" y="2530"/>
                    <a:pt x="722" y="2530"/>
                  </a:cubicBezTo>
                  <a:lnTo>
                    <a:pt x="46983" y="2530"/>
                  </a:lnTo>
                  <a:lnTo>
                    <a:pt x="46983" y="1"/>
                  </a:lnTo>
                  <a:lnTo>
                    <a:pt x="1008" y="1"/>
                  </a:lnTo>
                  <a:cubicBezTo>
                    <a:pt x="1006" y="1"/>
                    <a:pt x="1005" y="1"/>
                    <a:pt x="10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68"/>
            <p:cNvSpPr/>
            <p:nvPr/>
          </p:nvSpPr>
          <p:spPr>
            <a:xfrm>
              <a:off x="1224200" y="278575"/>
              <a:ext cx="1019125" cy="20250"/>
            </a:xfrm>
            <a:custGeom>
              <a:avLst/>
              <a:gdLst/>
              <a:ahLst/>
              <a:cxnLst/>
              <a:rect l="l" t="t" r="r" b="b"/>
              <a:pathLst>
                <a:path w="40765" h="810" extrusionOk="0">
                  <a:moveTo>
                    <a:pt x="40364" y="1"/>
                  </a:moveTo>
                  <a:cubicBezTo>
                    <a:pt x="40363" y="1"/>
                    <a:pt x="40362" y="1"/>
                    <a:pt x="40361" y="1"/>
                  </a:cubicBezTo>
                  <a:lnTo>
                    <a:pt x="404" y="1"/>
                  </a:lnTo>
                  <a:cubicBezTo>
                    <a:pt x="180" y="1"/>
                    <a:pt x="0" y="181"/>
                    <a:pt x="0" y="405"/>
                  </a:cubicBezTo>
                  <a:cubicBezTo>
                    <a:pt x="0" y="627"/>
                    <a:pt x="180" y="809"/>
                    <a:pt x="404" y="809"/>
                  </a:cubicBezTo>
                  <a:lnTo>
                    <a:pt x="40361" y="809"/>
                  </a:lnTo>
                  <a:cubicBezTo>
                    <a:pt x="40585" y="809"/>
                    <a:pt x="40765" y="627"/>
                    <a:pt x="40765" y="405"/>
                  </a:cubicBezTo>
                  <a:cubicBezTo>
                    <a:pt x="40765" y="182"/>
                    <a:pt x="40586" y="1"/>
                    <a:pt x="40364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FF3F3-8A26-6D17-DDF1-609CAEFB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259276"/>
            <a:ext cx="7717500" cy="572700"/>
          </a:xfrm>
        </p:spPr>
        <p:txBody>
          <a:bodyPr/>
          <a:lstStyle/>
          <a:p>
            <a:r>
              <a:rPr lang="en-US" sz="4000" dirty="0"/>
              <a:t>Media </a:t>
            </a:r>
            <a:r>
              <a:rPr lang="en" sz="4000" b="1" dirty="0">
                <a:solidFill>
                  <a:schemeClr val="accent2"/>
                </a:solidFill>
              </a:rPr>
              <a:t>value </a:t>
            </a:r>
            <a:r>
              <a:rPr lang="en-US" sz="4000" dirty="0"/>
              <a:t>insights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6547653-1437-A7A8-17D8-4F71288B7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0865" y="976051"/>
            <a:ext cx="7942269" cy="3940049"/>
          </a:xfrm>
        </p:spPr>
        <p:txBody>
          <a:bodyPr/>
          <a:lstStyle/>
          <a:p>
            <a:pPr marL="139700" indent="0">
              <a:buNone/>
            </a:pPr>
            <a:r>
              <a:rPr lang="en-US" sz="1700" b="1" dirty="0"/>
              <a:t>Blinkfire Media Value Analysis</a:t>
            </a:r>
            <a:br>
              <a:rPr lang="en-US" b="1" dirty="0"/>
            </a:br>
            <a:endParaRPr lang="en-US" b="1" dirty="0"/>
          </a:p>
          <a:p>
            <a:pPr marL="139700" indent="0">
              <a:buNone/>
            </a:pPr>
            <a:r>
              <a:rPr lang="en-US" sz="1500" dirty="0"/>
              <a:t>• </a:t>
            </a:r>
            <a:r>
              <a:rPr lang="en-US" sz="1500" b="1" dirty="0"/>
              <a:t>Total Media Value Generated:</a:t>
            </a:r>
            <a:r>
              <a:rPr lang="en-US" sz="1500" dirty="0"/>
              <a:t> </a:t>
            </a:r>
            <a:r>
              <a:rPr lang="en-US" sz="1500" b="1" dirty="0"/>
              <a:t>$437k</a:t>
            </a:r>
            <a:r>
              <a:rPr lang="en-US" sz="1500" dirty="0"/>
              <a:t> across both creators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KaiVex:</a:t>
            </a:r>
            <a:r>
              <a:rPr lang="en-US" sz="1500" dirty="0"/>
              <a:t> ~$184k driven by high exposure frequency and Twitch stream logo placements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NovaLyn:</a:t>
            </a:r>
            <a:r>
              <a:rPr lang="en-US" sz="1500" dirty="0"/>
              <a:t> ~$253k due to strong TikTok visibility, clean frame composition, and consistent brand callouts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Avg Logo Visibility Score:</a:t>
            </a:r>
            <a:r>
              <a:rPr lang="en-US" sz="1500" dirty="0"/>
              <a:t> </a:t>
            </a:r>
            <a:r>
              <a:rPr lang="en-US" sz="1500" b="1" dirty="0"/>
              <a:t>0.83</a:t>
            </a:r>
            <a:r>
              <a:rPr lang="en-US" sz="1500" dirty="0"/>
              <a:t>, indicating the Cash App logo was clearly visible in 83% of viewable frames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Viewable Exposures:</a:t>
            </a:r>
            <a:r>
              <a:rPr lang="en-US" sz="1500" dirty="0"/>
              <a:t> Strong ratio of exposures-to-views across both creators (well above industry benchmarks)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Share of Voice (SOV):</a:t>
            </a:r>
            <a:r>
              <a:rPr lang="en-US" sz="1500" dirty="0"/>
              <a:t> </a:t>
            </a:r>
            <a:r>
              <a:rPr lang="en-US" sz="1500" b="1" dirty="0"/>
              <a:t>0.69–0.76</a:t>
            </a:r>
            <a:r>
              <a:rPr lang="en-US" sz="1500" dirty="0"/>
              <a:t>, meaning Cash App maintained brand dominance over all other on-screen elements</a:t>
            </a:r>
            <a:br>
              <a:rPr lang="en-US" sz="1500" dirty="0"/>
            </a:br>
            <a:r>
              <a:rPr lang="en-US" sz="1500" dirty="0"/>
              <a:t>• </a:t>
            </a:r>
            <a:r>
              <a:rPr lang="en-US" sz="1500" b="1" dirty="0"/>
              <a:t>Key Takeaway:</a:t>
            </a:r>
            <a:r>
              <a:rPr lang="en-US" sz="1500" dirty="0"/>
              <a:t> Both creators produced strong media value, with NovaLyn slightly outperforming due to clean visual framing and tighter short-form editing</a:t>
            </a:r>
          </a:p>
        </p:txBody>
      </p:sp>
    </p:spTree>
    <p:extLst>
      <p:ext uri="{BB962C8B-B14F-4D97-AF65-F5344CB8AC3E}">
        <p14:creationId xmlns:p14="http://schemas.microsoft.com/office/powerpoint/2010/main" val="3509626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7"/>
          <p:cNvSpPr/>
          <p:nvPr/>
        </p:nvSpPr>
        <p:spPr>
          <a:xfrm rot="-5398613" flipH="1">
            <a:off x="4200300" y="-1281775"/>
            <a:ext cx="743400" cy="4197000"/>
          </a:xfrm>
          <a:prstGeom prst="parallelogram">
            <a:avLst>
              <a:gd name="adj" fmla="val 1848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36" name="Google Shape;1136;p47"/>
          <p:cNvSpPr/>
          <p:nvPr/>
        </p:nvSpPr>
        <p:spPr>
          <a:xfrm rot="-5224907" flipH="1">
            <a:off x="1315197" y="1590712"/>
            <a:ext cx="1075266" cy="1652721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47"/>
          <p:cNvSpPr/>
          <p:nvPr/>
        </p:nvSpPr>
        <p:spPr>
          <a:xfrm rot="-5224907" flipH="1">
            <a:off x="4042517" y="1539395"/>
            <a:ext cx="1038233" cy="1652721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47"/>
          <p:cNvSpPr/>
          <p:nvPr/>
        </p:nvSpPr>
        <p:spPr>
          <a:xfrm rot="-5224907" flipH="1">
            <a:off x="6767492" y="1521387"/>
            <a:ext cx="1002170" cy="1652721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39" name="Google Shape;1139;p47"/>
          <p:cNvSpPr/>
          <p:nvPr/>
        </p:nvSpPr>
        <p:spPr>
          <a:xfrm rot="-5224907" flipH="1">
            <a:off x="2594120" y="3030498"/>
            <a:ext cx="1008526" cy="1652721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47"/>
          <p:cNvSpPr/>
          <p:nvPr/>
        </p:nvSpPr>
        <p:spPr>
          <a:xfrm rot="-5224907" flipH="1">
            <a:off x="5585436" y="2982197"/>
            <a:ext cx="1075159" cy="1879220"/>
          </a:xfrm>
          <a:prstGeom prst="parallelogram">
            <a:avLst>
              <a:gd name="adj" fmla="val 1848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47"/>
          <p:cNvSpPr txBox="1">
            <a:spLocks noGrp="1"/>
          </p:cNvSpPr>
          <p:nvPr>
            <p:ph type="title"/>
          </p:nvPr>
        </p:nvSpPr>
        <p:spPr>
          <a:xfrm>
            <a:off x="702883" y="38986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KEY </a:t>
            </a:r>
            <a:r>
              <a:rPr lang="en" sz="4400" b="1" dirty="0">
                <a:solidFill>
                  <a:schemeClr val="accent2"/>
                </a:solidFill>
              </a:rPr>
              <a:t>insights</a:t>
            </a:r>
            <a:endParaRPr sz="4400" dirty="0"/>
          </a:p>
        </p:txBody>
      </p:sp>
      <p:sp>
        <p:nvSpPr>
          <p:cNvPr id="1143" name="Google Shape;1143;p47"/>
          <p:cNvSpPr txBox="1">
            <a:spLocks noGrp="1"/>
          </p:cNvSpPr>
          <p:nvPr>
            <p:ph type="title" idx="2"/>
          </p:nvPr>
        </p:nvSpPr>
        <p:spPr>
          <a:xfrm>
            <a:off x="838314" y="2050052"/>
            <a:ext cx="2077811" cy="6451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200" dirty="0"/>
              <a:t>Short-form = conversion engine</a:t>
            </a:r>
            <a:endParaRPr sz="2200" dirty="0"/>
          </a:p>
        </p:txBody>
      </p:sp>
      <p:sp>
        <p:nvSpPr>
          <p:cNvPr id="1145" name="Google Shape;1145;p47"/>
          <p:cNvSpPr txBox="1">
            <a:spLocks noGrp="1"/>
          </p:cNvSpPr>
          <p:nvPr>
            <p:ph type="title" idx="3"/>
          </p:nvPr>
        </p:nvSpPr>
        <p:spPr>
          <a:xfrm>
            <a:off x="3730625" y="2175211"/>
            <a:ext cx="1682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200" dirty="0"/>
              <a:t>NovaLyn expanded female demo</a:t>
            </a:r>
            <a:endParaRPr sz="2200" dirty="0"/>
          </a:p>
        </p:txBody>
      </p:sp>
      <p:sp>
        <p:nvSpPr>
          <p:cNvPr id="1147" name="Google Shape;1147;p47"/>
          <p:cNvSpPr txBox="1">
            <a:spLocks noGrp="1"/>
          </p:cNvSpPr>
          <p:nvPr>
            <p:ph type="title" idx="5"/>
          </p:nvPr>
        </p:nvSpPr>
        <p:spPr>
          <a:xfrm>
            <a:off x="6436662" y="2162162"/>
            <a:ext cx="1682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200" dirty="0"/>
              <a:t>Twitch amplified purchase intent</a:t>
            </a:r>
            <a:endParaRPr sz="2200" dirty="0"/>
          </a:p>
        </p:txBody>
      </p:sp>
      <p:sp>
        <p:nvSpPr>
          <p:cNvPr id="1149" name="Google Shape;1149;p47"/>
          <p:cNvSpPr txBox="1">
            <a:spLocks noGrp="1"/>
          </p:cNvSpPr>
          <p:nvPr>
            <p:ph type="title" idx="7"/>
          </p:nvPr>
        </p:nvSpPr>
        <p:spPr>
          <a:xfrm>
            <a:off x="2296469" y="3674009"/>
            <a:ext cx="1637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200" dirty="0"/>
              <a:t>TikTok delivered best CPA</a:t>
            </a:r>
            <a:endParaRPr sz="2200" dirty="0"/>
          </a:p>
        </p:txBody>
      </p:sp>
      <p:sp>
        <p:nvSpPr>
          <p:cNvPr id="1153" name="Google Shape;1153;p47"/>
          <p:cNvSpPr txBox="1">
            <a:spLocks noGrp="1"/>
          </p:cNvSpPr>
          <p:nvPr>
            <p:ph type="title" idx="14"/>
          </p:nvPr>
        </p:nvSpPr>
        <p:spPr>
          <a:xfrm>
            <a:off x="5172432" y="3738957"/>
            <a:ext cx="1961829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200" dirty="0"/>
              <a:t>Optimal 2-creator mix (gaming + lifestyle)</a:t>
            </a:r>
            <a:endParaRPr sz="2200" dirty="0"/>
          </a:p>
        </p:txBody>
      </p:sp>
      <p:grpSp>
        <p:nvGrpSpPr>
          <p:cNvPr id="1155" name="Google Shape;1155;p47"/>
          <p:cNvGrpSpPr/>
          <p:nvPr/>
        </p:nvGrpSpPr>
        <p:grpSpPr>
          <a:xfrm rot="-899866">
            <a:off x="5749522" y="2952442"/>
            <a:ext cx="528484" cy="409133"/>
            <a:chOff x="7706625" y="3197375"/>
            <a:chExt cx="435825" cy="337400"/>
          </a:xfrm>
        </p:grpSpPr>
        <p:sp>
          <p:nvSpPr>
            <p:cNvPr id="1156" name="Google Shape;1156;p47"/>
            <p:cNvSpPr/>
            <p:nvPr/>
          </p:nvSpPr>
          <p:spPr>
            <a:xfrm>
              <a:off x="7743075" y="3509650"/>
              <a:ext cx="13825" cy="25125"/>
            </a:xfrm>
            <a:custGeom>
              <a:avLst/>
              <a:gdLst/>
              <a:ahLst/>
              <a:cxnLst/>
              <a:rect l="l" t="t" r="r" b="b"/>
              <a:pathLst>
                <a:path w="553" h="1005" extrusionOk="0">
                  <a:moveTo>
                    <a:pt x="276" y="0"/>
                  </a:moveTo>
                  <a:cubicBezTo>
                    <a:pt x="122" y="0"/>
                    <a:pt x="0" y="126"/>
                    <a:pt x="3" y="280"/>
                  </a:cubicBezTo>
                  <a:lnTo>
                    <a:pt x="3" y="733"/>
                  </a:lnTo>
                  <a:cubicBezTo>
                    <a:pt x="3" y="882"/>
                    <a:pt x="126" y="1004"/>
                    <a:pt x="276" y="1004"/>
                  </a:cubicBezTo>
                  <a:cubicBezTo>
                    <a:pt x="425" y="1004"/>
                    <a:pt x="547" y="882"/>
                    <a:pt x="547" y="733"/>
                  </a:cubicBezTo>
                  <a:lnTo>
                    <a:pt x="547" y="280"/>
                  </a:lnTo>
                  <a:cubicBezTo>
                    <a:pt x="552" y="126"/>
                    <a:pt x="428" y="0"/>
                    <a:pt x="2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7"/>
            <p:cNvSpPr/>
            <p:nvPr/>
          </p:nvSpPr>
          <p:spPr>
            <a:xfrm>
              <a:off x="8092325" y="3509850"/>
              <a:ext cx="13625" cy="24925"/>
            </a:xfrm>
            <a:custGeom>
              <a:avLst/>
              <a:gdLst/>
              <a:ahLst/>
              <a:cxnLst/>
              <a:rect l="l" t="t" r="r" b="b"/>
              <a:pathLst>
                <a:path w="545" h="997" extrusionOk="0">
                  <a:moveTo>
                    <a:pt x="273" y="1"/>
                  </a:moveTo>
                  <a:cubicBezTo>
                    <a:pt x="123" y="1"/>
                    <a:pt x="0" y="121"/>
                    <a:pt x="0" y="272"/>
                  </a:cubicBezTo>
                  <a:lnTo>
                    <a:pt x="0" y="725"/>
                  </a:lnTo>
                  <a:cubicBezTo>
                    <a:pt x="0" y="874"/>
                    <a:pt x="123" y="996"/>
                    <a:pt x="273" y="996"/>
                  </a:cubicBezTo>
                  <a:cubicBezTo>
                    <a:pt x="422" y="996"/>
                    <a:pt x="545" y="874"/>
                    <a:pt x="545" y="725"/>
                  </a:cubicBezTo>
                  <a:lnTo>
                    <a:pt x="545" y="272"/>
                  </a:lnTo>
                  <a:cubicBezTo>
                    <a:pt x="545" y="121"/>
                    <a:pt x="422" y="1"/>
                    <a:pt x="2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7"/>
            <p:cNvSpPr/>
            <p:nvPr/>
          </p:nvSpPr>
          <p:spPr>
            <a:xfrm>
              <a:off x="7706625" y="3387950"/>
              <a:ext cx="435825" cy="128700"/>
            </a:xfrm>
            <a:custGeom>
              <a:avLst/>
              <a:gdLst/>
              <a:ahLst/>
              <a:cxnLst/>
              <a:rect l="l" t="t" r="r" b="b"/>
              <a:pathLst>
                <a:path w="17433" h="5148" extrusionOk="0">
                  <a:moveTo>
                    <a:pt x="355" y="1"/>
                  </a:moveTo>
                  <a:cubicBezTo>
                    <a:pt x="160" y="1"/>
                    <a:pt x="1" y="161"/>
                    <a:pt x="1" y="358"/>
                  </a:cubicBezTo>
                  <a:lnTo>
                    <a:pt x="1" y="4791"/>
                  </a:lnTo>
                  <a:cubicBezTo>
                    <a:pt x="1" y="4987"/>
                    <a:pt x="161" y="5148"/>
                    <a:pt x="358" y="5148"/>
                  </a:cubicBezTo>
                  <a:lnTo>
                    <a:pt x="17076" y="5148"/>
                  </a:lnTo>
                  <a:cubicBezTo>
                    <a:pt x="17274" y="5148"/>
                    <a:pt x="17433" y="4987"/>
                    <a:pt x="17433" y="4791"/>
                  </a:cubicBezTo>
                  <a:lnTo>
                    <a:pt x="17433" y="358"/>
                  </a:lnTo>
                  <a:cubicBezTo>
                    <a:pt x="17433" y="160"/>
                    <a:pt x="17274" y="1"/>
                    <a:pt x="17076" y="1"/>
                  </a:cubicBezTo>
                  <a:lnTo>
                    <a:pt x="358" y="1"/>
                  </a:lnTo>
                  <a:cubicBezTo>
                    <a:pt x="357" y="1"/>
                    <a:pt x="356" y="1"/>
                    <a:pt x="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7"/>
            <p:cNvSpPr/>
            <p:nvPr/>
          </p:nvSpPr>
          <p:spPr>
            <a:xfrm>
              <a:off x="7706625" y="3387950"/>
              <a:ext cx="435825" cy="64375"/>
            </a:xfrm>
            <a:custGeom>
              <a:avLst/>
              <a:gdLst/>
              <a:ahLst/>
              <a:cxnLst/>
              <a:rect l="l" t="t" r="r" b="b"/>
              <a:pathLst>
                <a:path w="17433" h="2575" extrusionOk="0">
                  <a:moveTo>
                    <a:pt x="355" y="1"/>
                  </a:moveTo>
                  <a:cubicBezTo>
                    <a:pt x="160" y="1"/>
                    <a:pt x="1" y="161"/>
                    <a:pt x="1" y="358"/>
                  </a:cubicBezTo>
                  <a:lnTo>
                    <a:pt x="1" y="2574"/>
                  </a:lnTo>
                  <a:lnTo>
                    <a:pt x="17433" y="2574"/>
                  </a:lnTo>
                  <a:lnTo>
                    <a:pt x="17433" y="358"/>
                  </a:lnTo>
                  <a:cubicBezTo>
                    <a:pt x="17433" y="160"/>
                    <a:pt x="17274" y="1"/>
                    <a:pt x="17076" y="1"/>
                  </a:cubicBezTo>
                  <a:lnTo>
                    <a:pt x="358" y="1"/>
                  </a:lnTo>
                  <a:cubicBezTo>
                    <a:pt x="357" y="1"/>
                    <a:pt x="356" y="1"/>
                    <a:pt x="3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7"/>
            <p:cNvSpPr/>
            <p:nvPr/>
          </p:nvSpPr>
          <p:spPr>
            <a:xfrm>
              <a:off x="7706625" y="3440050"/>
              <a:ext cx="229625" cy="24475"/>
            </a:xfrm>
            <a:custGeom>
              <a:avLst/>
              <a:gdLst/>
              <a:ahLst/>
              <a:cxnLst/>
              <a:rect l="l" t="t" r="r" b="b"/>
              <a:pathLst>
                <a:path w="9185" h="979" extrusionOk="0">
                  <a:moveTo>
                    <a:pt x="1" y="1"/>
                  </a:moveTo>
                  <a:lnTo>
                    <a:pt x="1" y="978"/>
                  </a:lnTo>
                  <a:lnTo>
                    <a:pt x="8953" y="978"/>
                  </a:lnTo>
                  <a:cubicBezTo>
                    <a:pt x="9081" y="978"/>
                    <a:pt x="9185" y="874"/>
                    <a:pt x="9185" y="747"/>
                  </a:cubicBezTo>
                  <a:lnTo>
                    <a:pt x="9185" y="232"/>
                  </a:lnTo>
                  <a:cubicBezTo>
                    <a:pt x="9185" y="103"/>
                    <a:pt x="9081" y="1"/>
                    <a:pt x="8953" y="1"/>
                  </a:cubicBezTo>
                  <a:close/>
                </a:path>
              </a:pathLst>
            </a:custGeom>
            <a:solidFill>
              <a:srgbClr val="FFE9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7"/>
            <p:cNvSpPr/>
            <p:nvPr/>
          </p:nvSpPr>
          <p:spPr>
            <a:xfrm>
              <a:off x="7706625" y="3440050"/>
              <a:ext cx="229625" cy="24475"/>
            </a:xfrm>
            <a:custGeom>
              <a:avLst/>
              <a:gdLst/>
              <a:ahLst/>
              <a:cxnLst/>
              <a:rect l="l" t="t" r="r" b="b"/>
              <a:pathLst>
                <a:path w="9185" h="979" extrusionOk="0">
                  <a:moveTo>
                    <a:pt x="1" y="1"/>
                  </a:moveTo>
                  <a:lnTo>
                    <a:pt x="1" y="978"/>
                  </a:lnTo>
                  <a:lnTo>
                    <a:pt x="8953" y="978"/>
                  </a:lnTo>
                  <a:cubicBezTo>
                    <a:pt x="9081" y="978"/>
                    <a:pt x="9185" y="874"/>
                    <a:pt x="9185" y="747"/>
                  </a:cubicBezTo>
                  <a:lnTo>
                    <a:pt x="9185" y="232"/>
                  </a:lnTo>
                  <a:cubicBezTo>
                    <a:pt x="9185" y="103"/>
                    <a:pt x="9081" y="1"/>
                    <a:pt x="8953" y="1"/>
                  </a:cubicBezTo>
                  <a:close/>
                </a:path>
              </a:pathLst>
            </a:custGeom>
            <a:solidFill>
              <a:srgbClr val="A6D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7"/>
            <p:cNvSpPr/>
            <p:nvPr/>
          </p:nvSpPr>
          <p:spPr>
            <a:xfrm>
              <a:off x="7706625" y="3448250"/>
              <a:ext cx="217925" cy="8125"/>
            </a:xfrm>
            <a:custGeom>
              <a:avLst/>
              <a:gdLst/>
              <a:ahLst/>
              <a:cxnLst/>
              <a:rect l="l" t="t" r="r" b="b"/>
              <a:pathLst>
                <a:path w="8717" h="325" extrusionOk="0">
                  <a:moveTo>
                    <a:pt x="1" y="0"/>
                  </a:moveTo>
                  <a:lnTo>
                    <a:pt x="1" y="324"/>
                  </a:lnTo>
                  <a:lnTo>
                    <a:pt x="8588" y="324"/>
                  </a:lnTo>
                  <a:cubicBezTo>
                    <a:pt x="8659" y="323"/>
                    <a:pt x="8717" y="265"/>
                    <a:pt x="8717" y="194"/>
                  </a:cubicBezTo>
                  <a:lnTo>
                    <a:pt x="8717" y="131"/>
                  </a:lnTo>
                  <a:cubicBezTo>
                    <a:pt x="8717" y="58"/>
                    <a:pt x="8659" y="0"/>
                    <a:pt x="85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7"/>
            <p:cNvSpPr/>
            <p:nvPr/>
          </p:nvSpPr>
          <p:spPr>
            <a:xfrm>
              <a:off x="7959175" y="3445475"/>
              <a:ext cx="15950" cy="13650"/>
            </a:xfrm>
            <a:custGeom>
              <a:avLst/>
              <a:gdLst/>
              <a:ahLst/>
              <a:cxnLst/>
              <a:rect l="l" t="t" r="r" b="b"/>
              <a:pathLst>
                <a:path w="638" h="546" extrusionOk="0">
                  <a:moveTo>
                    <a:pt x="365" y="0"/>
                  </a:moveTo>
                  <a:cubicBezTo>
                    <a:pt x="123" y="0"/>
                    <a:pt x="1" y="293"/>
                    <a:pt x="173" y="465"/>
                  </a:cubicBezTo>
                  <a:cubicBezTo>
                    <a:pt x="228" y="521"/>
                    <a:pt x="297" y="546"/>
                    <a:pt x="364" y="546"/>
                  </a:cubicBezTo>
                  <a:cubicBezTo>
                    <a:pt x="504" y="546"/>
                    <a:pt x="638" y="437"/>
                    <a:pt x="638" y="273"/>
                  </a:cubicBezTo>
                  <a:cubicBezTo>
                    <a:pt x="638" y="123"/>
                    <a:pt x="515" y="0"/>
                    <a:pt x="3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7"/>
            <p:cNvSpPr/>
            <p:nvPr/>
          </p:nvSpPr>
          <p:spPr>
            <a:xfrm>
              <a:off x="8063825" y="3444100"/>
              <a:ext cx="36125" cy="30875"/>
            </a:xfrm>
            <a:custGeom>
              <a:avLst/>
              <a:gdLst/>
              <a:ahLst/>
              <a:cxnLst/>
              <a:rect l="l" t="t" r="r" b="b"/>
              <a:pathLst>
                <a:path w="1445" h="1235" extrusionOk="0">
                  <a:moveTo>
                    <a:pt x="826" y="1"/>
                  </a:moveTo>
                  <a:cubicBezTo>
                    <a:pt x="277" y="1"/>
                    <a:pt x="1" y="666"/>
                    <a:pt x="391" y="1054"/>
                  </a:cubicBezTo>
                  <a:cubicBezTo>
                    <a:pt x="508" y="1173"/>
                    <a:pt x="666" y="1235"/>
                    <a:pt x="827" y="1235"/>
                  </a:cubicBezTo>
                  <a:cubicBezTo>
                    <a:pt x="906" y="1235"/>
                    <a:pt x="986" y="1220"/>
                    <a:pt x="1063" y="1188"/>
                  </a:cubicBezTo>
                  <a:cubicBezTo>
                    <a:pt x="1294" y="1092"/>
                    <a:pt x="1445" y="868"/>
                    <a:pt x="1445" y="618"/>
                  </a:cubicBezTo>
                  <a:cubicBezTo>
                    <a:pt x="1445" y="277"/>
                    <a:pt x="1169" y="1"/>
                    <a:pt x="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7"/>
            <p:cNvSpPr/>
            <p:nvPr/>
          </p:nvSpPr>
          <p:spPr>
            <a:xfrm>
              <a:off x="8065150" y="3437825"/>
              <a:ext cx="33850" cy="28950"/>
            </a:xfrm>
            <a:custGeom>
              <a:avLst/>
              <a:gdLst/>
              <a:ahLst/>
              <a:cxnLst/>
              <a:rect l="l" t="t" r="r" b="b"/>
              <a:pathLst>
                <a:path w="1354" h="1158" extrusionOk="0">
                  <a:moveTo>
                    <a:pt x="775" y="1"/>
                  </a:moveTo>
                  <a:cubicBezTo>
                    <a:pt x="259" y="1"/>
                    <a:pt x="1" y="624"/>
                    <a:pt x="365" y="988"/>
                  </a:cubicBezTo>
                  <a:cubicBezTo>
                    <a:pt x="475" y="1099"/>
                    <a:pt x="624" y="1157"/>
                    <a:pt x="775" y="1157"/>
                  </a:cubicBezTo>
                  <a:cubicBezTo>
                    <a:pt x="850" y="1157"/>
                    <a:pt x="925" y="1143"/>
                    <a:pt x="996" y="1114"/>
                  </a:cubicBezTo>
                  <a:cubicBezTo>
                    <a:pt x="1213" y="1024"/>
                    <a:pt x="1354" y="813"/>
                    <a:pt x="1354" y="579"/>
                  </a:cubicBezTo>
                  <a:cubicBezTo>
                    <a:pt x="1354" y="259"/>
                    <a:pt x="1094" y="1"/>
                    <a:pt x="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7"/>
            <p:cNvSpPr/>
            <p:nvPr/>
          </p:nvSpPr>
          <p:spPr>
            <a:xfrm>
              <a:off x="7876850" y="3202800"/>
              <a:ext cx="95425" cy="40625"/>
            </a:xfrm>
            <a:custGeom>
              <a:avLst/>
              <a:gdLst/>
              <a:ahLst/>
              <a:cxnLst/>
              <a:rect l="l" t="t" r="r" b="b"/>
              <a:pathLst>
                <a:path w="3817" h="1625" extrusionOk="0">
                  <a:moveTo>
                    <a:pt x="1" y="1"/>
                  </a:moveTo>
                  <a:lnTo>
                    <a:pt x="276" y="818"/>
                  </a:lnTo>
                  <a:lnTo>
                    <a:pt x="1706" y="1625"/>
                  </a:lnTo>
                  <a:lnTo>
                    <a:pt x="3426" y="1087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7"/>
            <p:cNvSpPr/>
            <p:nvPr/>
          </p:nvSpPr>
          <p:spPr>
            <a:xfrm>
              <a:off x="7778825" y="3197375"/>
              <a:ext cx="291450" cy="190625"/>
            </a:xfrm>
            <a:custGeom>
              <a:avLst/>
              <a:gdLst/>
              <a:ahLst/>
              <a:cxnLst/>
              <a:rect l="l" t="t" r="r" b="b"/>
              <a:pathLst>
                <a:path w="11658" h="7625" extrusionOk="0">
                  <a:moveTo>
                    <a:pt x="3395" y="0"/>
                  </a:moveTo>
                  <a:cubicBezTo>
                    <a:pt x="3307" y="0"/>
                    <a:pt x="3219" y="16"/>
                    <a:pt x="3135" y="48"/>
                  </a:cubicBezTo>
                  <a:lnTo>
                    <a:pt x="2387" y="327"/>
                  </a:lnTo>
                  <a:cubicBezTo>
                    <a:pt x="1764" y="560"/>
                    <a:pt x="1294" y="1083"/>
                    <a:pt x="1130" y="1728"/>
                  </a:cubicBezTo>
                  <a:lnTo>
                    <a:pt x="242" y="5191"/>
                  </a:lnTo>
                  <a:cubicBezTo>
                    <a:pt x="1" y="6135"/>
                    <a:pt x="421" y="7124"/>
                    <a:pt x="1268" y="7606"/>
                  </a:cubicBezTo>
                  <a:cubicBezTo>
                    <a:pt x="1290" y="7618"/>
                    <a:pt x="1314" y="7624"/>
                    <a:pt x="1338" y="7624"/>
                  </a:cubicBezTo>
                  <a:cubicBezTo>
                    <a:pt x="1380" y="7624"/>
                    <a:pt x="1423" y="7605"/>
                    <a:pt x="1451" y="7569"/>
                  </a:cubicBezTo>
                  <a:lnTo>
                    <a:pt x="2969" y="5667"/>
                  </a:lnTo>
                  <a:cubicBezTo>
                    <a:pt x="3201" y="5380"/>
                    <a:pt x="3550" y="5211"/>
                    <a:pt x="3922" y="5211"/>
                  </a:cubicBezTo>
                  <a:lnTo>
                    <a:pt x="5829" y="5209"/>
                  </a:lnTo>
                  <a:lnTo>
                    <a:pt x="7738" y="5209"/>
                  </a:lnTo>
                  <a:cubicBezTo>
                    <a:pt x="8106" y="5209"/>
                    <a:pt x="8457" y="5378"/>
                    <a:pt x="8688" y="5667"/>
                  </a:cubicBezTo>
                  <a:lnTo>
                    <a:pt x="10207" y="7569"/>
                  </a:lnTo>
                  <a:cubicBezTo>
                    <a:pt x="10235" y="7604"/>
                    <a:pt x="10276" y="7623"/>
                    <a:pt x="10319" y="7623"/>
                  </a:cubicBezTo>
                  <a:cubicBezTo>
                    <a:pt x="10343" y="7623"/>
                    <a:pt x="10368" y="7617"/>
                    <a:pt x="10390" y="7604"/>
                  </a:cubicBezTo>
                  <a:cubicBezTo>
                    <a:pt x="11237" y="7123"/>
                    <a:pt x="11657" y="6134"/>
                    <a:pt x="11416" y="5189"/>
                  </a:cubicBezTo>
                  <a:lnTo>
                    <a:pt x="10529" y="1728"/>
                  </a:lnTo>
                  <a:cubicBezTo>
                    <a:pt x="10364" y="1083"/>
                    <a:pt x="9894" y="560"/>
                    <a:pt x="9271" y="327"/>
                  </a:cubicBezTo>
                  <a:lnTo>
                    <a:pt x="8525" y="48"/>
                  </a:lnTo>
                  <a:cubicBezTo>
                    <a:pt x="8440" y="16"/>
                    <a:pt x="8351" y="0"/>
                    <a:pt x="8264" y="0"/>
                  </a:cubicBezTo>
                  <a:cubicBezTo>
                    <a:pt x="8069" y="0"/>
                    <a:pt x="7879" y="76"/>
                    <a:pt x="7738" y="218"/>
                  </a:cubicBezTo>
                  <a:lnTo>
                    <a:pt x="6993" y="962"/>
                  </a:lnTo>
                  <a:cubicBezTo>
                    <a:pt x="6858" y="1098"/>
                    <a:pt x="6672" y="1175"/>
                    <a:pt x="6481" y="1175"/>
                  </a:cubicBezTo>
                  <a:lnTo>
                    <a:pt x="5177" y="1175"/>
                  </a:lnTo>
                  <a:cubicBezTo>
                    <a:pt x="4985" y="1175"/>
                    <a:pt x="4800" y="1098"/>
                    <a:pt x="4665" y="962"/>
                  </a:cubicBezTo>
                  <a:lnTo>
                    <a:pt x="3920" y="218"/>
                  </a:lnTo>
                  <a:cubicBezTo>
                    <a:pt x="3779" y="76"/>
                    <a:pt x="3589" y="0"/>
                    <a:pt x="33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7"/>
            <p:cNvSpPr/>
            <p:nvPr/>
          </p:nvSpPr>
          <p:spPr>
            <a:xfrm>
              <a:off x="7796825" y="3327600"/>
              <a:ext cx="80050" cy="60350"/>
            </a:xfrm>
            <a:custGeom>
              <a:avLst/>
              <a:gdLst/>
              <a:ahLst/>
              <a:cxnLst/>
              <a:rect l="l" t="t" r="r" b="b"/>
              <a:pathLst>
                <a:path w="3202" h="2414" extrusionOk="0">
                  <a:moveTo>
                    <a:pt x="2145" y="0"/>
                  </a:moveTo>
                  <a:cubicBezTo>
                    <a:pt x="1775" y="0"/>
                    <a:pt x="1424" y="169"/>
                    <a:pt x="1194" y="458"/>
                  </a:cubicBezTo>
                  <a:lnTo>
                    <a:pt x="1193" y="458"/>
                  </a:lnTo>
                  <a:lnTo>
                    <a:pt x="0" y="1952"/>
                  </a:lnTo>
                  <a:cubicBezTo>
                    <a:pt x="157" y="2129"/>
                    <a:pt x="342" y="2279"/>
                    <a:pt x="548" y="2395"/>
                  </a:cubicBezTo>
                  <a:cubicBezTo>
                    <a:pt x="570" y="2408"/>
                    <a:pt x="594" y="2414"/>
                    <a:pt x="618" y="2414"/>
                  </a:cubicBezTo>
                  <a:cubicBezTo>
                    <a:pt x="661" y="2414"/>
                    <a:pt x="703" y="2395"/>
                    <a:pt x="731" y="2360"/>
                  </a:cubicBezTo>
                  <a:lnTo>
                    <a:pt x="2249" y="458"/>
                  </a:lnTo>
                  <a:cubicBezTo>
                    <a:pt x="2481" y="169"/>
                    <a:pt x="2832" y="0"/>
                    <a:pt x="3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7"/>
            <p:cNvSpPr/>
            <p:nvPr/>
          </p:nvSpPr>
          <p:spPr>
            <a:xfrm>
              <a:off x="7973625" y="3197375"/>
              <a:ext cx="96650" cy="190625"/>
            </a:xfrm>
            <a:custGeom>
              <a:avLst/>
              <a:gdLst/>
              <a:ahLst/>
              <a:cxnLst/>
              <a:rect l="l" t="t" r="r" b="b"/>
              <a:pathLst>
                <a:path w="3866" h="7625" extrusionOk="0">
                  <a:moveTo>
                    <a:pt x="472" y="1"/>
                  </a:moveTo>
                  <a:cubicBezTo>
                    <a:pt x="302" y="1"/>
                    <a:pt x="135" y="59"/>
                    <a:pt x="0" y="170"/>
                  </a:cubicBezTo>
                  <a:lnTo>
                    <a:pt x="422" y="327"/>
                  </a:lnTo>
                  <a:cubicBezTo>
                    <a:pt x="1044" y="560"/>
                    <a:pt x="1515" y="1083"/>
                    <a:pt x="1680" y="1728"/>
                  </a:cubicBezTo>
                  <a:lnTo>
                    <a:pt x="2567" y="5191"/>
                  </a:lnTo>
                  <a:cubicBezTo>
                    <a:pt x="2746" y="5887"/>
                    <a:pt x="2567" y="6625"/>
                    <a:pt x="2089" y="7163"/>
                  </a:cubicBezTo>
                  <a:lnTo>
                    <a:pt x="2415" y="7569"/>
                  </a:lnTo>
                  <a:cubicBezTo>
                    <a:pt x="2443" y="7605"/>
                    <a:pt x="2485" y="7624"/>
                    <a:pt x="2528" y="7624"/>
                  </a:cubicBezTo>
                  <a:cubicBezTo>
                    <a:pt x="2552" y="7624"/>
                    <a:pt x="2576" y="7618"/>
                    <a:pt x="2598" y="7606"/>
                  </a:cubicBezTo>
                  <a:cubicBezTo>
                    <a:pt x="3445" y="7124"/>
                    <a:pt x="3865" y="6135"/>
                    <a:pt x="3624" y="5191"/>
                  </a:cubicBezTo>
                  <a:lnTo>
                    <a:pt x="2737" y="1728"/>
                  </a:lnTo>
                  <a:cubicBezTo>
                    <a:pt x="2572" y="1083"/>
                    <a:pt x="2102" y="560"/>
                    <a:pt x="1479" y="327"/>
                  </a:cubicBezTo>
                  <a:lnTo>
                    <a:pt x="733" y="48"/>
                  </a:lnTo>
                  <a:cubicBezTo>
                    <a:pt x="648" y="16"/>
                    <a:pt x="560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7"/>
            <p:cNvSpPr/>
            <p:nvPr/>
          </p:nvSpPr>
          <p:spPr>
            <a:xfrm>
              <a:off x="7836375" y="3227775"/>
              <a:ext cx="33700" cy="32375"/>
            </a:xfrm>
            <a:custGeom>
              <a:avLst/>
              <a:gdLst/>
              <a:ahLst/>
              <a:cxnLst/>
              <a:rect l="l" t="t" r="r" b="b"/>
              <a:pathLst>
                <a:path w="1348" h="1295" extrusionOk="0">
                  <a:moveTo>
                    <a:pt x="700" y="1"/>
                  </a:moveTo>
                  <a:cubicBezTo>
                    <a:pt x="437" y="1"/>
                    <a:pt x="203" y="158"/>
                    <a:pt x="102" y="399"/>
                  </a:cubicBezTo>
                  <a:cubicBezTo>
                    <a:pt x="1" y="641"/>
                    <a:pt x="57" y="920"/>
                    <a:pt x="242" y="1106"/>
                  </a:cubicBezTo>
                  <a:cubicBezTo>
                    <a:pt x="366" y="1229"/>
                    <a:pt x="530" y="1295"/>
                    <a:pt x="698" y="1295"/>
                  </a:cubicBezTo>
                  <a:cubicBezTo>
                    <a:pt x="782" y="1295"/>
                    <a:pt x="866" y="1278"/>
                    <a:pt x="947" y="1245"/>
                  </a:cubicBezTo>
                  <a:cubicBezTo>
                    <a:pt x="1190" y="1145"/>
                    <a:pt x="1347" y="909"/>
                    <a:pt x="1347" y="648"/>
                  </a:cubicBezTo>
                  <a:cubicBezTo>
                    <a:pt x="1347" y="290"/>
                    <a:pt x="1058" y="1"/>
                    <a:pt x="700" y="1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7"/>
            <p:cNvSpPr/>
            <p:nvPr/>
          </p:nvSpPr>
          <p:spPr>
            <a:xfrm>
              <a:off x="7948150" y="3272475"/>
              <a:ext cx="33675" cy="32400"/>
            </a:xfrm>
            <a:custGeom>
              <a:avLst/>
              <a:gdLst/>
              <a:ahLst/>
              <a:cxnLst/>
              <a:rect l="l" t="t" r="r" b="b"/>
              <a:pathLst>
                <a:path w="1347" h="1296" extrusionOk="0">
                  <a:moveTo>
                    <a:pt x="698" y="1"/>
                  </a:moveTo>
                  <a:cubicBezTo>
                    <a:pt x="437" y="1"/>
                    <a:pt x="200" y="158"/>
                    <a:pt x="101" y="401"/>
                  </a:cubicBezTo>
                  <a:cubicBezTo>
                    <a:pt x="0" y="642"/>
                    <a:pt x="55" y="920"/>
                    <a:pt x="240" y="1105"/>
                  </a:cubicBezTo>
                  <a:cubicBezTo>
                    <a:pt x="364" y="1229"/>
                    <a:pt x="530" y="1296"/>
                    <a:pt x="699" y="1296"/>
                  </a:cubicBezTo>
                  <a:cubicBezTo>
                    <a:pt x="782" y="1296"/>
                    <a:pt x="866" y="1279"/>
                    <a:pt x="946" y="1246"/>
                  </a:cubicBezTo>
                  <a:cubicBezTo>
                    <a:pt x="1188" y="1145"/>
                    <a:pt x="1347" y="910"/>
                    <a:pt x="1347" y="647"/>
                  </a:cubicBezTo>
                  <a:cubicBezTo>
                    <a:pt x="1347" y="290"/>
                    <a:pt x="1055" y="1"/>
                    <a:pt x="698" y="1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7"/>
            <p:cNvSpPr/>
            <p:nvPr/>
          </p:nvSpPr>
          <p:spPr>
            <a:xfrm>
              <a:off x="7950950" y="3276125"/>
              <a:ext cx="22350" cy="19150"/>
            </a:xfrm>
            <a:custGeom>
              <a:avLst/>
              <a:gdLst/>
              <a:ahLst/>
              <a:cxnLst/>
              <a:rect l="l" t="t" r="r" b="b"/>
              <a:pathLst>
                <a:path w="894" h="766" extrusionOk="0">
                  <a:moveTo>
                    <a:pt x="512" y="0"/>
                  </a:moveTo>
                  <a:cubicBezTo>
                    <a:pt x="171" y="0"/>
                    <a:pt x="1" y="412"/>
                    <a:pt x="241" y="653"/>
                  </a:cubicBezTo>
                  <a:cubicBezTo>
                    <a:pt x="319" y="731"/>
                    <a:pt x="414" y="766"/>
                    <a:pt x="508" y="766"/>
                  </a:cubicBezTo>
                  <a:cubicBezTo>
                    <a:pt x="705" y="766"/>
                    <a:pt x="894" y="613"/>
                    <a:pt x="894" y="382"/>
                  </a:cubicBezTo>
                  <a:cubicBezTo>
                    <a:pt x="894" y="171"/>
                    <a:pt x="722" y="0"/>
                    <a:pt x="512" y="0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7"/>
            <p:cNvSpPr/>
            <p:nvPr/>
          </p:nvSpPr>
          <p:spPr>
            <a:xfrm>
              <a:off x="7989200" y="3222825"/>
              <a:ext cx="15900" cy="13625"/>
            </a:xfrm>
            <a:custGeom>
              <a:avLst/>
              <a:gdLst/>
              <a:ahLst/>
              <a:cxnLst/>
              <a:rect l="l" t="t" r="r" b="b"/>
              <a:pathLst>
                <a:path w="636" h="545" extrusionOk="0">
                  <a:moveTo>
                    <a:pt x="364" y="0"/>
                  </a:moveTo>
                  <a:cubicBezTo>
                    <a:pt x="123" y="0"/>
                    <a:pt x="1" y="293"/>
                    <a:pt x="173" y="465"/>
                  </a:cubicBezTo>
                  <a:cubicBezTo>
                    <a:pt x="228" y="520"/>
                    <a:pt x="295" y="545"/>
                    <a:pt x="362" y="545"/>
                  </a:cubicBezTo>
                  <a:cubicBezTo>
                    <a:pt x="501" y="545"/>
                    <a:pt x="636" y="436"/>
                    <a:pt x="636" y="272"/>
                  </a:cubicBezTo>
                  <a:cubicBezTo>
                    <a:pt x="636" y="123"/>
                    <a:pt x="515" y="0"/>
                    <a:pt x="364" y="0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7"/>
            <p:cNvSpPr/>
            <p:nvPr/>
          </p:nvSpPr>
          <p:spPr>
            <a:xfrm>
              <a:off x="7989200" y="3258875"/>
              <a:ext cx="15900" cy="13650"/>
            </a:xfrm>
            <a:custGeom>
              <a:avLst/>
              <a:gdLst/>
              <a:ahLst/>
              <a:cxnLst/>
              <a:rect l="l" t="t" r="r" b="b"/>
              <a:pathLst>
                <a:path w="636" h="546" extrusionOk="0">
                  <a:moveTo>
                    <a:pt x="364" y="1"/>
                  </a:moveTo>
                  <a:cubicBezTo>
                    <a:pt x="123" y="2"/>
                    <a:pt x="1" y="295"/>
                    <a:pt x="173" y="465"/>
                  </a:cubicBezTo>
                  <a:cubicBezTo>
                    <a:pt x="228" y="521"/>
                    <a:pt x="296" y="546"/>
                    <a:pt x="362" y="546"/>
                  </a:cubicBezTo>
                  <a:cubicBezTo>
                    <a:pt x="502" y="546"/>
                    <a:pt x="636" y="437"/>
                    <a:pt x="636" y="273"/>
                  </a:cubicBezTo>
                  <a:cubicBezTo>
                    <a:pt x="636" y="123"/>
                    <a:pt x="515" y="1"/>
                    <a:pt x="364" y="1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7"/>
            <p:cNvSpPr/>
            <p:nvPr/>
          </p:nvSpPr>
          <p:spPr>
            <a:xfrm>
              <a:off x="7969800" y="3241150"/>
              <a:ext cx="15900" cy="13600"/>
            </a:xfrm>
            <a:custGeom>
              <a:avLst/>
              <a:gdLst/>
              <a:ahLst/>
              <a:cxnLst/>
              <a:rect l="l" t="t" r="r" b="b"/>
              <a:pathLst>
                <a:path w="636" h="544" extrusionOk="0">
                  <a:moveTo>
                    <a:pt x="365" y="0"/>
                  </a:moveTo>
                  <a:cubicBezTo>
                    <a:pt x="123" y="0"/>
                    <a:pt x="1" y="293"/>
                    <a:pt x="173" y="463"/>
                  </a:cubicBezTo>
                  <a:cubicBezTo>
                    <a:pt x="228" y="519"/>
                    <a:pt x="296" y="544"/>
                    <a:pt x="363" y="544"/>
                  </a:cubicBezTo>
                  <a:cubicBezTo>
                    <a:pt x="502" y="544"/>
                    <a:pt x="636" y="436"/>
                    <a:pt x="636" y="271"/>
                  </a:cubicBezTo>
                  <a:cubicBezTo>
                    <a:pt x="636" y="122"/>
                    <a:pt x="515" y="0"/>
                    <a:pt x="365" y="0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7"/>
            <p:cNvSpPr/>
            <p:nvPr/>
          </p:nvSpPr>
          <p:spPr>
            <a:xfrm>
              <a:off x="8008600" y="3241150"/>
              <a:ext cx="15925" cy="13625"/>
            </a:xfrm>
            <a:custGeom>
              <a:avLst/>
              <a:gdLst/>
              <a:ahLst/>
              <a:cxnLst/>
              <a:rect l="l" t="t" r="r" b="b"/>
              <a:pathLst>
                <a:path w="637" h="545" extrusionOk="0">
                  <a:moveTo>
                    <a:pt x="364" y="0"/>
                  </a:moveTo>
                  <a:cubicBezTo>
                    <a:pt x="123" y="0"/>
                    <a:pt x="0" y="293"/>
                    <a:pt x="172" y="465"/>
                  </a:cubicBezTo>
                  <a:cubicBezTo>
                    <a:pt x="227" y="520"/>
                    <a:pt x="295" y="544"/>
                    <a:pt x="362" y="544"/>
                  </a:cubicBezTo>
                  <a:cubicBezTo>
                    <a:pt x="502" y="544"/>
                    <a:pt x="637" y="436"/>
                    <a:pt x="637" y="271"/>
                  </a:cubicBezTo>
                  <a:cubicBezTo>
                    <a:pt x="637" y="122"/>
                    <a:pt x="515" y="0"/>
                    <a:pt x="364" y="0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7"/>
            <p:cNvSpPr/>
            <p:nvPr/>
          </p:nvSpPr>
          <p:spPr>
            <a:xfrm>
              <a:off x="7866525" y="3265525"/>
              <a:ext cx="45950" cy="45975"/>
            </a:xfrm>
            <a:custGeom>
              <a:avLst/>
              <a:gdLst/>
              <a:ahLst/>
              <a:cxnLst/>
              <a:rect l="l" t="t" r="r" b="b"/>
              <a:pathLst>
                <a:path w="1838" h="1839" extrusionOk="0">
                  <a:moveTo>
                    <a:pt x="927" y="1"/>
                  </a:moveTo>
                  <a:cubicBezTo>
                    <a:pt x="775" y="1"/>
                    <a:pt x="651" y="127"/>
                    <a:pt x="655" y="280"/>
                  </a:cubicBezTo>
                  <a:lnTo>
                    <a:pt x="655" y="656"/>
                  </a:lnTo>
                  <a:lnTo>
                    <a:pt x="280" y="656"/>
                  </a:lnTo>
                  <a:cubicBezTo>
                    <a:pt x="277" y="656"/>
                    <a:pt x="274" y="656"/>
                    <a:pt x="271" y="656"/>
                  </a:cubicBezTo>
                  <a:cubicBezTo>
                    <a:pt x="121" y="656"/>
                    <a:pt x="1" y="776"/>
                    <a:pt x="1" y="927"/>
                  </a:cubicBezTo>
                  <a:cubicBezTo>
                    <a:pt x="1" y="1076"/>
                    <a:pt x="121" y="1198"/>
                    <a:pt x="271" y="1198"/>
                  </a:cubicBezTo>
                  <a:cubicBezTo>
                    <a:pt x="274" y="1198"/>
                    <a:pt x="277" y="1198"/>
                    <a:pt x="280" y="1198"/>
                  </a:cubicBezTo>
                  <a:lnTo>
                    <a:pt x="655" y="1198"/>
                  </a:lnTo>
                  <a:lnTo>
                    <a:pt x="655" y="1574"/>
                  </a:lnTo>
                  <a:cubicBezTo>
                    <a:pt x="659" y="1721"/>
                    <a:pt x="780" y="1838"/>
                    <a:pt x="927" y="1838"/>
                  </a:cubicBezTo>
                  <a:cubicBezTo>
                    <a:pt x="1074" y="1838"/>
                    <a:pt x="1195" y="1721"/>
                    <a:pt x="1200" y="1574"/>
                  </a:cubicBezTo>
                  <a:lnTo>
                    <a:pt x="1200" y="1198"/>
                  </a:lnTo>
                  <a:lnTo>
                    <a:pt x="1575" y="1198"/>
                  </a:lnTo>
                  <a:cubicBezTo>
                    <a:pt x="1722" y="1195"/>
                    <a:pt x="1838" y="1074"/>
                    <a:pt x="1838" y="927"/>
                  </a:cubicBezTo>
                  <a:cubicBezTo>
                    <a:pt x="1838" y="780"/>
                    <a:pt x="1722" y="659"/>
                    <a:pt x="1575" y="656"/>
                  </a:cubicBezTo>
                  <a:lnTo>
                    <a:pt x="1200" y="656"/>
                  </a:lnTo>
                  <a:lnTo>
                    <a:pt x="1200" y="280"/>
                  </a:lnTo>
                  <a:cubicBezTo>
                    <a:pt x="1203" y="127"/>
                    <a:pt x="1081" y="1"/>
                    <a:pt x="927" y="1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7"/>
            <p:cNvSpPr/>
            <p:nvPr/>
          </p:nvSpPr>
          <p:spPr>
            <a:xfrm>
              <a:off x="7836375" y="3223225"/>
              <a:ext cx="33700" cy="32400"/>
            </a:xfrm>
            <a:custGeom>
              <a:avLst/>
              <a:gdLst/>
              <a:ahLst/>
              <a:cxnLst/>
              <a:rect l="l" t="t" r="r" b="b"/>
              <a:pathLst>
                <a:path w="1348" h="1296" extrusionOk="0">
                  <a:moveTo>
                    <a:pt x="700" y="1"/>
                  </a:moveTo>
                  <a:cubicBezTo>
                    <a:pt x="437" y="1"/>
                    <a:pt x="203" y="158"/>
                    <a:pt x="102" y="401"/>
                  </a:cubicBezTo>
                  <a:cubicBezTo>
                    <a:pt x="1" y="643"/>
                    <a:pt x="57" y="920"/>
                    <a:pt x="242" y="1106"/>
                  </a:cubicBezTo>
                  <a:cubicBezTo>
                    <a:pt x="366" y="1230"/>
                    <a:pt x="532" y="1296"/>
                    <a:pt x="700" y="1296"/>
                  </a:cubicBezTo>
                  <a:cubicBezTo>
                    <a:pt x="783" y="1296"/>
                    <a:pt x="867" y="1280"/>
                    <a:pt x="947" y="1246"/>
                  </a:cubicBezTo>
                  <a:cubicBezTo>
                    <a:pt x="1190" y="1147"/>
                    <a:pt x="1347" y="911"/>
                    <a:pt x="1347" y="649"/>
                  </a:cubicBezTo>
                  <a:cubicBezTo>
                    <a:pt x="1347" y="290"/>
                    <a:pt x="1058" y="1"/>
                    <a:pt x="7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7"/>
            <p:cNvSpPr/>
            <p:nvPr/>
          </p:nvSpPr>
          <p:spPr>
            <a:xfrm>
              <a:off x="7948150" y="3267975"/>
              <a:ext cx="33675" cy="32375"/>
            </a:xfrm>
            <a:custGeom>
              <a:avLst/>
              <a:gdLst/>
              <a:ahLst/>
              <a:cxnLst/>
              <a:rect l="l" t="t" r="r" b="b"/>
              <a:pathLst>
                <a:path w="1347" h="1295" extrusionOk="0">
                  <a:moveTo>
                    <a:pt x="701" y="0"/>
                  </a:moveTo>
                  <a:cubicBezTo>
                    <a:pt x="700" y="0"/>
                    <a:pt x="699" y="0"/>
                    <a:pt x="698" y="0"/>
                  </a:cubicBezTo>
                  <a:cubicBezTo>
                    <a:pt x="437" y="0"/>
                    <a:pt x="200" y="158"/>
                    <a:pt x="101" y="399"/>
                  </a:cubicBezTo>
                  <a:cubicBezTo>
                    <a:pt x="0" y="640"/>
                    <a:pt x="55" y="920"/>
                    <a:pt x="240" y="1105"/>
                  </a:cubicBezTo>
                  <a:cubicBezTo>
                    <a:pt x="364" y="1229"/>
                    <a:pt x="529" y="1294"/>
                    <a:pt x="697" y="1294"/>
                  </a:cubicBezTo>
                  <a:cubicBezTo>
                    <a:pt x="781" y="1294"/>
                    <a:pt x="866" y="1278"/>
                    <a:pt x="946" y="1244"/>
                  </a:cubicBezTo>
                  <a:cubicBezTo>
                    <a:pt x="1188" y="1145"/>
                    <a:pt x="1347" y="908"/>
                    <a:pt x="1347" y="647"/>
                  </a:cubicBezTo>
                  <a:cubicBezTo>
                    <a:pt x="1347" y="291"/>
                    <a:pt x="1057" y="0"/>
                    <a:pt x="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7"/>
            <p:cNvSpPr/>
            <p:nvPr/>
          </p:nvSpPr>
          <p:spPr>
            <a:xfrm>
              <a:off x="7950950" y="3271575"/>
              <a:ext cx="22350" cy="19175"/>
            </a:xfrm>
            <a:custGeom>
              <a:avLst/>
              <a:gdLst/>
              <a:ahLst/>
              <a:cxnLst/>
              <a:rect l="l" t="t" r="r" b="b"/>
              <a:pathLst>
                <a:path w="894" h="767" extrusionOk="0">
                  <a:moveTo>
                    <a:pt x="512" y="0"/>
                  </a:moveTo>
                  <a:cubicBezTo>
                    <a:pt x="171" y="0"/>
                    <a:pt x="1" y="412"/>
                    <a:pt x="241" y="654"/>
                  </a:cubicBezTo>
                  <a:cubicBezTo>
                    <a:pt x="319" y="732"/>
                    <a:pt x="415" y="767"/>
                    <a:pt x="509" y="767"/>
                  </a:cubicBezTo>
                  <a:cubicBezTo>
                    <a:pt x="706" y="767"/>
                    <a:pt x="894" y="614"/>
                    <a:pt x="894" y="384"/>
                  </a:cubicBezTo>
                  <a:cubicBezTo>
                    <a:pt x="894" y="172"/>
                    <a:pt x="722" y="0"/>
                    <a:pt x="5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7"/>
            <p:cNvSpPr/>
            <p:nvPr/>
          </p:nvSpPr>
          <p:spPr>
            <a:xfrm>
              <a:off x="7989200" y="3218275"/>
              <a:ext cx="15900" cy="13650"/>
            </a:xfrm>
            <a:custGeom>
              <a:avLst/>
              <a:gdLst/>
              <a:ahLst/>
              <a:cxnLst/>
              <a:rect l="l" t="t" r="r" b="b"/>
              <a:pathLst>
                <a:path w="636" h="546" extrusionOk="0">
                  <a:moveTo>
                    <a:pt x="364" y="0"/>
                  </a:moveTo>
                  <a:cubicBezTo>
                    <a:pt x="123" y="0"/>
                    <a:pt x="1" y="293"/>
                    <a:pt x="173" y="465"/>
                  </a:cubicBezTo>
                  <a:cubicBezTo>
                    <a:pt x="228" y="521"/>
                    <a:pt x="296" y="546"/>
                    <a:pt x="362" y="546"/>
                  </a:cubicBezTo>
                  <a:cubicBezTo>
                    <a:pt x="502" y="546"/>
                    <a:pt x="636" y="437"/>
                    <a:pt x="636" y="273"/>
                  </a:cubicBezTo>
                  <a:cubicBezTo>
                    <a:pt x="636" y="123"/>
                    <a:pt x="515" y="0"/>
                    <a:pt x="3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7"/>
            <p:cNvSpPr/>
            <p:nvPr/>
          </p:nvSpPr>
          <p:spPr>
            <a:xfrm>
              <a:off x="7989200" y="3254375"/>
              <a:ext cx="15900" cy="13625"/>
            </a:xfrm>
            <a:custGeom>
              <a:avLst/>
              <a:gdLst/>
              <a:ahLst/>
              <a:cxnLst/>
              <a:rect l="l" t="t" r="r" b="b"/>
              <a:pathLst>
                <a:path w="636" h="545" extrusionOk="0">
                  <a:moveTo>
                    <a:pt x="364" y="0"/>
                  </a:moveTo>
                  <a:cubicBezTo>
                    <a:pt x="123" y="0"/>
                    <a:pt x="1" y="293"/>
                    <a:pt x="173" y="463"/>
                  </a:cubicBezTo>
                  <a:cubicBezTo>
                    <a:pt x="228" y="519"/>
                    <a:pt x="296" y="544"/>
                    <a:pt x="363" y="544"/>
                  </a:cubicBezTo>
                  <a:cubicBezTo>
                    <a:pt x="502" y="544"/>
                    <a:pt x="636" y="436"/>
                    <a:pt x="636" y="272"/>
                  </a:cubicBezTo>
                  <a:cubicBezTo>
                    <a:pt x="636" y="121"/>
                    <a:pt x="515" y="0"/>
                    <a:pt x="36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7"/>
            <p:cNvSpPr/>
            <p:nvPr/>
          </p:nvSpPr>
          <p:spPr>
            <a:xfrm>
              <a:off x="7969800" y="3236625"/>
              <a:ext cx="15900" cy="13600"/>
            </a:xfrm>
            <a:custGeom>
              <a:avLst/>
              <a:gdLst/>
              <a:ahLst/>
              <a:cxnLst/>
              <a:rect l="l" t="t" r="r" b="b"/>
              <a:pathLst>
                <a:path w="636" h="544" extrusionOk="0">
                  <a:moveTo>
                    <a:pt x="368" y="1"/>
                  </a:moveTo>
                  <a:cubicBezTo>
                    <a:pt x="367" y="1"/>
                    <a:pt x="366" y="1"/>
                    <a:pt x="365" y="1"/>
                  </a:cubicBezTo>
                  <a:cubicBezTo>
                    <a:pt x="123" y="1"/>
                    <a:pt x="1" y="292"/>
                    <a:pt x="173" y="464"/>
                  </a:cubicBezTo>
                  <a:cubicBezTo>
                    <a:pt x="228" y="519"/>
                    <a:pt x="296" y="544"/>
                    <a:pt x="362" y="544"/>
                  </a:cubicBezTo>
                  <a:cubicBezTo>
                    <a:pt x="502" y="544"/>
                    <a:pt x="636" y="435"/>
                    <a:pt x="636" y="272"/>
                  </a:cubicBezTo>
                  <a:cubicBezTo>
                    <a:pt x="636" y="123"/>
                    <a:pt x="517" y="1"/>
                    <a:pt x="3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7"/>
            <p:cNvSpPr/>
            <p:nvPr/>
          </p:nvSpPr>
          <p:spPr>
            <a:xfrm>
              <a:off x="8008600" y="3236625"/>
              <a:ext cx="15925" cy="13625"/>
            </a:xfrm>
            <a:custGeom>
              <a:avLst/>
              <a:gdLst/>
              <a:ahLst/>
              <a:cxnLst/>
              <a:rect l="l" t="t" r="r" b="b"/>
              <a:pathLst>
                <a:path w="637" h="545" extrusionOk="0">
                  <a:moveTo>
                    <a:pt x="367" y="1"/>
                  </a:moveTo>
                  <a:cubicBezTo>
                    <a:pt x="366" y="1"/>
                    <a:pt x="365" y="1"/>
                    <a:pt x="364" y="1"/>
                  </a:cubicBezTo>
                  <a:cubicBezTo>
                    <a:pt x="123" y="1"/>
                    <a:pt x="0" y="294"/>
                    <a:pt x="172" y="464"/>
                  </a:cubicBezTo>
                  <a:cubicBezTo>
                    <a:pt x="227" y="519"/>
                    <a:pt x="295" y="544"/>
                    <a:pt x="362" y="544"/>
                  </a:cubicBezTo>
                  <a:cubicBezTo>
                    <a:pt x="502" y="544"/>
                    <a:pt x="637" y="435"/>
                    <a:pt x="637" y="272"/>
                  </a:cubicBezTo>
                  <a:cubicBezTo>
                    <a:pt x="637" y="123"/>
                    <a:pt x="516" y="1"/>
                    <a:pt x="367" y="1"/>
                  </a:cubicBezTo>
                  <a:close/>
                </a:path>
              </a:pathLst>
            </a:custGeom>
            <a:solidFill>
              <a:srgbClr val="A6D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7"/>
            <p:cNvSpPr/>
            <p:nvPr/>
          </p:nvSpPr>
          <p:spPr>
            <a:xfrm>
              <a:off x="7866525" y="3261325"/>
              <a:ext cx="45950" cy="46000"/>
            </a:xfrm>
            <a:custGeom>
              <a:avLst/>
              <a:gdLst/>
              <a:ahLst/>
              <a:cxnLst/>
              <a:rect l="l" t="t" r="r" b="b"/>
              <a:pathLst>
                <a:path w="1838" h="1840" extrusionOk="0">
                  <a:moveTo>
                    <a:pt x="927" y="0"/>
                  </a:moveTo>
                  <a:cubicBezTo>
                    <a:pt x="780" y="0"/>
                    <a:pt x="659" y="118"/>
                    <a:pt x="655" y="265"/>
                  </a:cubicBezTo>
                  <a:lnTo>
                    <a:pt x="655" y="640"/>
                  </a:lnTo>
                  <a:lnTo>
                    <a:pt x="280" y="640"/>
                  </a:lnTo>
                  <a:cubicBezTo>
                    <a:pt x="278" y="640"/>
                    <a:pt x="276" y="640"/>
                    <a:pt x="274" y="640"/>
                  </a:cubicBezTo>
                  <a:cubicBezTo>
                    <a:pt x="123" y="640"/>
                    <a:pt x="1" y="761"/>
                    <a:pt x="1" y="911"/>
                  </a:cubicBezTo>
                  <a:cubicBezTo>
                    <a:pt x="1" y="1063"/>
                    <a:pt x="123" y="1184"/>
                    <a:pt x="274" y="1184"/>
                  </a:cubicBezTo>
                  <a:cubicBezTo>
                    <a:pt x="276" y="1184"/>
                    <a:pt x="278" y="1184"/>
                    <a:pt x="280" y="1184"/>
                  </a:cubicBezTo>
                  <a:lnTo>
                    <a:pt x="655" y="1184"/>
                  </a:lnTo>
                  <a:lnTo>
                    <a:pt x="655" y="1560"/>
                  </a:lnTo>
                  <a:cubicBezTo>
                    <a:pt x="651" y="1712"/>
                    <a:pt x="775" y="1839"/>
                    <a:pt x="927" y="1839"/>
                  </a:cubicBezTo>
                  <a:cubicBezTo>
                    <a:pt x="1081" y="1839"/>
                    <a:pt x="1203" y="1712"/>
                    <a:pt x="1200" y="1560"/>
                  </a:cubicBezTo>
                  <a:lnTo>
                    <a:pt x="1200" y="1184"/>
                  </a:lnTo>
                  <a:lnTo>
                    <a:pt x="1575" y="1184"/>
                  </a:lnTo>
                  <a:cubicBezTo>
                    <a:pt x="1722" y="1181"/>
                    <a:pt x="1838" y="1060"/>
                    <a:pt x="1838" y="913"/>
                  </a:cubicBezTo>
                  <a:cubicBezTo>
                    <a:pt x="1838" y="766"/>
                    <a:pt x="1722" y="645"/>
                    <a:pt x="1575" y="642"/>
                  </a:cubicBezTo>
                  <a:lnTo>
                    <a:pt x="1200" y="642"/>
                  </a:lnTo>
                  <a:lnTo>
                    <a:pt x="1200" y="265"/>
                  </a:lnTo>
                  <a:cubicBezTo>
                    <a:pt x="1195" y="118"/>
                    <a:pt x="1074" y="0"/>
                    <a:pt x="927" y="0"/>
                  </a:cubicBezTo>
                  <a:close/>
                </a:path>
              </a:pathLst>
            </a:custGeom>
            <a:solidFill>
              <a:srgbClr val="A6DB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2" name="Google Shape;1202;p47"/>
          <p:cNvGrpSpPr/>
          <p:nvPr/>
        </p:nvGrpSpPr>
        <p:grpSpPr>
          <a:xfrm rot="-797625">
            <a:off x="2790591" y="2991246"/>
            <a:ext cx="604464" cy="337389"/>
            <a:chOff x="1782800" y="2504875"/>
            <a:chExt cx="435850" cy="243275"/>
          </a:xfrm>
        </p:grpSpPr>
        <p:sp>
          <p:nvSpPr>
            <p:cNvPr id="1203" name="Google Shape;1203;p47"/>
            <p:cNvSpPr/>
            <p:nvPr/>
          </p:nvSpPr>
          <p:spPr>
            <a:xfrm>
              <a:off x="1782800" y="2504875"/>
              <a:ext cx="435850" cy="243275"/>
            </a:xfrm>
            <a:custGeom>
              <a:avLst/>
              <a:gdLst/>
              <a:ahLst/>
              <a:cxnLst/>
              <a:rect l="l" t="t" r="r" b="b"/>
              <a:pathLst>
                <a:path w="17434" h="9731" extrusionOk="0">
                  <a:moveTo>
                    <a:pt x="974" y="0"/>
                  </a:moveTo>
                  <a:cubicBezTo>
                    <a:pt x="437" y="0"/>
                    <a:pt x="0" y="437"/>
                    <a:pt x="0" y="975"/>
                  </a:cubicBezTo>
                  <a:lnTo>
                    <a:pt x="0" y="8756"/>
                  </a:lnTo>
                  <a:cubicBezTo>
                    <a:pt x="0" y="9294"/>
                    <a:pt x="437" y="9730"/>
                    <a:pt x="974" y="9730"/>
                  </a:cubicBezTo>
                  <a:lnTo>
                    <a:pt x="16460" y="9730"/>
                  </a:lnTo>
                  <a:cubicBezTo>
                    <a:pt x="16997" y="9730"/>
                    <a:pt x="17434" y="9294"/>
                    <a:pt x="17434" y="8756"/>
                  </a:cubicBezTo>
                  <a:lnTo>
                    <a:pt x="17434" y="975"/>
                  </a:lnTo>
                  <a:cubicBezTo>
                    <a:pt x="17434" y="437"/>
                    <a:pt x="16997" y="0"/>
                    <a:pt x="164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7"/>
            <p:cNvSpPr/>
            <p:nvPr/>
          </p:nvSpPr>
          <p:spPr>
            <a:xfrm>
              <a:off x="2010575" y="2504875"/>
              <a:ext cx="208075" cy="243275"/>
            </a:xfrm>
            <a:custGeom>
              <a:avLst/>
              <a:gdLst/>
              <a:ahLst/>
              <a:cxnLst/>
              <a:rect l="l" t="t" r="r" b="b"/>
              <a:pathLst>
                <a:path w="8323" h="9731" extrusionOk="0">
                  <a:moveTo>
                    <a:pt x="4142" y="0"/>
                  </a:moveTo>
                  <a:lnTo>
                    <a:pt x="0" y="9730"/>
                  </a:lnTo>
                  <a:lnTo>
                    <a:pt x="7349" y="9730"/>
                  </a:lnTo>
                  <a:cubicBezTo>
                    <a:pt x="7886" y="9729"/>
                    <a:pt x="8323" y="9294"/>
                    <a:pt x="8323" y="8756"/>
                  </a:cubicBezTo>
                  <a:lnTo>
                    <a:pt x="8323" y="975"/>
                  </a:lnTo>
                  <a:cubicBezTo>
                    <a:pt x="8323" y="437"/>
                    <a:pt x="7886" y="0"/>
                    <a:pt x="7349" y="0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7"/>
            <p:cNvSpPr/>
            <p:nvPr/>
          </p:nvSpPr>
          <p:spPr>
            <a:xfrm>
              <a:off x="1895550" y="2531950"/>
              <a:ext cx="210350" cy="189075"/>
            </a:xfrm>
            <a:custGeom>
              <a:avLst/>
              <a:gdLst/>
              <a:ahLst/>
              <a:cxnLst/>
              <a:rect l="l" t="t" r="r" b="b"/>
              <a:pathLst>
                <a:path w="8414" h="7563" extrusionOk="0">
                  <a:moveTo>
                    <a:pt x="0" y="1"/>
                  </a:moveTo>
                  <a:lnTo>
                    <a:pt x="0" y="7562"/>
                  </a:lnTo>
                  <a:lnTo>
                    <a:pt x="8414" y="7562"/>
                  </a:lnTo>
                  <a:lnTo>
                    <a:pt x="84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7"/>
            <p:cNvSpPr/>
            <p:nvPr/>
          </p:nvSpPr>
          <p:spPr>
            <a:xfrm>
              <a:off x="2022325" y="2531950"/>
              <a:ext cx="83775" cy="189100"/>
            </a:xfrm>
            <a:custGeom>
              <a:avLst/>
              <a:gdLst/>
              <a:ahLst/>
              <a:cxnLst/>
              <a:rect l="l" t="t" r="r" b="b"/>
              <a:pathLst>
                <a:path w="3351" h="7564" extrusionOk="0">
                  <a:moveTo>
                    <a:pt x="3219" y="1"/>
                  </a:moveTo>
                  <a:lnTo>
                    <a:pt x="0" y="7564"/>
                  </a:lnTo>
                  <a:lnTo>
                    <a:pt x="3351" y="7564"/>
                  </a:lnTo>
                  <a:lnTo>
                    <a:pt x="3351" y="1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7"/>
            <p:cNvSpPr/>
            <p:nvPr/>
          </p:nvSpPr>
          <p:spPr>
            <a:xfrm>
              <a:off x="1806825" y="2660750"/>
              <a:ext cx="64900" cy="64900"/>
            </a:xfrm>
            <a:custGeom>
              <a:avLst/>
              <a:gdLst/>
              <a:ahLst/>
              <a:cxnLst/>
              <a:rect l="l" t="t" r="r" b="b"/>
              <a:pathLst>
                <a:path w="2596" h="2596" extrusionOk="0">
                  <a:moveTo>
                    <a:pt x="1125" y="1"/>
                  </a:moveTo>
                  <a:cubicBezTo>
                    <a:pt x="994" y="1"/>
                    <a:pt x="888" y="106"/>
                    <a:pt x="888" y="237"/>
                  </a:cubicBezTo>
                  <a:lnTo>
                    <a:pt x="888" y="742"/>
                  </a:lnTo>
                  <a:cubicBezTo>
                    <a:pt x="888" y="823"/>
                    <a:pt x="822" y="890"/>
                    <a:pt x="739" y="890"/>
                  </a:cubicBezTo>
                  <a:lnTo>
                    <a:pt x="237" y="890"/>
                  </a:lnTo>
                  <a:cubicBezTo>
                    <a:pt x="106" y="890"/>
                    <a:pt x="0" y="995"/>
                    <a:pt x="0" y="1125"/>
                  </a:cubicBezTo>
                  <a:lnTo>
                    <a:pt x="0" y="1473"/>
                  </a:lnTo>
                  <a:cubicBezTo>
                    <a:pt x="0" y="1603"/>
                    <a:pt x="106" y="1709"/>
                    <a:pt x="237" y="1709"/>
                  </a:cubicBezTo>
                  <a:lnTo>
                    <a:pt x="739" y="1709"/>
                  </a:lnTo>
                  <a:cubicBezTo>
                    <a:pt x="822" y="1709"/>
                    <a:pt x="888" y="1775"/>
                    <a:pt x="888" y="1858"/>
                  </a:cubicBezTo>
                  <a:lnTo>
                    <a:pt x="888" y="2361"/>
                  </a:lnTo>
                  <a:cubicBezTo>
                    <a:pt x="888" y="2490"/>
                    <a:pt x="994" y="2596"/>
                    <a:pt x="1125" y="2596"/>
                  </a:cubicBezTo>
                  <a:lnTo>
                    <a:pt x="1470" y="2596"/>
                  </a:lnTo>
                  <a:cubicBezTo>
                    <a:pt x="1601" y="2596"/>
                    <a:pt x="1707" y="2490"/>
                    <a:pt x="1707" y="2361"/>
                  </a:cubicBezTo>
                  <a:lnTo>
                    <a:pt x="1707" y="1858"/>
                  </a:lnTo>
                  <a:cubicBezTo>
                    <a:pt x="1707" y="1775"/>
                    <a:pt x="1773" y="1709"/>
                    <a:pt x="1856" y="1709"/>
                  </a:cubicBezTo>
                  <a:lnTo>
                    <a:pt x="2359" y="1709"/>
                  </a:lnTo>
                  <a:cubicBezTo>
                    <a:pt x="2489" y="1709"/>
                    <a:pt x="2595" y="1603"/>
                    <a:pt x="2595" y="1473"/>
                  </a:cubicBezTo>
                  <a:lnTo>
                    <a:pt x="2595" y="1125"/>
                  </a:lnTo>
                  <a:cubicBezTo>
                    <a:pt x="2595" y="995"/>
                    <a:pt x="2489" y="889"/>
                    <a:pt x="2359" y="889"/>
                  </a:cubicBezTo>
                  <a:lnTo>
                    <a:pt x="1856" y="889"/>
                  </a:lnTo>
                  <a:cubicBezTo>
                    <a:pt x="1773" y="889"/>
                    <a:pt x="1707" y="823"/>
                    <a:pt x="1707" y="740"/>
                  </a:cubicBezTo>
                  <a:lnTo>
                    <a:pt x="1707" y="237"/>
                  </a:lnTo>
                  <a:cubicBezTo>
                    <a:pt x="1707" y="106"/>
                    <a:pt x="1601" y="1"/>
                    <a:pt x="1470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7"/>
            <p:cNvSpPr/>
            <p:nvPr/>
          </p:nvSpPr>
          <p:spPr>
            <a:xfrm>
              <a:off x="2127225" y="2660800"/>
              <a:ext cx="67400" cy="64850"/>
            </a:xfrm>
            <a:custGeom>
              <a:avLst/>
              <a:gdLst/>
              <a:ahLst/>
              <a:cxnLst/>
              <a:rect l="l" t="t" r="r" b="b"/>
              <a:pathLst>
                <a:path w="2696" h="2594" extrusionOk="0">
                  <a:moveTo>
                    <a:pt x="1398" y="0"/>
                  </a:moveTo>
                  <a:cubicBezTo>
                    <a:pt x="873" y="0"/>
                    <a:pt x="400" y="316"/>
                    <a:pt x="200" y="801"/>
                  </a:cubicBezTo>
                  <a:cubicBezTo>
                    <a:pt x="0" y="1285"/>
                    <a:pt x="111" y="1843"/>
                    <a:pt x="481" y="2213"/>
                  </a:cubicBezTo>
                  <a:cubicBezTo>
                    <a:pt x="729" y="2462"/>
                    <a:pt x="1060" y="2594"/>
                    <a:pt x="1397" y="2594"/>
                  </a:cubicBezTo>
                  <a:cubicBezTo>
                    <a:pt x="1564" y="2594"/>
                    <a:pt x="1733" y="2561"/>
                    <a:pt x="1894" y="2494"/>
                  </a:cubicBezTo>
                  <a:cubicBezTo>
                    <a:pt x="2378" y="2294"/>
                    <a:pt x="2696" y="1821"/>
                    <a:pt x="2696" y="1297"/>
                  </a:cubicBezTo>
                  <a:cubicBezTo>
                    <a:pt x="2696" y="581"/>
                    <a:pt x="2114" y="0"/>
                    <a:pt x="1398" y="0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7"/>
            <p:cNvSpPr/>
            <p:nvPr/>
          </p:nvSpPr>
          <p:spPr>
            <a:xfrm>
              <a:off x="1806600" y="2650175"/>
              <a:ext cx="64900" cy="64900"/>
            </a:xfrm>
            <a:custGeom>
              <a:avLst/>
              <a:gdLst/>
              <a:ahLst/>
              <a:cxnLst/>
              <a:rect l="l" t="t" r="r" b="b"/>
              <a:pathLst>
                <a:path w="2596" h="2596" extrusionOk="0">
                  <a:moveTo>
                    <a:pt x="1125" y="0"/>
                  </a:moveTo>
                  <a:cubicBezTo>
                    <a:pt x="995" y="0"/>
                    <a:pt x="889" y="106"/>
                    <a:pt x="889" y="237"/>
                  </a:cubicBezTo>
                  <a:lnTo>
                    <a:pt x="889" y="739"/>
                  </a:lnTo>
                  <a:cubicBezTo>
                    <a:pt x="889" y="822"/>
                    <a:pt x="823" y="888"/>
                    <a:pt x="740" y="888"/>
                  </a:cubicBezTo>
                  <a:lnTo>
                    <a:pt x="237" y="888"/>
                  </a:lnTo>
                  <a:cubicBezTo>
                    <a:pt x="107" y="888"/>
                    <a:pt x="1" y="994"/>
                    <a:pt x="1" y="1125"/>
                  </a:cubicBezTo>
                  <a:lnTo>
                    <a:pt x="1" y="1470"/>
                  </a:lnTo>
                  <a:cubicBezTo>
                    <a:pt x="1" y="1601"/>
                    <a:pt x="107" y="1707"/>
                    <a:pt x="237" y="1707"/>
                  </a:cubicBezTo>
                  <a:lnTo>
                    <a:pt x="740" y="1707"/>
                  </a:lnTo>
                  <a:cubicBezTo>
                    <a:pt x="823" y="1707"/>
                    <a:pt x="889" y="1773"/>
                    <a:pt x="889" y="1856"/>
                  </a:cubicBezTo>
                  <a:lnTo>
                    <a:pt x="889" y="2359"/>
                  </a:lnTo>
                  <a:cubicBezTo>
                    <a:pt x="889" y="2489"/>
                    <a:pt x="995" y="2595"/>
                    <a:pt x="1125" y="2595"/>
                  </a:cubicBezTo>
                  <a:lnTo>
                    <a:pt x="1473" y="2595"/>
                  </a:lnTo>
                  <a:cubicBezTo>
                    <a:pt x="1602" y="2595"/>
                    <a:pt x="1708" y="2489"/>
                    <a:pt x="1708" y="2359"/>
                  </a:cubicBezTo>
                  <a:lnTo>
                    <a:pt x="1708" y="1856"/>
                  </a:lnTo>
                  <a:cubicBezTo>
                    <a:pt x="1708" y="1773"/>
                    <a:pt x="1775" y="1707"/>
                    <a:pt x="1856" y="1707"/>
                  </a:cubicBezTo>
                  <a:lnTo>
                    <a:pt x="2359" y="1707"/>
                  </a:lnTo>
                  <a:cubicBezTo>
                    <a:pt x="2490" y="1707"/>
                    <a:pt x="2596" y="1601"/>
                    <a:pt x="2596" y="1470"/>
                  </a:cubicBezTo>
                  <a:lnTo>
                    <a:pt x="2596" y="1125"/>
                  </a:lnTo>
                  <a:cubicBezTo>
                    <a:pt x="2596" y="994"/>
                    <a:pt x="2490" y="888"/>
                    <a:pt x="2359" y="888"/>
                  </a:cubicBezTo>
                  <a:lnTo>
                    <a:pt x="1856" y="888"/>
                  </a:lnTo>
                  <a:cubicBezTo>
                    <a:pt x="1774" y="888"/>
                    <a:pt x="1708" y="822"/>
                    <a:pt x="1708" y="739"/>
                  </a:cubicBezTo>
                  <a:lnTo>
                    <a:pt x="1708" y="237"/>
                  </a:lnTo>
                  <a:cubicBezTo>
                    <a:pt x="1708" y="106"/>
                    <a:pt x="1602" y="0"/>
                    <a:pt x="14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7"/>
            <p:cNvSpPr/>
            <p:nvPr/>
          </p:nvSpPr>
          <p:spPr>
            <a:xfrm>
              <a:off x="1806600" y="2531950"/>
              <a:ext cx="64875" cy="40050"/>
            </a:xfrm>
            <a:custGeom>
              <a:avLst/>
              <a:gdLst/>
              <a:ahLst/>
              <a:cxnLst/>
              <a:rect l="l" t="t" r="r" b="b"/>
              <a:pathLst>
                <a:path w="2595" h="1602" extrusionOk="0">
                  <a:moveTo>
                    <a:pt x="194" y="1"/>
                  </a:moveTo>
                  <a:cubicBezTo>
                    <a:pt x="88" y="1"/>
                    <a:pt x="1" y="87"/>
                    <a:pt x="1" y="194"/>
                  </a:cubicBezTo>
                  <a:lnTo>
                    <a:pt x="1" y="1410"/>
                  </a:lnTo>
                  <a:cubicBezTo>
                    <a:pt x="1" y="1516"/>
                    <a:pt x="88" y="1602"/>
                    <a:pt x="194" y="1602"/>
                  </a:cubicBezTo>
                  <a:lnTo>
                    <a:pt x="2402" y="1602"/>
                  </a:lnTo>
                  <a:cubicBezTo>
                    <a:pt x="2508" y="1602"/>
                    <a:pt x="2594" y="1516"/>
                    <a:pt x="2594" y="1410"/>
                  </a:cubicBezTo>
                  <a:lnTo>
                    <a:pt x="2594" y="194"/>
                  </a:lnTo>
                  <a:cubicBezTo>
                    <a:pt x="2594" y="87"/>
                    <a:pt x="2508" y="1"/>
                    <a:pt x="2402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47"/>
            <p:cNvSpPr/>
            <p:nvPr/>
          </p:nvSpPr>
          <p:spPr>
            <a:xfrm>
              <a:off x="2126975" y="2650175"/>
              <a:ext cx="67400" cy="64875"/>
            </a:xfrm>
            <a:custGeom>
              <a:avLst/>
              <a:gdLst/>
              <a:ahLst/>
              <a:cxnLst/>
              <a:rect l="l" t="t" r="r" b="b"/>
              <a:pathLst>
                <a:path w="2696" h="2595" extrusionOk="0">
                  <a:moveTo>
                    <a:pt x="1399" y="0"/>
                  </a:moveTo>
                  <a:cubicBezTo>
                    <a:pt x="875" y="0"/>
                    <a:pt x="402" y="316"/>
                    <a:pt x="200" y="801"/>
                  </a:cubicBezTo>
                  <a:cubicBezTo>
                    <a:pt x="0" y="1287"/>
                    <a:pt x="111" y="1844"/>
                    <a:pt x="481" y="2215"/>
                  </a:cubicBezTo>
                  <a:cubicBezTo>
                    <a:pt x="730" y="2463"/>
                    <a:pt x="1062" y="2595"/>
                    <a:pt x="1400" y="2595"/>
                  </a:cubicBezTo>
                  <a:cubicBezTo>
                    <a:pt x="1567" y="2595"/>
                    <a:pt x="1735" y="2563"/>
                    <a:pt x="1895" y="2496"/>
                  </a:cubicBezTo>
                  <a:cubicBezTo>
                    <a:pt x="2380" y="2296"/>
                    <a:pt x="2696" y="1823"/>
                    <a:pt x="2696" y="1298"/>
                  </a:cubicBezTo>
                  <a:cubicBezTo>
                    <a:pt x="2696" y="581"/>
                    <a:pt x="2115" y="0"/>
                    <a:pt x="13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47"/>
            <p:cNvSpPr/>
            <p:nvPr/>
          </p:nvSpPr>
          <p:spPr>
            <a:xfrm>
              <a:off x="2126725" y="2525350"/>
              <a:ext cx="66450" cy="13250"/>
            </a:xfrm>
            <a:custGeom>
              <a:avLst/>
              <a:gdLst/>
              <a:ahLst/>
              <a:cxnLst/>
              <a:rect l="l" t="t" r="r" b="b"/>
              <a:pathLst>
                <a:path w="2658" h="530" extrusionOk="0">
                  <a:moveTo>
                    <a:pt x="265" y="0"/>
                  </a:moveTo>
                  <a:cubicBezTo>
                    <a:pt x="119" y="0"/>
                    <a:pt x="0" y="119"/>
                    <a:pt x="0" y="265"/>
                  </a:cubicBezTo>
                  <a:cubicBezTo>
                    <a:pt x="0" y="410"/>
                    <a:pt x="119" y="529"/>
                    <a:pt x="265" y="529"/>
                  </a:cubicBezTo>
                  <a:lnTo>
                    <a:pt x="2395" y="529"/>
                  </a:lnTo>
                  <a:cubicBezTo>
                    <a:pt x="2541" y="529"/>
                    <a:pt x="2658" y="410"/>
                    <a:pt x="2658" y="265"/>
                  </a:cubicBezTo>
                  <a:cubicBezTo>
                    <a:pt x="2658" y="119"/>
                    <a:pt x="2541" y="0"/>
                    <a:pt x="2395" y="0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7"/>
            <p:cNvSpPr/>
            <p:nvPr/>
          </p:nvSpPr>
          <p:spPr>
            <a:xfrm>
              <a:off x="2126550" y="2551250"/>
              <a:ext cx="66850" cy="13275"/>
            </a:xfrm>
            <a:custGeom>
              <a:avLst/>
              <a:gdLst/>
              <a:ahLst/>
              <a:cxnLst/>
              <a:rect l="l" t="t" r="r" b="b"/>
              <a:pathLst>
                <a:path w="2674" h="531" extrusionOk="0">
                  <a:moveTo>
                    <a:pt x="263" y="1"/>
                  </a:moveTo>
                  <a:cubicBezTo>
                    <a:pt x="118" y="1"/>
                    <a:pt x="1" y="120"/>
                    <a:pt x="1" y="266"/>
                  </a:cubicBezTo>
                  <a:cubicBezTo>
                    <a:pt x="1" y="413"/>
                    <a:pt x="120" y="530"/>
                    <a:pt x="266" y="530"/>
                  </a:cubicBezTo>
                  <a:cubicBezTo>
                    <a:pt x="268" y="530"/>
                    <a:pt x="270" y="530"/>
                    <a:pt x="272" y="530"/>
                  </a:cubicBezTo>
                  <a:lnTo>
                    <a:pt x="2402" y="530"/>
                  </a:lnTo>
                  <a:cubicBezTo>
                    <a:pt x="2404" y="530"/>
                    <a:pt x="2406" y="530"/>
                    <a:pt x="2408" y="530"/>
                  </a:cubicBezTo>
                  <a:cubicBezTo>
                    <a:pt x="2554" y="530"/>
                    <a:pt x="2673" y="413"/>
                    <a:pt x="2673" y="266"/>
                  </a:cubicBezTo>
                  <a:cubicBezTo>
                    <a:pt x="2673" y="120"/>
                    <a:pt x="2556" y="1"/>
                    <a:pt x="2411" y="1"/>
                  </a:cubicBezTo>
                  <a:cubicBezTo>
                    <a:pt x="2408" y="1"/>
                    <a:pt x="2405" y="1"/>
                    <a:pt x="2402" y="1"/>
                  </a:cubicBezTo>
                  <a:lnTo>
                    <a:pt x="272" y="1"/>
                  </a:lnTo>
                  <a:cubicBezTo>
                    <a:pt x="269" y="1"/>
                    <a:pt x="266" y="1"/>
                    <a:pt x="263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7"/>
            <p:cNvSpPr/>
            <p:nvPr/>
          </p:nvSpPr>
          <p:spPr>
            <a:xfrm>
              <a:off x="2126550" y="2577175"/>
              <a:ext cx="66850" cy="13225"/>
            </a:xfrm>
            <a:custGeom>
              <a:avLst/>
              <a:gdLst/>
              <a:ahLst/>
              <a:cxnLst/>
              <a:rect l="l" t="t" r="r" b="b"/>
              <a:pathLst>
                <a:path w="2674" h="529" extrusionOk="0">
                  <a:moveTo>
                    <a:pt x="263" y="1"/>
                  </a:moveTo>
                  <a:cubicBezTo>
                    <a:pt x="118" y="1"/>
                    <a:pt x="1" y="118"/>
                    <a:pt x="1" y="264"/>
                  </a:cubicBezTo>
                  <a:cubicBezTo>
                    <a:pt x="1" y="412"/>
                    <a:pt x="118" y="529"/>
                    <a:pt x="263" y="529"/>
                  </a:cubicBezTo>
                  <a:cubicBezTo>
                    <a:pt x="266" y="529"/>
                    <a:pt x="269" y="529"/>
                    <a:pt x="272" y="529"/>
                  </a:cubicBezTo>
                  <a:lnTo>
                    <a:pt x="2402" y="529"/>
                  </a:lnTo>
                  <a:cubicBezTo>
                    <a:pt x="2405" y="529"/>
                    <a:pt x="2408" y="529"/>
                    <a:pt x="2411" y="529"/>
                  </a:cubicBezTo>
                  <a:cubicBezTo>
                    <a:pt x="2556" y="529"/>
                    <a:pt x="2673" y="412"/>
                    <a:pt x="2673" y="264"/>
                  </a:cubicBezTo>
                  <a:cubicBezTo>
                    <a:pt x="2673" y="118"/>
                    <a:pt x="2556" y="1"/>
                    <a:pt x="2411" y="1"/>
                  </a:cubicBezTo>
                  <a:cubicBezTo>
                    <a:pt x="2408" y="1"/>
                    <a:pt x="2405" y="1"/>
                    <a:pt x="2402" y="1"/>
                  </a:cubicBezTo>
                  <a:lnTo>
                    <a:pt x="272" y="1"/>
                  </a:lnTo>
                  <a:cubicBezTo>
                    <a:pt x="269" y="1"/>
                    <a:pt x="266" y="1"/>
                    <a:pt x="263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47"/>
            <p:cNvSpPr/>
            <p:nvPr/>
          </p:nvSpPr>
          <p:spPr>
            <a:xfrm>
              <a:off x="1951400" y="2531950"/>
              <a:ext cx="99475" cy="189075"/>
            </a:xfrm>
            <a:custGeom>
              <a:avLst/>
              <a:gdLst/>
              <a:ahLst/>
              <a:cxnLst/>
              <a:rect l="l" t="t" r="r" b="b"/>
              <a:pathLst>
                <a:path w="3979" h="7563" extrusionOk="0">
                  <a:moveTo>
                    <a:pt x="3325" y="1"/>
                  </a:moveTo>
                  <a:lnTo>
                    <a:pt x="1" y="7562"/>
                  </a:lnTo>
                  <a:lnTo>
                    <a:pt x="654" y="7562"/>
                  </a:lnTo>
                  <a:lnTo>
                    <a:pt x="3978" y="1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47"/>
            <p:cNvSpPr/>
            <p:nvPr/>
          </p:nvSpPr>
          <p:spPr>
            <a:xfrm>
              <a:off x="1895800" y="2531950"/>
              <a:ext cx="122125" cy="189075"/>
            </a:xfrm>
            <a:custGeom>
              <a:avLst/>
              <a:gdLst/>
              <a:ahLst/>
              <a:cxnLst/>
              <a:rect l="l" t="t" r="r" b="b"/>
              <a:pathLst>
                <a:path w="4885" h="7563" extrusionOk="0">
                  <a:moveTo>
                    <a:pt x="3323" y="1"/>
                  </a:moveTo>
                  <a:lnTo>
                    <a:pt x="0" y="7562"/>
                  </a:lnTo>
                  <a:lnTo>
                    <a:pt x="1561" y="7562"/>
                  </a:lnTo>
                  <a:lnTo>
                    <a:pt x="4884" y="1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7" name="Google Shape;1217;p47"/>
          <p:cNvGrpSpPr/>
          <p:nvPr/>
        </p:nvGrpSpPr>
        <p:grpSpPr>
          <a:xfrm rot="-543082">
            <a:off x="1611002" y="1284511"/>
            <a:ext cx="509636" cy="509519"/>
            <a:chOff x="3277250" y="1599950"/>
            <a:chExt cx="435975" cy="435875"/>
          </a:xfrm>
        </p:grpSpPr>
        <p:sp>
          <p:nvSpPr>
            <p:cNvPr id="1218" name="Google Shape;1218;p47"/>
            <p:cNvSpPr/>
            <p:nvPr/>
          </p:nvSpPr>
          <p:spPr>
            <a:xfrm>
              <a:off x="3277325" y="1599950"/>
              <a:ext cx="435875" cy="435875"/>
            </a:xfrm>
            <a:custGeom>
              <a:avLst/>
              <a:gdLst/>
              <a:ahLst/>
              <a:cxnLst/>
              <a:rect l="l" t="t" r="r" b="b"/>
              <a:pathLst>
                <a:path w="17435" h="17435" extrusionOk="0">
                  <a:moveTo>
                    <a:pt x="8716" y="2103"/>
                  </a:moveTo>
                  <a:cubicBezTo>
                    <a:pt x="12370" y="2103"/>
                    <a:pt x="15332" y="5065"/>
                    <a:pt x="15332" y="8718"/>
                  </a:cubicBezTo>
                  <a:cubicBezTo>
                    <a:pt x="15332" y="12372"/>
                    <a:pt x="12370" y="15334"/>
                    <a:pt x="8716" y="15334"/>
                  </a:cubicBezTo>
                  <a:cubicBezTo>
                    <a:pt x="5063" y="15334"/>
                    <a:pt x="2101" y="12372"/>
                    <a:pt x="2101" y="8718"/>
                  </a:cubicBezTo>
                  <a:cubicBezTo>
                    <a:pt x="2101" y="5065"/>
                    <a:pt x="5063" y="2103"/>
                    <a:pt x="8716" y="2103"/>
                  </a:cubicBezTo>
                  <a:close/>
                  <a:moveTo>
                    <a:pt x="8716" y="1"/>
                  </a:moveTo>
                  <a:lnTo>
                    <a:pt x="8716" y="2"/>
                  </a:lnTo>
                  <a:cubicBezTo>
                    <a:pt x="3904" y="2"/>
                    <a:pt x="0" y="3904"/>
                    <a:pt x="0" y="8718"/>
                  </a:cubicBezTo>
                  <a:cubicBezTo>
                    <a:pt x="0" y="13533"/>
                    <a:pt x="3904" y="17434"/>
                    <a:pt x="8716" y="17434"/>
                  </a:cubicBezTo>
                  <a:cubicBezTo>
                    <a:pt x="13531" y="17434"/>
                    <a:pt x="17434" y="13531"/>
                    <a:pt x="17434" y="8718"/>
                  </a:cubicBezTo>
                  <a:cubicBezTo>
                    <a:pt x="17434" y="3904"/>
                    <a:pt x="13531" y="1"/>
                    <a:pt x="87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/>
            <p:cNvSpPr/>
            <p:nvPr/>
          </p:nvSpPr>
          <p:spPr>
            <a:xfrm>
              <a:off x="3277825" y="1765250"/>
              <a:ext cx="70550" cy="154500"/>
            </a:xfrm>
            <a:custGeom>
              <a:avLst/>
              <a:gdLst/>
              <a:ahLst/>
              <a:cxnLst/>
              <a:rect l="l" t="t" r="r" b="b"/>
              <a:pathLst>
                <a:path w="2822" h="6180" extrusionOk="0">
                  <a:moveTo>
                    <a:pt x="237" y="1"/>
                  </a:moveTo>
                  <a:cubicBezTo>
                    <a:pt x="113" y="500"/>
                    <a:pt x="33" y="1011"/>
                    <a:pt x="0" y="1526"/>
                  </a:cubicBezTo>
                  <a:cubicBezTo>
                    <a:pt x="111" y="3213"/>
                    <a:pt x="713" y="4830"/>
                    <a:pt x="1732" y="6180"/>
                  </a:cubicBezTo>
                  <a:lnTo>
                    <a:pt x="2822" y="5149"/>
                  </a:lnTo>
                  <a:cubicBezTo>
                    <a:pt x="1998" y="3558"/>
                    <a:pt x="1854" y="1701"/>
                    <a:pt x="2423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/>
            <p:cNvSpPr/>
            <p:nvPr/>
          </p:nvSpPr>
          <p:spPr>
            <a:xfrm>
              <a:off x="3642100" y="1765250"/>
              <a:ext cx="70600" cy="154500"/>
            </a:xfrm>
            <a:custGeom>
              <a:avLst/>
              <a:gdLst/>
              <a:ahLst/>
              <a:cxnLst/>
              <a:rect l="l" t="t" r="r" b="b"/>
              <a:pathLst>
                <a:path w="2824" h="6180" extrusionOk="0">
                  <a:moveTo>
                    <a:pt x="399" y="1"/>
                  </a:moveTo>
                  <a:cubicBezTo>
                    <a:pt x="968" y="1701"/>
                    <a:pt x="824" y="3558"/>
                    <a:pt x="0" y="5149"/>
                  </a:cubicBezTo>
                  <a:lnTo>
                    <a:pt x="1092" y="6180"/>
                  </a:lnTo>
                  <a:cubicBezTo>
                    <a:pt x="2110" y="4830"/>
                    <a:pt x="2712" y="3213"/>
                    <a:pt x="2823" y="1526"/>
                  </a:cubicBezTo>
                  <a:cubicBezTo>
                    <a:pt x="2790" y="1011"/>
                    <a:pt x="2711" y="500"/>
                    <a:pt x="2587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3277250" y="1794450"/>
              <a:ext cx="435975" cy="154500"/>
            </a:xfrm>
            <a:custGeom>
              <a:avLst/>
              <a:gdLst/>
              <a:ahLst/>
              <a:cxnLst/>
              <a:rect l="l" t="t" r="r" b="b"/>
              <a:pathLst>
                <a:path w="17439" h="6180" extrusionOk="0">
                  <a:moveTo>
                    <a:pt x="53" y="1"/>
                  </a:moveTo>
                  <a:cubicBezTo>
                    <a:pt x="20" y="311"/>
                    <a:pt x="3" y="624"/>
                    <a:pt x="3" y="938"/>
                  </a:cubicBezTo>
                  <a:cubicBezTo>
                    <a:pt x="0" y="2829"/>
                    <a:pt x="615" y="4669"/>
                    <a:pt x="1755" y="6179"/>
                  </a:cubicBezTo>
                  <a:lnTo>
                    <a:pt x="6311" y="1876"/>
                  </a:lnTo>
                  <a:lnTo>
                    <a:pt x="6311" y="1"/>
                  </a:lnTo>
                  <a:close/>
                  <a:moveTo>
                    <a:pt x="11129" y="1"/>
                  </a:moveTo>
                  <a:lnTo>
                    <a:pt x="11129" y="1876"/>
                  </a:lnTo>
                  <a:lnTo>
                    <a:pt x="15686" y="6179"/>
                  </a:lnTo>
                  <a:cubicBezTo>
                    <a:pt x="16825" y="4669"/>
                    <a:pt x="17439" y="2829"/>
                    <a:pt x="17437" y="938"/>
                  </a:cubicBezTo>
                  <a:cubicBezTo>
                    <a:pt x="17437" y="624"/>
                    <a:pt x="17421" y="311"/>
                    <a:pt x="173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3555475" y="1794450"/>
              <a:ext cx="37275" cy="68550"/>
            </a:xfrm>
            <a:custGeom>
              <a:avLst/>
              <a:gdLst/>
              <a:ahLst/>
              <a:cxnLst/>
              <a:rect l="l" t="t" r="r" b="b"/>
              <a:pathLst>
                <a:path w="1491" h="2742" extrusionOk="0">
                  <a:moveTo>
                    <a:pt x="0" y="1"/>
                  </a:moveTo>
                  <a:lnTo>
                    <a:pt x="0" y="1876"/>
                  </a:lnTo>
                  <a:lnTo>
                    <a:pt x="915" y="2741"/>
                  </a:lnTo>
                  <a:cubicBezTo>
                    <a:pt x="1368" y="1903"/>
                    <a:pt x="1490" y="923"/>
                    <a:pt x="1254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3400675" y="1794450"/>
              <a:ext cx="34375" cy="68550"/>
            </a:xfrm>
            <a:custGeom>
              <a:avLst/>
              <a:gdLst/>
              <a:ahLst/>
              <a:cxnLst/>
              <a:rect l="l" t="t" r="r" b="b"/>
              <a:pathLst>
                <a:path w="1375" h="2742" extrusionOk="0">
                  <a:moveTo>
                    <a:pt x="119" y="1"/>
                  </a:moveTo>
                  <a:cubicBezTo>
                    <a:pt x="41" y="307"/>
                    <a:pt x="2" y="622"/>
                    <a:pt x="2" y="938"/>
                  </a:cubicBezTo>
                  <a:cubicBezTo>
                    <a:pt x="0" y="1568"/>
                    <a:pt x="157" y="2187"/>
                    <a:pt x="458" y="2741"/>
                  </a:cubicBezTo>
                  <a:lnTo>
                    <a:pt x="1374" y="1876"/>
                  </a:lnTo>
                  <a:lnTo>
                    <a:pt x="1374" y="1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/>
            <p:cNvSpPr/>
            <p:nvPr/>
          </p:nvSpPr>
          <p:spPr>
            <a:xfrm>
              <a:off x="3425550" y="1753275"/>
              <a:ext cx="134325" cy="129250"/>
            </a:xfrm>
            <a:custGeom>
              <a:avLst/>
              <a:gdLst/>
              <a:ahLst/>
              <a:cxnLst/>
              <a:rect l="l" t="t" r="r" b="b"/>
              <a:pathLst>
                <a:path w="5373" h="5170" extrusionOk="0">
                  <a:moveTo>
                    <a:pt x="2787" y="0"/>
                  </a:moveTo>
                  <a:cubicBezTo>
                    <a:pt x="1742" y="0"/>
                    <a:pt x="801" y="630"/>
                    <a:pt x="401" y="1596"/>
                  </a:cubicBezTo>
                  <a:cubicBezTo>
                    <a:pt x="1" y="2562"/>
                    <a:pt x="222" y="3674"/>
                    <a:pt x="960" y="4413"/>
                  </a:cubicBezTo>
                  <a:cubicBezTo>
                    <a:pt x="1454" y="4907"/>
                    <a:pt x="2114" y="5169"/>
                    <a:pt x="2786" y="5169"/>
                  </a:cubicBezTo>
                  <a:cubicBezTo>
                    <a:pt x="3120" y="5169"/>
                    <a:pt x="3456" y="5105"/>
                    <a:pt x="3776" y="4972"/>
                  </a:cubicBezTo>
                  <a:cubicBezTo>
                    <a:pt x="4742" y="4573"/>
                    <a:pt x="5372" y="3631"/>
                    <a:pt x="5372" y="2585"/>
                  </a:cubicBezTo>
                  <a:cubicBezTo>
                    <a:pt x="5372" y="1158"/>
                    <a:pt x="4215" y="0"/>
                    <a:pt x="2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3465575" y="1790400"/>
              <a:ext cx="57175" cy="55000"/>
            </a:xfrm>
            <a:custGeom>
              <a:avLst/>
              <a:gdLst/>
              <a:ahLst/>
              <a:cxnLst/>
              <a:rect l="l" t="t" r="r" b="b"/>
              <a:pathLst>
                <a:path w="2287" h="2200" extrusionOk="0">
                  <a:moveTo>
                    <a:pt x="1186" y="0"/>
                  </a:moveTo>
                  <a:cubicBezTo>
                    <a:pt x="742" y="0"/>
                    <a:pt x="341" y="268"/>
                    <a:pt x="171" y="679"/>
                  </a:cubicBezTo>
                  <a:cubicBezTo>
                    <a:pt x="1" y="1090"/>
                    <a:pt x="95" y="1563"/>
                    <a:pt x="409" y="1878"/>
                  </a:cubicBezTo>
                  <a:cubicBezTo>
                    <a:pt x="619" y="2088"/>
                    <a:pt x="901" y="2200"/>
                    <a:pt x="1187" y="2200"/>
                  </a:cubicBezTo>
                  <a:cubicBezTo>
                    <a:pt x="1329" y="2200"/>
                    <a:pt x="1472" y="2172"/>
                    <a:pt x="1608" y="2116"/>
                  </a:cubicBezTo>
                  <a:cubicBezTo>
                    <a:pt x="2018" y="1945"/>
                    <a:pt x="2286" y="1545"/>
                    <a:pt x="2286" y="1100"/>
                  </a:cubicBezTo>
                  <a:cubicBezTo>
                    <a:pt x="2286" y="493"/>
                    <a:pt x="1793" y="0"/>
                    <a:pt x="11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6" name="Google Shape;1226;p47"/>
          <p:cNvGrpSpPr/>
          <p:nvPr/>
        </p:nvGrpSpPr>
        <p:grpSpPr>
          <a:xfrm rot="-697406">
            <a:off x="4311097" y="1338569"/>
            <a:ext cx="521724" cy="441609"/>
            <a:chOff x="2476525" y="1630100"/>
            <a:chExt cx="447875" cy="379100"/>
          </a:xfrm>
        </p:grpSpPr>
        <p:sp>
          <p:nvSpPr>
            <p:cNvPr id="1227" name="Google Shape;1227;p47"/>
            <p:cNvSpPr/>
            <p:nvPr/>
          </p:nvSpPr>
          <p:spPr>
            <a:xfrm>
              <a:off x="2476525" y="1630100"/>
              <a:ext cx="392600" cy="379075"/>
            </a:xfrm>
            <a:custGeom>
              <a:avLst/>
              <a:gdLst/>
              <a:ahLst/>
              <a:cxnLst/>
              <a:rect l="l" t="t" r="r" b="b"/>
              <a:pathLst>
                <a:path w="15704" h="15163" extrusionOk="0">
                  <a:moveTo>
                    <a:pt x="9464" y="1"/>
                  </a:moveTo>
                  <a:cubicBezTo>
                    <a:pt x="9185" y="1"/>
                    <a:pt x="8911" y="110"/>
                    <a:pt x="8706" y="315"/>
                  </a:cubicBezTo>
                  <a:lnTo>
                    <a:pt x="1821" y="7198"/>
                  </a:lnTo>
                  <a:cubicBezTo>
                    <a:pt x="0" y="9021"/>
                    <a:pt x="0" y="11974"/>
                    <a:pt x="1821" y="13797"/>
                  </a:cubicBezTo>
                  <a:cubicBezTo>
                    <a:pt x="2732" y="14708"/>
                    <a:pt x="3926" y="15163"/>
                    <a:pt x="5120" y="15163"/>
                  </a:cubicBezTo>
                  <a:cubicBezTo>
                    <a:pt x="6315" y="15163"/>
                    <a:pt x="7509" y="14708"/>
                    <a:pt x="8420" y="13797"/>
                  </a:cubicBezTo>
                  <a:lnTo>
                    <a:pt x="15303" y="6912"/>
                  </a:lnTo>
                  <a:cubicBezTo>
                    <a:pt x="15614" y="6601"/>
                    <a:pt x="15704" y="6131"/>
                    <a:pt x="15528" y="5728"/>
                  </a:cubicBezTo>
                  <a:lnTo>
                    <a:pt x="15527" y="5728"/>
                  </a:lnTo>
                  <a:lnTo>
                    <a:pt x="14422" y="3194"/>
                  </a:lnTo>
                  <a:cubicBezTo>
                    <a:pt x="14387" y="3115"/>
                    <a:pt x="14311" y="3072"/>
                    <a:pt x="14235" y="3072"/>
                  </a:cubicBezTo>
                  <a:cubicBezTo>
                    <a:pt x="14183" y="3072"/>
                    <a:pt x="14132" y="3091"/>
                    <a:pt x="14091" y="3131"/>
                  </a:cubicBezTo>
                  <a:lnTo>
                    <a:pt x="13517" y="3705"/>
                  </a:lnTo>
                  <a:lnTo>
                    <a:pt x="12950" y="3138"/>
                  </a:lnTo>
                  <a:lnTo>
                    <a:pt x="13618" y="2470"/>
                  </a:lnTo>
                  <a:cubicBezTo>
                    <a:pt x="13656" y="2432"/>
                    <a:pt x="13656" y="2370"/>
                    <a:pt x="13618" y="2332"/>
                  </a:cubicBezTo>
                  <a:lnTo>
                    <a:pt x="13177" y="1891"/>
                  </a:lnTo>
                  <a:cubicBezTo>
                    <a:pt x="13158" y="1872"/>
                    <a:pt x="13133" y="1862"/>
                    <a:pt x="13108" y="1862"/>
                  </a:cubicBezTo>
                  <a:cubicBezTo>
                    <a:pt x="13083" y="1862"/>
                    <a:pt x="13058" y="1872"/>
                    <a:pt x="13039" y="1891"/>
                  </a:cubicBezTo>
                  <a:lnTo>
                    <a:pt x="12371" y="2559"/>
                  </a:lnTo>
                  <a:lnTo>
                    <a:pt x="11824" y="2012"/>
                  </a:lnTo>
                  <a:lnTo>
                    <a:pt x="12363" y="1472"/>
                  </a:lnTo>
                  <a:cubicBezTo>
                    <a:pt x="12464" y="1371"/>
                    <a:pt x="12432" y="1199"/>
                    <a:pt x="12300" y="1142"/>
                  </a:cubicBezTo>
                  <a:lnTo>
                    <a:pt x="9890" y="90"/>
                  </a:lnTo>
                  <a:cubicBezTo>
                    <a:pt x="9753" y="30"/>
                    <a:pt x="9608" y="1"/>
                    <a:pt x="9464" y="1"/>
                  </a:cubicBezTo>
                  <a:close/>
                </a:path>
              </a:pathLst>
            </a:custGeom>
            <a:solidFill>
              <a:srgbClr val="41495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2679375" y="1698700"/>
              <a:ext cx="116775" cy="116275"/>
            </a:xfrm>
            <a:custGeom>
              <a:avLst/>
              <a:gdLst/>
              <a:ahLst/>
              <a:cxnLst/>
              <a:rect l="l" t="t" r="r" b="b"/>
              <a:pathLst>
                <a:path w="4671" h="4651" extrusionOk="0">
                  <a:moveTo>
                    <a:pt x="2977" y="0"/>
                  </a:moveTo>
                  <a:lnTo>
                    <a:pt x="0" y="2956"/>
                  </a:lnTo>
                  <a:lnTo>
                    <a:pt x="1694" y="4651"/>
                  </a:lnTo>
                  <a:lnTo>
                    <a:pt x="4671" y="1695"/>
                  </a:lnTo>
                  <a:lnTo>
                    <a:pt x="2977" y="0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2476525" y="1630100"/>
              <a:ext cx="392650" cy="379075"/>
            </a:xfrm>
            <a:custGeom>
              <a:avLst/>
              <a:gdLst/>
              <a:ahLst/>
              <a:cxnLst/>
              <a:rect l="l" t="t" r="r" b="b"/>
              <a:pathLst>
                <a:path w="15706" h="15163" extrusionOk="0">
                  <a:moveTo>
                    <a:pt x="9464" y="1"/>
                  </a:moveTo>
                  <a:cubicBezTo>
                    <a:pt x="9186" y="1"/>
                    <a:pt x="8911" y="110"/>
                    <a:pt x="8706" y="315"/>
                  </a:cubicBezTo>
                  <a:lnTo>
                    <a:pt x="1823" y="7198"/>
                  </a:lnTo>
                  <a:cubicBezTo>
                    <a:pt x="0" y="9021"/>
                    <a:pt x="0" y="11974"/>
                    <a:pt x="1823" y="13795"/>
                  </a:cubicBezTo>
                  <a:cubicBezTo>
                    <a:pt x="2733" y="14707"/>
                    <a:pt x="3927" y="15162"/>
                    <a:pt x="5121" y="15162"/>
                  </a:cubicBezTo>
                  <a:cubicBezTo>
                    <a:pt x="6315" y="15162"/>
                    <a:pt x="7509" y="14707"/>
                    <a:pt x="8420" y="13795"/>
                  </a:cubicBezTo>
                  <a:lnTo>
                    <a:pt x="15305" y="6912"/>
                  </a:lnTo>
                  <a:cubicBezTo>
                    <a:pt x="15616" y="6601"/>
                    <a:pt x="15705" y="6131"/>
                    <a:pt x="15528" y="5728"/>
                  </a:cubicBezTo>
                  <a:lnTo>
                    <a:pt x="14424" y="3192"/>
                  </a:lnTo>
                  <a:cubicBezTo>
                    <a:pt x="14389" y="3114"/>
                    <a:pt x="14313" y="3071"/>
                    <a:pt x="14236" y="3071"/>
                  </a:cubicBezTo>
                  <a:cubicBezTo>
                    <a:pt x="14185" y="3071"/>
                    <a:pt x="14133" y="3090"/>
                    <a:pt x="14093" y="3131"/>
                  </a:cubicBezTo>
                  <a:lnTo>
                    <a:pt x="14091" y="3131"/>
                  </a:lnTo>
                  <a:lnTo>
                    <a:pt x="10965" y="6257"/>
                  </a:lnTo>
                  <a:cubicBezTo>
                    <a:pt x="10836" y="6386"/>
                    <a:pt x="10663" y="6458"/>
                    <a:pt x="10481" y="6458"/>
                  </a:cubicBezTo>
                  <a:cubicBezTo>
                    <a:pt x="10461" y="6458"/>
                    <a:pt x="10440" y="6457"/>
                    <a:pt x="10420" y="6455"/>
                  </a:cubicBezTo>
                  <a:lnTo>
                    <a:pt x="9179" y="6348"/>
                  </a:lnTo>
                  <a:lnTo>
                    <a:pt x="9072" y="5109"/>
                  </a:lnTo>
                  <a:cubicBezTo>
                    <a:pt x="9055" y="4906"/>
                    <a:pt x="9128" y="4707"/>
                    <a:pt x="9270" y="4563"/>
                  </a:cubicBezTo>
                  <a:lnTo>
                    <a:pt x="12363" y="1472"/>
                  </a:lnTo>
                  <a:cubicBezTo>
                    <a:pt x="12465" y="1371"/>
                    <a:pt x="12432" y="1199"/>
                    <a:pt x="12302" y="1142"/>
                  </a:cubicBezTo>
                  <a:lnTo>
                    <a:pt x="9890" y="90"/>
                  </a:lnTo>
                  <a:cubicBezTo>
                    <a:pt x="9753" y="30"/>
                    <a:pt x="9608" y="1"/>
                    <a:pt x="946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/>
            <p:cNvSpPr/>
            <p:nvPr/>
          </p:nvSpPr>
          <p:spPr>
            <a:xfrm>
              <a:off x="2586775" y="1706875"/>
              <a:ext cx="282350" cy="302325"/>
            </a:xfrm>
            <a:custGeom>
              <a:avLst/>
              <a:gdLst/>
              <a:ahLst/>
              <a:cxnLst/>
              <a:rect l="l" t="t" r="r" b="b"/>
              <a:pathLst>
                <a:path w="11294" h="12093" extrusionOk="0">
                  <a:moveTo>
                    <a:pt x="9825" y="1"/>
                  </a:moveTo>
                  <a:cubicBezTo>
                    <a:pt x="9773" y="1"/>
                    <a:pt x="9722" y="20"/>
                    <a:pt x="9681" y="60"/>
                  </a:cubicBezTo>
                  <a:lnTo>
                    <a:pt x="8904" y="838"/>
                  </a:lnTo>
                  <a:lnTo>
                    <a:pt x="9698" y="2657"/>
                  </a:lnTo>
                  <a:cubicBezTo>
                    <a:pt x="9873" y="3060"/>
                    <a:pt x="9784" y="3530"/>
                    <a:pt x="9473" y="3841"/>
                  </a:cubicBezTo>
                  <a:lnTo>
                    <a:pt x="2589" y="10726"/>
                  </a:lnTo>
                  <a:cubicBezTo>
                    <a:pt x="1888" y="11429"/>
                    <a:pt x="982" y="11889"/>
                    <a:pt x="1" y="12038"/>
                  </a:cubicBezTo>
                  <a:cubicBezTo>
                    <a:pt x="239" y="12075"/>
                    <a:pt x="478" y="12093"/>
                    <a:pt x="715" y="12093"/>
                  </a:cubicBezTo>
                  <a:cubicBezTo>
                    <a:pt x="1941" y="12093"/>
                    <a:pt x="3129" y="11607"/>
                    <a:pt x="4010" y="10726"/>
                  </a:cubicBezTo>
                  <a:lnTo>
                    <a:pt x="10893" y="3841"/>
                  </a:lnTo>
                  <a:cubicBezTo>
                    <a:pt x="11204" y="3530"/>
                    <a:pt x="11294" y="3060"/>
                    <a:pt x="11118" y="2657"/>
                  </a:cubicBezTo>
                  <a:lnTo>
                    <a:pt x="11117" y="2657"/>
                  </a:lnTo>
                  <a:lnTo>
                    <a:pt x="10012" y="123"/>
                  </a:lnTo>
                  <a:cubicBezTo>
                    <a:pt x="9977" y="44"/>
                    <a:pt x="9901" y="1"/>
                    <a:pt x="9825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/>
            <p:cNvSpPr/>
            <p:nvPr/>
          </p:nvSpPr>
          <p:spPr>
            <a:xfrm>
              <a:off x="2650100" y="1776600"/>
              <a:ext cx="68775" cy="65925"/>
            </a:xfrm>
            <a:custGeom>
              <a:avLst/>
              <a:gdLst/>
              <a:ahLst/>
              <a:cxnLst/>
              <a:rect l="l" t="t" r="r" b="b"/>
              <a:pathLst>
                <a:path w="2751" h="2637" extrusionOk="0">
                  <a:moveTo>
                    <a:pt x="2462" y="1"/>
                  </a:moveTo>
                  <a:cubicBezTo>
                    <a:pt x="2394" y="1"/>
                    <a:pt x="2327" y="27"/>
                    <a:pt x="2276" y="78"/>
                  </a:cubicBezTo>
                  <a:lnTo>
                    <a:pt x="165" y="2188"/>
                  </a:lnTo>
                  <a:cubicBezTo>
                    <a:pt x="0" y="2354"/>
                    <a:pt x="117" y="2636"/>
                    <a:pt x="352" y="2636"/>
                  </a:cubicBezTo>
                  <a:cubicBezTo>
                    <a:pt x="422" y="2636"/>
                    <a:pt x="490" y="2610"/>
                    <a:pt x="538" y="2560"/>
                  </a:cubicBezTo>
                  <a:lnTo>
                    <a:pt x="2648" y="450"/>
                  </a:lnTo>
                  <a:cubicBezTo>
                    <a:pt x="2750" y="347"/>
                    <a:pt x="2750" y="180"/>
                    <a:pt x="2648" y="78"/>
                  </a:cubicBezTo>
                  <a:cubicBezTo>
                    <a:pt x="2597" y="27"/>
                    <a:pt x="2529" y="1"/>
                    <a:pt x="2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/>
            <p:cNvSpPr/>
            <p:nvPr/>
          </p:nvSpPr>
          <p:spPr>
            <a:xfrm>
              <a:off x="2712775" y="1729225"/>
              <a:ext cx="53525" cy="50650"/>
            </a:xfrm>
            <a:custGeom>
              <a:avLst/>
              <a:gdLst/>
              <a:ahLst/>
              <a:cxnLst/>
              <a:rect l="l" t="t" r="r" b="b"/>
              <a:pathLst>
                <a:path w="2141" h="2026" extrusionOk="0">
                  <a:moveTo>
                    <a:pt x="1851" y="1"/>
                  </a:moveTo>
                  <a:cubicBezTo>
                    <a:pt x="1784" y="1"/>
                    <a:pt x="1716" y="26"/>
                    <a:pt x="1664" y="77"/>
                  </a:cubicBezTo>
                  <a:lnTo>
                    <a:pt x="166" y="1576"/>
                  </a:lnTo>
                  <a:cubicBezTo>
                    <a:pt x="0" y="1741"/>
                    <a:pt x="118" y="2024"/>
                    <a:pt x="353" y="2024"/>
                  </a:cubicBezTo>
                  <a:lnTo>
                    <a:pt x="353" y="2026"/>
                  </a:lnTo>
                  <a:cubicBezTo>
                    <a:pt x="422" y="2026"/>
                    <a:pt x="488" y="1998"/>
                    <a:pt x="538" y="1948"/>
                  </a:cubicBezTo>
                  <a:lnTo>
                    <a:pt x="2036" y="450"/>
                  </a:lnTo>
                  <a:cubicBezTo>
                    <a:pt x="2140" y="347"/>
                    <a:pt x="2140" y="180"/>
                    <a:pt x="2036" y="77"/>
                  </a:cubicBezTo>
                  <a:cubicBezTo>
                    <a:pt x="1985" y="26"/>
                    <a:pt x="1918" y="1"/>
                    <a:pt x="18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/>
            <p:cNvSpPr/>
            <p:nvPr/>
          </p:nvSpPr>
          <p:spPr>
            <a:xfrm>
              <a:off x="2753800" y="1680375"/>
              <a:ext cx="60675" cy="60650"/>
            </a:xfrm>
            <a:custGeom>
              <a:avLst/>
              <a:gdLst/>
              <a:ahLst/>
              <a:cxnLst/>
              <a:rect l="l" t="t" r="r" b="b"/>
              <a:pathLst>
                <a:path w="2427" h="2426" extrusionOk="0">
                  <a:moveTo>
                    <a:pt x="733" y="1"/>
                  </a:moveTo>
                  <a:lnTo>
                    <a:pt x="0" y="732"/>
                  </a:lnTo>
                  <a:lnTo>
                    <a:pt x="1695" y="2425"/>
                  </a:lnTo>
                  <a:lnTo>
                    <a:pt x="2426" y="169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/>
            <p:cNvSpPr/>
            <p:nvPr/>
          </p:nvSpPr>
          <p:spPr>
            <a:xfrm>
              <a:off x="2803150" y="1638975"/>
              <a:ext cx="121250" cy="50525"/>
            </a:xfrm>
            <a:custGeom>
              <a:avLst/>
              <a:gdLst/>
              <a:ahLst/>
              <a:cxnLst/>
              <a:rect l="l" t="t" r="r" b="b"/>
              <a:pathLst>
                <a:path w="4850" h="2021" extrusionOk="0">
                  <a:moveTo>
                    <a:pt x="4561" y="0"/>
                  </a:moveTo>
                  <a:cubicBezTo>
                    <a:pt x="4494" y="0"/>
                    <a:pt x="4427" y="26"/>
                    <a:pt x="4375" y="77"/>
                  </a:cubicBezTo>
                  <a:lnTo>
                    <a:pt x="3322" y="1132"/>
                  </a:lnTo>
                  <a:cubicBezTo>
                    <a:pt x="3254" y="1200"/>
                    <a:pt x="3165" y="1234"/>
                    <a:pt x="3077" y="1234"/>
                  </a:cubicBezTo>
                  <a:cubicBezTo>
                    <a:pt x="2988" y="1234"/>
                    <a:pt x="2900" y="1200"/>
                    <a:pt x="2832" y="1132"/>
                  </a:cubicBezTo>
                  <a:lnTo>
                    <a:pt x="2336" y="636"/>
                  </a:lnTo>
                  <a:cubicBezTo>
                    <a:pt x="2166" y="466"/>
                    <a:pt x="1942" y="381"/>
                    <a:pt x="1719" y="381"/>
                  </a:cubicBezTo>
                  <a:cubicBezTo>
                    <a:pt x="1496" y="381"/>
                    <a:pt x="1273" y="466"/>
                    <a:pt x="1102" y="636"/>
                  </a:cubicBezTo>
                  <a:lnTo>
                    <a:pt x="166" y="1572"/>
                  </a:lnTo>
                  <a:cubicBezTo>
                    <a:pt x="1" y="1737"/>
                    <a:pt x="118" y="2020"/>
                    <a:pt x="352" y="2020"/>
                  </a:cubicBezTo>
                  <a:lnTo>
                    <a:pt x="352" y="2020"/>
                  </a:lnTo>
                  <a:cubicBezTo>
                    <a:pt x="423" y="2020"/>
                    <a:pt x="489" y="1992"/>
                    <a:pt x="538" y="1943"/>
                  </a:cubicBezTo>
                  <a:lnTo>
                    <a:pt x="1474" y="1007"/>
                  </a:lnTo>
                  <a:cubicBezTo>
                    <a:pt x="1542" y="939"/>
                    <a:pt x="1631" y="905"/>
                    <a:pt x="1720" y="905"/>
                  </a:cubicBezTo>
                  <a:cubicBezTo>
                    <a:pt x="1808" y="905"/>
                    <a:pt x="1897" y="939"/>
                    <a:pt x="1964" y="1007"/>
                  </a:cubicBezTo>
                  <a:lnTo>
                    <a:pt x="2460" y="1503"/>
                  </a:lnTo>
                  <a:cubicBezTo>
                    <a:pt x="2630" y="1673"/>
                    <a:pt x="2854" y="1758"/>
                    <a:pt x="3077" y="1758"/>
                  </a:cubicBezTo>
                  <a:cubicBezTo>
                    <a:pt x="3300" y="1758"/>
                    <a:pt x="3524" y="1673"/>
                    <a:pt x="3694" y="1503"/>
                  </a:cubicBezTo>
                  <a:lnTo>
                    <a:pt x="4747" y="449"/>
                  </a:lnTo>
                  <a:cubicBezTo>
                    <a:pt x="4850" y="347"/>
                    <a:pt x="4850" y="180"/>
                    <a:pt x="4747" y="77"/>
                  </a:cubicBezTo>
                  <a:cubicBezTo>
                    <a:pt x="4696" y="26"/>
                    <a:pt x="4629" y="0"/>
                    <a:pt x="4561" y="0"/>
                  </a:cubicBezTo>
                  <a:close/>
                  <a:moveTo>
                    <a:pt x="352" y="2020"/>
                  </a:moveTo>
                  <a:cubicBezTo>
                    <a:pt x="352" y="2020"/>
                    <a:pt x="352" y="2020"/>
                    <a:pt x="351" y="2020"/>
                  </a:cubicBezTo>
                  <a:lnTo>
                    <a:pt x="353" y="2020"/>
                  </a:lnTo>
                  <a:cubicBezTo>
                    <a:pt x="353" y="2020"/>
                    <a:pt x="352" y="2020"/>
                    <a:pt x="352" y="20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7"/>
            <p:cNvSpPr/>
            <p:nvPr/>
          </p:nvSpPr>
          <p:spPr>
            <a:xfrm>
              <a:off x="2785750" y="1676650"/>
              <a:ext cx="32200" cy="31950"/>
            </a:xfrm>
            <a:custGeom>
              <a:avLst/>
              <a:gdLst/>
              <a:ahLst/>
              <a:cxnLst/>
              <a:rect l="l" t="t" r="r" b="b"/>
              <a:pathLst>
                <a:path w="1288" h="1278" extrusionOk="0">
                  <a:moveTo>
                    <a:pt x="739" y="0"/>
                  </a:moveTo>
                  <a:cubicBezTo>
                    <a:pt x="714" y="0"/>
                    <a:pt x="689" y="10"/>
                    <a:pt x="670" y="29"/>
                  </a:cubicBezTo>
                  <a:lnTo>
                    <a:pt x="0" y="699"/>
                  </a:lnTo>
                  <a:lnTo>
                    <a:pt x="579" y="1277"/>
                  </a:lnTo>
                  <a:lnTo>
                    <a:pt x="1249" y="608"/>
                  </a:lnTo>
                  <a:cubicBezTo>
                    <a:pt x="1287" y="570"/>
                    <a:pt x="1287" y="508"/>
                    <a:pt x="1249" y="470"/>
                  </a:cubicBezTo>
                  <a:lnTo>
                    <a:pt x="1251" y="470"/>
                  </a:lnTo>
                  <a:lnTo>
                    <a:pt x="808" y="29"/>
                  </a:lnTo>
                  <a:cubicBezTo>
                    <a:pt x="789" y="10"/>
                    <a:pt x="764" y="0"/>
                    <a:pt x="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7"/>
            <p:cNvSpPr/>
            <p:nvPr/>
          </p:nvSpPr>
          <p:spPr>
            <a:xfrm>
              <a:off x="2486725" y="1690800"/>
              <a:ext cx="163400" cy="206000"/>
            </a:xfrm>
            <a:custGeom>
              <a:avLst/>
              <a:gdLst/>
              <a:ahLst/>
              <a:cxnLst/>
              <a:rect l="l" t="t" r="r" b="b"/>
              <a:pathLst>
                <a:path w="6536" h="8240" extrusionOk="0">
                  <a:moveTo>
                    <a:pt x="6183" y="0"/>
                  </a:moveTo>
                  <a:lnTo>
                    <a:pt x="1413" y="4770"/>
                  </a:lnTo>
                  <a:cubicBezTo>
                    <a:pt x="495" y="5686"/>
                    <a:pt x="1" y="6943"/>
                    <a:pt x="50" y="8240"/>
                  </a:cubicBezTo>
                  <a:lnTo>
                    <a:pt x="2756" y="7180"/>
                  </a:lnTo>
                  <a:cubicBezTo>
                    <a:pt x="2964" y="7099"/>
                    <a:pt x="3143" y="6953"/>
                    <a:pt x="3265" y="6766"/>
                  </a:cubicBezTo>
                  <a:lnTo>
                    <a:pt x="6322" y="2099"/>
                  </a:lnTo>
                  <a:cubicBezTo>
                    <a:pt x="6480" y="1854"/>
                    <a:pt x="6535" y="1557"/>
                    <a:pt x="6471" y="1272"/>
                  </a:cubicBezTo>
                  <a:lnTo>
                    <a:pt x="61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2553425" y="1728175"/>
              <a:ext cx="61250" cy="62750"/>
            </a:xfrm>
            <a:custGeom>
              <a:avLst/>
              <a:gdLst/>
              <a:ahLst/>
              <a:cxnLst/>
              <a:rect l="l" t="t" r="r" b="b"/>
              <a:pathLst>
                <a:path w="2450" h="2510" extrusionOk="0">
                  <a:moveTo>
                    <a:pt x="2021" y="0"/>
                  </a:moveTo>
                  <a:lnTo>
                    <a:pt x="0" y="2021"/>
                  </a:lnTo>
                  <a:lnTo>
                    <a:pt x="1042" y="2509"/>
                  </a:lnTo>
                  <a:lnTo>
                    <a:pt x="2450" y="429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/>
            <p:cNvSpPr/>
            <p:nvPr/>
          </p:nvSpPr>
          <p:spPr>
            <a:xfrm>
              <a:off x="2491525" y="1800975"/>
              <a:ext cx="70800" cy="62675"/>
            </a:xfrm>
            <a:custGeom>
              <a:avLst/>
              <a:gdLst/>
              <a:ahLst/>
              <a:cxnLst/>
              <a:rect l="l" t="t" r="r" b="b"/>
              <a:pathLst>
                <a:path w="2832" h="2507" extrusionOk="0">
                  <a:moveTo>
                    <a:pt x="1585" y="1"/>
                  </a:moveTo>
                  <a:lnTo>
                    <a:pt x="1221" y="365"/>
                  </a:lnTo>
                  <a:cubicBezTo>
                    <a:pt x="627" y="955"/>
                    <a:pt x="205" y="1696"/>
                    <a:pt x="0" y="2507"/>
                  </a:cubicBezTo>
                  <a:lnTo>
                    <a:pt x="2053" y="1737"/>
                  </a:lnTo>
                  <a:lnTo>
                    <a:pt x="2832" y="694"/>
                  </a:lnTo>
                  <a:lnTo>
                    <a:pt x="1585" y="1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/>
            <p:cNvSpPr/>
            <p:nvPr/>
          </p:nvSpPr>
          <p:spPr>
            <a:xfrm>
              <a:off x="2627175" y="1868100"/>
              <a:ext cx="155750" cy="138850"/>
            </a:xfrm>
            <a:custGeom>
              <a:avLst/>
              <a:gdLst/>
              <a:ahLst/>
              <a:cxnLst/>
              <a:rect l="l" t="t" r="r" b="b"/>
              <a:pathLst>
                <a:path w="6230" h="5554" extrusionOk="0">
                  <a:moveTo>
                    <a:pt x="4441" y="0"/>
                  </a:moveTo>
                  <a:lnTo>
                    <a:pt x="1278" y="3162"/>
                  </a:lnTo>
                  <a:lnTo>
                    <a:pt x="1" y="5554"/>
                  </a:lnTo>
                  <a:cubicBezTo>
                    <a:pt x="907" y="5377"/>
                    <a:pt x="1741" y="4932"/>
                    <a:pt x="2392" y="4277"/>
                  </a:cubicBezTo>
                  <a:lnTo>
                    <a:pt x="6229" y="440"/>
                  </a:lnTo>
                  <a:lnTo>
                    <a:pt x="44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/>
            <p:cNvSpPr/>
            <p:nvPr/>
          </p:nvSpPr>
          <p:spPr>
            <a:xfrm>
              <a:off x="2627175" y="1872050"/>
              <a:ext cx="155750" cy="134900"/>
            </a:xfrm>
            <a:custGeom>
              <a:avLst/>
              <a:gdLst/>
              <a:ahLst/>
              <a:cxnLst/>
              <a:rect l="l" t="t" r="r" b="b"/>
              <a:pathLst>
                <a:path w="6230" h="5396" extrusionOk="0">
                  <a:moveTo>
                    <a:pt x="5090" y="1"/>
                  </a:moveTo>
                  <a:lnTo>
                    <a:pt x="973" y="4119"/>
                  </a:lnTo>
                  <a:cubicBezTo>
                    <a:pt x="806" y="4286"/>
                    <a:pt x="628" y="4438"/>
                    <a:pt x="437" y="4579"/>
                  </a:cubicBezTo>
                  <a:lnTo>
                    <a:pt x="1" y="5396"/>
                  </a:lnTo>
                  <a:cubicBezTo>
                    <a:pt x="907" y="5219"/>
                    <a:pt x="1741" y="4774"/>
                    <a:pt x="2392" y="4119"/>
                  </a:cubicBezTo>
                  <a:lnTo>
                    <a:pt x="6229" y="282"/>
                  </a:lnTo>
                  <a:lnTo>
                    <a:pt x="509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/>
            <p:cNvSpPr/>
            <p:nvPr/>
          </p:nvSpPr>
          <p:spPr>
            <a:xfrm>
              <a:off x="2592825" y="1857050"/>
              <a:ext cx="15375" cy="13175"/>
            </a:xfrm>
            <a:custGeom>
              <a:avLst/>
              <a:gdLst/>
              <a:ahLst/>
              <a:cxnLst/>
              <a:rect l="l" t="t" r="r" b="b"/>
              <a:pathLst>
                <a:path w="615" h="527" extrusionOk="0">
                  <a:moveTo>
                    <a:pt x="351" y="1"/>
                  </a:moveTo>
                  <a:cubicBezTo>
                    <a:pt x="118" y="1"/>
                    <a:pt x="0" y="283"/>
                    <a:pt x="166" y="449"/>
                  </a:cubicBezTo>
                  <a:cubicBezTo>
                    <a:pt x="219" y="502"/>
                    <a:pt x="285" y="526"/>
                    <a:pt x="349" y="526"/>
                  </a:cubicBezTo>
                  <a:cubicBezTo>
                    <a:pt x="484" y="526"/>
                    <a:pt x="614" y="421"/>
                    <a:pt x="614" y="264"/>
                  </a:cubicBezTo>
                  <a:cubicBezTo>
                    <a:pt x="614" y="118"/>
                    <a:pt x="497" y="1"/>
                    <a:pt x="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/>
            <p:cNvSpPr/>
            <p:nvPr/>
          </p:nvSpPr>
          <p:spPr>
            <a:xfrm>
              <a:off x="2607700" y="1832325"/>
              <a:ext cx="15375" cy="13175"/>
            </a:xfrm>
            <a:custGeom>
              <a:avLst/>
              <a:gdLst/>
              <a:ahLst/>
              <a:cxnLst/>
              <a:rect l="l" t="t" r="r" b="b"/>
              <a:pathLst>
                <a:path w="615" h="527" extrusionOk="0">
                  <a:moveTo>
                    <a:pt x="351" y="1"/>
                  </a:moveTo>
                  <a:cubicBezTo>
                    <a:pt x="118" y="1"/>
                    <a:pt x="1" y="283"/>
                    <a:pt x="166" y="449"/>
                  </a:cubicBezTo>
                  <a:cubicBezTo>
                    <a:pt x="220" y="502"/>
                    <a:pt x="285" y="526"/>
                    <a:pt x="350" y="526"/>
                  </a:cubicBezTo>
                  <a:cubicBezTo>
                    <a:pt x="485" y="526"/>
                    <a:pt x="614" y="421"/>
                    <a:pt x="614" y="263"/>
                  </a:cubicBezTo>
                  <a:cubicBezTo>
                    <a:pt x="614" y="118"/>
                    <a:pt x="497" y="1"/>
                    <a:pt x="3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/>
            <p:cNvSpPr/>
            <p:nvPr/>
          </p:nvSpPr>
          <p:spPr>
            <a:xfrm>
              <a:off x="2620825" y="1809100"/>
              <a:ext cx="15400" cy="13150"/>
            </a:xfrm>
            <a:custGeom>
              <a:avLst/>
              <a:gdLst/>
              <a:ahLst/>
              <a:cxnLst/>
              <a:rect l="l" t="t" r="r" b="b"/>
              <a:pathLst>
                <a:path w="616" h="526" extrusionOk="0">
                  <a:moveTo>
                    <a:pt x="352" y="0"/>
                  </a:moveTo>
                  <a:cubicBezTo>
                    <a:pt x="118" y="0"/>
                    <a:pt x="0" y="283"/>
                    <a:pt x="165" y="448"/>
                  </a:cubicBezTo>
                  <a:cubicBezTo>
                    <a:pt x="219" y="502"/>
                    <a:pt x="285" y="526"/>
                    <a:pt x="350" y="526"/>
                  </a:cubicBezTo>
                  <a:cubicBezTo>
                    <a:pt x="486" y="526"/>
                    <a:pt x="615" y="422"/>
                    <a:pt x="615" y="263"/>
                  </a:cubicBezTo>
                  <a:cubicBezTo>
                    <a:pt x="615" y="117"/>
                    <a:pt x="498" y="0"/>
                    <a:pt x="3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/>
            <p:cNvSpPr/>
            <p:nvPr/>
          </p:nvSpPr>
          <p:spPr>
            <a:xfrm>
              <a:off x="2633125" y="1785900"/>
              <a:ext cx="15375" cy="13150"/>
            </a:xfrm>
            <a:custGeom>
              <a:avLst/>
              <a:gdLst/>
              <a:ahLst/>
              <a:cxnLst/>
              <a:rect l="l" t="t" r="r" b="b"/>
              <a:pathLst>
                <a:path w="615" h="526" extrusionOk="0">
                  <a:moveTo>
                    <a:pt x="352" y="0"/>
                  </a:moveTo>
                  <a:cubicBezTo>
                    <a:pt x="117" y="0"/>
                    <a:pt x="1" y="283"/>
                    <a:pt x="166" y="448"/>
                  </a:cubicBezTo>
                  <a:cubicBezTo>
                    <a:pt x="220" y="502"/>
                    <a:pt x="286" y="526"/>
                    <a:pt x="350" y="526"/>
                  </a:cubicBezTo>
                  <a:cubicBezTo>
                    <a:pt x="485" y="526"/>
                    <a:pt x="615" y="421"/>
                    <a:pt x="615" y="263"/>
                  </a:cubicBezTo>
                  <a:cubicBezTo>
                    <a:pt x="615" y="118"/>
                    <a:pt x="497" y="0"/>
                    <a:pt x="3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/>
            <p:cNvSpPr/>
            <p:nvPr/>
          </p:nvSpPr>
          <p:spPr>
            <a:xfrm>
              <a:off x="2767550" y="1843950"/>
              <a:ext cx="15375" cy="13150"/>
            </a:xfrm>
            <a:custGeom>
              <a:avLst/>
              <a:gdLst/>
              <a:ahLst/>
              <a:cxnLst/>
              <a:rect l="l" t="t" r="r" b="b"/>
              <a:pathLst>
                <a:path w="615" h="526" extrusionOk="0">
                  <a:moveTo>
                    <a:pt x="351" y="0"/>
                  </a:moveTo>
                  <a:cubicBezTo>
                    <a:pt x="118" y="0"/>
                    <a:pt x="1" y="283"/>
                    <a:pt x="166" y="448"/>
                  </a:cubicBezTo>
                  <a:cubicBezTo>
                    <a:pt x="220" y="502"/>
                    <a:pt x="285" y="526"/>
                    <a:pt x="350" y="526"/>
                  </a:cubicBezTo>
                  <a:cubicBezTo>
                    <a:pt x="485" y="526"/>
                    <a:pt x="614" y="421"/>
                    <a:pt x="614" y="263"/>
                  </a:cubicBezTo>
                  <a:cubicBezTo>
                    <a:pt x="614" y="118"/>
                    <a:pt x="497" y="0"/>
                    <a:pt x="3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/>
            <p:cNvSpPr/>
            <p:nvPr/>
          </p:nvSpPr>
          <p:spPr>
            <a:xfrm>
              <a:off x="2786375" y="1825750"/>
              <a:ext cx="15350" cy="13175"/>
            </a:xfrm>
            <a:custGeom>
              <a:avLst/>
              <a:gdLst/>
              <a:ahLst/>
              <a:cxnLst/>
              <a:rect l="l" t="t" r="r" b="b"/>
              <a:pathLst>
                <a:path w="614" h="527" extrusionOk="0">
                  <a:moveTo>
                    <a:pt x="351" y="1"/>
                  </a:moveTo>
                  <a:cubicBezTo>
                    <a:pt x="116" y="1"/>
                    <a:pt x="0" y="283"/>
                    <a:pt x="164" y="449"/>
                  </a:cubicBezTo>
                  <a:cubicBezTo>
                    <a:pt x="217" y="502"/>
                    <a:pt x="283" y="526"/>
                    <a:pt x="348" y="526"/>
                  </a:cubicBezTo>
                  <a:cubicBezTo>
                    <a:pt x="483" y="526"/>
                    <a:pt x="613" y="421"/>
                    <a:pt x="614" y="264"/>
                  </a:cubicBezTo>
                  <a:cubicBezTo>
                    <a:pt x="614" y="118"/>
                    <a:pt x="496" y="1"/>
                    <a:pt x="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7" name="Google Shape;1247;p47"/>
          <p:cNvGrpSpPr/>
          <p:nvPr/>
        </p:nvGrpSpPr>
        <p:grpSpPr>
          <a:xfrm rot="713536">
            <a:off x="7029132" y="1338313"/>
            <a:ext cx="497908" cy="467351"/>
            <a:chOff x="7706625" y="811425"/>
            <a:chExt cx="435875" cy="409125"/>
          </a:xfrm>
        </p:grpSpPr>
        <p:sp>
          <p:nvSpPr>
            <p:cNvPr id="1248" name="Google Shape;1248;p47"/>
            <p:cNvSpPr/>
            <p:nvPr/>
          </p:nvSpPr>
          <p:spPr>
            <a:xfrm>
              <a:off x="7756575" y="1138400"/>
              <a:ext cx="149750" cy="69875"/>
            </a:xfrm>
            <a:custGeom>
              <a:avLst/>
              <a:gdLst/>
              <a:ahLst/>
              <a:cxnLst/>
              <a:rect l="l" t="t" r="r" b="b"/>
              <a:pathLst>
                <a:path w="5990" h="2795" extrusionOk="0">
                  <a:moveTo>
                    <a:pt x="267" y="1"/>
                  </a:moveTo>
                  <a:cubicBezTo>
                    <a:pt x="122" y="1"/>
                    <a:pt x="4" y="115"/>
                    <a:pt x="1" y="259"/>
                  </a:cubicBezTo>
                  <a:lnTo>
                    <a:pt x="1" y="1625"/>
                  </a:lnTo>
                  <a:cubicBezTo>
                    <a:pt x="1" y="2270"/>
                    <a:pt x="523" y="2794"/>
                    <a:pt x="1168" y="2794"/>
                  </a:cubicBezTo>
                  <a:lnTo>
                    <a:pt x="5717" y="2794"/>
                  </a:lnTo>
                  <a:cubicBezTo>
                    <a:pt x="5720" y="2794"/>
                    <a:pt x="5723" y="2794"/>
                    <a:pt x="5726" y="2794"/>
                  </a:cubicBezTo>
                  <a:cubicBezTo>
                    <a:pt x="5870" y="2794"/>
                    <a:pt x="5990" y="2675"/>
                    <a:pt x="5990" y="2528"/>
                  </a:cubicBezTo>
                  <a:cubicBezTo>
                    <a:pt x="5990" y="2381"/>
                    <a:pt x="5869" y="2261"/>
                    <a:pt x="5723" y="2261"/>
                  </a:cubicBezTo>
                  <a:cubicBezTo>
                    <a:pt x="5721" y="2261"/>
                    <a:pt x="5719" y="2261"/>
                    <a:pt x="5717" y="2261"/>
                  </a:cubicBezTo>
                  <a:lnTo>
                    <a:pt x="1168" y="2261"/>
                  </a:lnTo>
                  <a:cubicBezTo>
                    <a:pt x="818" y="2261"/>
                    <a:pt x="533" y="1977"/>
                    <a:pt x="532" y="1625"/>
                  </a:cubicBezTo>
                  <a:lnTo>
                    <a:pt x="532" y="259"/>
                  </a:lnTo>
                  <a:cubicBezTo>
                    <a:pt x="528" y="115"/>
                    <a:pt x="411" y="1"/>
                    <a:pt x="2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/>
            <p:cNvSpPr/>
            <p:nvPr/>
          </p:nvSpPr>
          <p:spPr>
            <a:xfrm>
              <a:off x="7706625" y="1037650"/>
              <a:ext cx="37950" cy="80525"/>
            </a:xfrm>
            <a:custGeom>
              <a:avLst/>
              <a:gdLst/>
              <a:ahLst/>
              <a:cxnLst/>
              <a:rect l="l" t="t" r="r" b="b"/>
              <a:pathLst>
                <a:path w="1518" h="3221" extrusionOk="0">
                  <a:moveTo>
                    <a:pt x="447" y="0"/>
                  </a:moveTo>
                  <a:cubicBezTo>
                    <a:pt x="201" y="0"/>
                    <a:pt x="1" y="200"/>
                    <a:pt x="1" y="447"/>
                  </a:cubicBezTo>
                  <a:lnTo>
                    <a:pt x="1" y="2774"/>
                  </a:lnTo>
                  <a:cubicBezTo>
                    <a:pt x="1" y="3020"/>
                    <a:pt x="201" y="3218"/>
                    <a:pt x="447" y="3220"/>
                  </a:cubicBezTo>
                  <a:lnTo>
                    <a:pt x="1516" y="3220"/>
                  </a:lnTo>
                  <a:lnTo>
                    <a:pt x="15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/>
            <p:cNvSpPr/>
            <p:nvPr/>
          </p:nvSpPr>
          <p:spPr>
            <a:xfrm>
              <a:off x="8104550" y="1037650"/>
              <a:ext cx="37950" cy="80525"/>
            </a:xfrm>
            <a:custGeom>
              <a:avLst/>
              <a:gdLst/>
              <a:ahLst/>
              <a:cxnLst/>
              <a:rect l="l" t="t" r="r" b="b"/>
              <a:pathLst>
                <a:path w="1518" h="3221" extrusionOk="0">
                  <a:moveTo>
                    <a:pt x="1" y="0"/>
                  </a:moveTo>
                  <a:lnTo>
                    <a:pt x="1" y="3220"/>
                  </a:lnTo>
                  <a:lnTo>
                    <a:pt x="1071" y="3220"/>
                  </a:lnTo>
                  <a:cubicBezTo>
                    <a:pt x="1317" y="3220"/>
                    <a:pt x="1518" y="3020"/>
                    <a:pt x="1516" y="2774"/>
                  </a:cubicBezTo>
                  <a:lnTo>
                    <a:pt x="1516" y="447"/>
                  </a:lnTo>
                  <a:cubicBezTo>
                    <a:pt x="1516" y="200"/>
                    <a:pt x="1317" y="0"/>
                    <a:pt x="10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7"/>
            <p:cNvSpPr/>
            <p:nvPr/>
          </p:nvSpPr>
          <p:spPr>
            <a:xfrm>
              <a:off x="7730700" y="1037650"/>
              <a:ext cx="15975" cy="80475"/>
            </a:xfrm>
            <a:custGeom>
              <a:avLst/>
              <a:gdLst/>
              <a:ahLst/>
              <a:cxnLst/>
              <a:rect l="l" t="t" r="r" b="b"/>
              <a:pathLst>
                <a:path w="639" h="3219" extrusionOk="0">
                  <a:moveTo>
                    <a:pt x="1" y="0"/>
                  </a:moveTo>
                  <a:lnTo>
                    <a:pt x="1" y="3218"/>
                  </a:lnTo>
                  <a:lnTo>
                    <a:pt x="639" y="3218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7"/>
            <p:cNvSpPr/>
            <p:nvPr/>
          </p:nvSpPr>
          <p:spPr>
            <a:xfrm>
              <a:off x="8103450" y="1037650"/>
              <a:ext cx="15975" cy="80475"/>
            </a:xfrm>
            <a:custGeom>
              <a:avLst/>
              <a:gdLst/>
              <a:ahLst/>
              <a:cxnLst/>
              <a:rect l="l" t="t" r="r" b="b"/>
              <a:pathLst>
                <a:path w="639" h="3219" extrusionOk="0">
                  <a:moveTo>
                    <a:pt x="0" y="0"/>
                  </a:moveTo>
                  <a:lnTo>
                    <a:pt x="0" y="3218"/>
                  </a:lnTo>
                  <a:lnTo>
                    <a:pt x="639" y="3218"/>
                  </a:lnTo>
                  <a:lnTo>
                    <a:pt x="639" y="0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7"/>
            <p:cNvSpPr/>
            <p:nvPr/>
          </p:nvSpPr>
          <p:spPr>
            <a:xfrm>
              <a:off x="7744500" y="1010925"/>
              <a:ext cx="44525" cy="133950"/>
            </a:xfrm>
            <a:custGeom>
              <a:avLst/>
              <a:gdLst/>
              <a:ahLst/>
              <a:cxnLst/>
              <a:rect l="l" t="t" r="r" b="b"/>
              <a:pathLst>
                <a:path w="1781" h="5358" extrusionOk="0">
                  <a:moveTo>
                    <a:pt x="1385" y="1"/>
                  </a:moveTo>
                  <a:cubicBezTo>
                    <a:pt x="1384" y="1"/>
                    <a:pt x="1383" y="1"/>
                    <a:pt x="1382" y="1"/>
                  </a:cubicBezTo>
                  <a:lnTo>
                    <a:pt x="399" y="1"/>
                  </a:lnTo>
                  <a:cubicBezTo>
                    <a:pt x="180" y="1"/>
                    <a:pt x="1" y="179"/>
                    <a:pt x="1" y="399"/>
                  </a:cubicBezTo>
                  <a:lnTo>
                    <a:pt x="1" y="4959"/>
                  </a:lnTo>
                  <a:cubicBezTo>
                    <a:pt x="1" y="5179"/>
                    <a:pt x="180" y="5358"/>
                    <a:pt x="399" y="5358"/>
                  </a:cubicBezTo>
                  <a:lnTo>
                    <a:pt x="1382" y="5358"/>
                  </a:lnTo>
                  <a:cubicBezTo>
                    <a:pt x="1602" y="5358"/>
                    <a:pt x="1780" y="5179"/>
                    <a:pt x="1780" y="4959"/>
                  </a:cubicBezTo>
                  <a:lnTo>
                    <a:pt x="1780" y="399"/>
                  </a:lnTo>
                  <a:cubicBezTo>
                    <a:pt x="1780" y="180"/>
                    <a:pt x="1603" y="1"/>
                    <a:pt x="13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7"/>
            <p:cNvSpPr/>
            <p:nvPr/>
          </p:nvSpPr>
          <p:spPr>
            <a:xfrm>
              <a:off x="7760100" y="1010925"/>
              <a:ext cx="28975" cy="133950"/>
            </a:xfrm>
            <a:custGeom>
              <a:avLst/>
              <a:gdLst/>
              <a:ahLst/>
              <a:cxnLst/>
              <a:rect l="l" t="t" r="r" b="b"/>
              <a:pathLst>
                <a:path w="1159" h="5358" extrusionOk="0">
                  <a:moveTo>
                    <a:pt x="3" y="1"/>
                  </a:moveTo>
                  <a:cubicBezTo>
                    <a:pt x="2" y="1"/>
                    <a:pt x="1" y="1"/>
                    <a:pt x="0" y="1"/>
                  </a:cubicBezTo>
                  <a:lnTo>
                    <a:pt x="6" y="1"/>
                  </a:lnTo>
                  <a:cubicBezTo>
                    <a:pt x="5" y="1"/>
                    <a:pt x="4" y="1"/>
                    <a:pt x="3" y="1"/>
                  </a:cubicBezTo>
                  <a:close/>
                  <a:moveTo>
                    <a:pt x="761" y="1"/>
                  </a:moveTo>
                  <a:cubicBezTo>
                    <a:pt x="760" y="1"/>
                    <a:pt x="759" y="1"/>
                    <a:pt x="758" y="1"/>
                  </a:cubicBezTo>
                  <a:lnTo>
                    <a:pt x="6" y="1"/>
                  </a:lnTo>
                  <a:cubicBezTo>
                    <a:pt x="224" y="2"/>
                    <a:pt x="401" y="181"/>
                    <a:pt x="401" y="399"/>
                  </a:cubicBezTo>
                  <a:lnTo>
                    <a:pt x="401" y="4959"/>
                  </a:lnTo>
                  <a:cubicBezTo>
                    <a:pt x="401" y="5179"/>
                    <a:pt x="220" y="5358"/>
                    <a:pt x="0" y="5358"/>
                  </a:cubicBezTo>
                  <a:lnTo>
                    <a:pt x="758" y="5358"/>
                  </a:lnTo>
                  <a:cubicBezTo>
                    <a:pt x="980" y="5358"/>
                    <a:pt x="1158" y="5179"/>
                    <a:pt x="1158" y="4959"/>
                  </a:cubicBezTo>
                  <a:lnTo>
                    <a:pt x="1158" y="399"/>
                  </a:lnTo>
                  <a:cubicBezTo>
                    <a:pt x="1158" y="180"/>
                    <a:pt x="981" y="1"/>
                    <a:pt x="7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7"/>
            <p:cNvSpPr/>
            <p:nvPr/>
          </p:nvSpPr>
          <p:spPr>
            <a:xfrm>
              <a:off x="8060075" y="1010925"/>
              <a:ext cx="44500" cy="133950"/>
            </a:xfrm>
            <a:custGeom>
              <a:avLst/>
              <a:gdLst/>
              <a:ahLst/>
              <a:cxnLst/>
              <a:rect l="l" t="t" r="r" b="b"/>
              <a:pathLst>
                <a:path w="1780" h="5358" extrusionOk="0">
                  <a:moveTo>
                    <a:pt x="396" y="1"/>
                  </a:moveTo>
                  <a:cubicBezTo>
                    <a:pt x="177" y="1"/>
                    <a:pt x="0" y="180"/>
                    <a:pt x="0" y="399"/>
                  </a:cubicBezTo>
                  <a:lnTo>
                    <a:pt x="0" y="4959"/>
                  </a:lnTo>
                  <a:cubicBezTo>
                    <a:pt x="0" y="5179"/>
                    <a:pt x="179" y="5358"/>
                    <a:pt x="399" y="5358"/>
                  </a:cubicBezTo>
                  <a:lnTo>
                    <a:pt x="1381" y="5358"/>
                  </a:lnTo>
                  <a:cubicBezTo>
                    <a:pt x="1601" y="5358"/>
                    <a:pt x="1780" y="5179"/>
                    <a:pt x="1780" y="4959"/>
                  </a:cubicBezTo>
                  <a:lnTo>
                    <a:pt x="1780" y="399"/>
                  </a:lnTo>
                  <a:cubicBezTo>
                    <a:pt x="1780" y="180"/>
                    <a:pt x="1603" y="1"/>
                    <a:pt x="1384" y="1"/>
                  </a:cubicBezTo>
                  <a:cubicBezTo>
                    <a:pt x="1383" y="1"/>
                    <a:pt x="1382" y="1"/>
                    <a:pt x="1381" y="1"/>
                  </a:cubicBezTo>
                  <a:lnTo>
                    <a:pt x="399" y="1"/>
                  </a:lnTo>
                  <a:cubicBezTo>
                    <a:pt x="398" y="1"/>
                    <a:pt x="397" y="1"/>
                    <a:pt x="3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7"/>
            <p:cNvSpPr/>
            <p:nvPr/>
          </p:nvSpPr>
          <p:spPr>
            <a:xfrm>
              <a:off x="8060075" y="1010925"/>
              <a:ext cx="24825" cy="133950"/>
            </a:xfrm>
            <a:custGeom>
              <a:avLst/>
              <a:gdLst/>
              <a:ahLst/>
              <a:cxnLst/>
              <a:rect l="l" t="t" r="r" b="b"/>
              <a:pathLst>
                <a:path w="993" h="5358" extrusionOk="0">
                  <a:moveTo>
                    <a:pt x="396" y="1"/>
                  </a:moveTo>
                  <a:cubicBezTo>
                    <a:pt x="177" y="1"/>
                    <a:pt x="0" y="180"/>
                    <a:pt x="0" y="399"/>
                  </a:cubicBezTo>
                  <a:lnTo>
                    <a:pt x="0" y="4959"/>
                  </a:lnTo>
                  <a:cubicBezTo>
                    <a:pt x="0" y="5179"/>
                    <a:pt x="179" y="5358"/>
                    <a:pt x="399" y="5358"/>
                  </a:cubicBezTo>
                  <a:lnTo>
                    <a:pt x="993" y="5358"/>
                  </a:lnTo>
                  <a:cubicBezTo>
                    <a:pt x="773" y="5358"/>
                    <a:pt x="594" y="5179"/>
                    <a:pt x="594" y="4959"/>
                  </a:cubicBezTo>
                  <a:lnTo>
                    <a:pt x="594" y="399"/>
                  </a:lnTo>
                  <a:cubicBezTo>
                    <a:pt x="594" y="179"/>
                    <a:pt x="773" y="1"/>
                    <a:pt x="993" y="1"/>
                  </a:cubicBezTo>
                  <a:lnTo>
                    <a:pt x="399" y="1"/>
                  </a:lnTo>
                  <a:cubicBezTo>
                    <a:pt x="398" y="1"/>
                    <a:pt x="397" y="1"/>
                    <a:pt x="3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7"/>
            <p:cNvSpPr/>
            <p:nvPr/>
          </p:nvSpPr>
          <p:spPr>
            <a:xfrm>
              <a:off x="7754350" y="822025"/>
              <a:ext cx="340475" cy="188925"/>
            </a:xfrm>
            <a:custGeom>
              <a:avLst/>
              <a:gdLst/>
              <a:ahLst/>
              <a:cxnLst/>
              <a:rect l="l" t="t" r="r" b="b"/>
              <a:pathLst>
                <a:path w="13619" h="7557" extrusionOk="0">
                  <a:moveTo>
                    <a:pt x="4564" y="0"/>
                  </a:moveTo>
                  <a:cubicBezTo>
                    <a:pt x="2043" y="0"/>
                    <a:pt x="1" y="2043"/>
                    <a:pt x="1" y="4563"/>
                  </a:cubicBezTo>
                  <a:lnTo>
                    <a:pt x="1" y="7557"/>
                  </a:lnTo>
                  <a:lnTo>
                    <a:pt x="988" y="7557"/>
                  </a:lnTo>
                  <a:lnTo>
                    <a:pt x="988" y="4649"/>
                  </a:lnTo>
                  <a:cubicBezTo>
                    <a:pt x="988" y="2587"/>
                    <a:pt x="2614" y="915"/>
                    <a:pt x="4618" y="915"/>
                  </a:cubicBezTo>
                  <a:lnTo>
                    <a:pt x="8998" y="915"/>
                  </a:lnTo>
                  <a:cubicBezTo>
                    <a:pt x="11002" y="915"/>
                    <a:pt x="12628" y="2587"/>
                    <a:pt x="12628" y="4649"/>
                  </a:cubicBezTo>
                  <a:lnTo>
                    <a:pt x="12628" y="7557"/>
                  </a:lnTo>
                  <a:lnTo>
                    <a:pt x="13619" y="7557"/>
                  </a:lnTo>
                  <a:lnTo>
                    <a:pt x="13619" y="4563"/>
                  </a:lnTo>
                  <a:cubicBezTo>
                    <a:pt x="13619" y="2043"/>
                    <a:pt x="11576" y="0"/>
                    <a:pt x="90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7"/>
            <p:cNvSpPr/>
            <p:nvPr/>
          </p:nvSpPr>
          <p:spPr>
            <a:xfrm>
              <a:off x="7754350" y="1000300"/>
              <a:ext cx="24700" cy="10600"/>
            </a:xfrm>
            <a:custGeom>
              <a:avLst/>
              <a:gdLst/>
              <a:ahLst/>
              <a:cxnLst/>
              <a:rect l="l" t="t" r="r" b="b"/>
              <a:pathLst>
                <a:path w="988" h="424" extrusionOk="0">
                  <a:moveTo>
                    <a:pt x="1" y="1"/>
                  </a:moveTo>
                  <a:lnTo>
                    <a:pt x="1" y="424"/>
                  </a:lnTo>
                  <a:lnTo>
                    <a:pt x="988" y="424"/>
                  </a:lnTo>
                  <a:lnTo>
                    <a:pt x="988" y="1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7"/>
            <p:cNvSpPr/>
            <p:nvPr/>
          </p:nvSpPr>
          <p:spPr>
            <a:xfrm>
              <a:off x="8070025" y="1000300"/>
              <a:ext cx="24800" cy="10600"/>
            </a:xfrm>
            <a:custGeom>
              <a:avLst/>
              <a:gdLst/>
              <a:ahLst/>
              <a:cxnLst/>
              <a:rect l="l" t="t" r="r" b="b"/>
              <a:pathLst>
                <a:path w="992" h="424" extrusionOk="0">
                  <a:moveTo>
                    <a:pt x="1" y="1"/>
                  </a:moveTo>
                  <a:lnTo>
                    <a:pt x="1" y="424"/>
                  </a:lnTo>
                  <a:lnTo>
                    <a:pt x="992" y="424"/>
                  </a:lnTo>
                  <a:lnTo>
                    <a:pt x="992" y="1"/>
                  </a:ln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7"/>
            <p:cNvSpPr/>
            <p:nvPr/>
          </p:nvSpPr>
          <p:spPr>
            <a:xfrm>
              <a:off x="7779025" y="834300"/>
              <a:ext cx="291075" cy="103975"/>
            </a:xfrm>
            <a:custGeom>
              <a:avLst/>
              <a:gdLst/>
              <a:ahLst/>
              <a:cxnLst/>
              <a:rect l="l" t="t" r="r" b="b"/>
              <a:pathLst>
                <a:path w="11643" h="4159" extrusionOk="0">
                  <a:moveTo>
                    <a:pt x="3631" y="0"/>
                  </a:moveTo>
                  <a:cubicBezTo>
                    <a:pt x="1627" y="0"/>
                    <a:pt x="1" y="1672"/>
                    <a:pt x="1" y="3735"/>
                  </a:cubicBezTo>
                  <a:lnTo>
                    <a:pt x="1" y="4158"/>
                  </a:lnTo>
                  <a:cubicBezTo>
                    <a:pt x="1" y="2096"/>
                    <a:pt x="1627" y="424"/>
                    <a:pt x="3631" y="424"/>
                  </a:cubicBezTo>
                  <a:lnTo>
                    <a:pt x="8012" y="424"/>
                  </a:lnTo>
                  <a:cubicBezTo>
                    <a:pt x="10007" y="424"/>
                    <a:pt x="11626" y="2079"/>
                    <a:pt x="11642" y="4128"/>
                  </a:cubicBezTo>
                  <a:lnTo>
                    <a:pt x="11642" y="4128"/>
                  </a:lnTo>
                  <a:lnTo>
                    <a:pt x="11641" y="3735"/>
                  </a:lnTo>
                  <a:cubicBezTo>
                    <a:pt x="11641" y="1672"/>
                    <a:pt x="10015" y="0"/>
                    <a:pt x="8011" y="0"/>
                  </a:cubicBezTo>
                  <a:close/>
                  <a:moveTo>
                    <a:pt x="11642" y="4128"/>
                  </a:moveTo>
                  <a:lnTo>
                    <a:pt x="11643" y="4158"/>
                  </a:lnTo>
                  <a:cubicBezTo>
                    <a:pt x="11643" y="4148"/>
                    <a:pt x="11643" y="4138"/>
                    <a:pt x="11642" y="4128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7"/>
            <p:cNvSpPr/>
            <p:nvPr/>
          </p:nvSpPr>
          <p:spPr>
            <a:xfrm>
              <a:off x="7852925" y="811425"/>
              <a:ext cx="151075" cy="41950"/>
            </a:xfrm>
            <a:custGeom>
              <a:avLst/>
              <a:gdLst/>
              <a:ahLst/>
              <a:cxnLst/>
              <a:rect l="l" t="t" r="r" b="b"/>
              <a:pathLst>
                <a:path w="6043" h="1678" extrusionOk="0">
                  <a:moveTo>
                    <a:pt x="393" y="1"/>
                  </a:moveTo>
                  <a:cubicBezTo>
                    <a:pt x="176" y="1"/>
                    <a:pt x="0" y="179"/>
                    <a:pt x="0" y="396"/>
                  </a:cubicBezTo>
                  <a:lnTo>
                    <a:pt x="0" y="1282"/>
                  </a:lnTo>
                  <a:cubicBezTo>
                    <a:pt x="0" y="1501"/>
                    <a:pt x="177" y="1678"/>
                    <a:pt x="396" y="1678"/>
                  </a:cubicBezTo>
                  <a:lnTo>
                    <a:pt x="5647" y="1678"/>
                  </a:lnTo>
                  <a:cubicBezTo>
                    <a:pt x="5865" y="1678"/>
                    <a:pt x="6040" y="1501"/>
                    <a:pt x="6042" y="1282"/>
                  </a:cubicBezTo>
                  <a:lnTo>
                    <a:pt x="6042" y="394"/>
                  </a:lnTo>
                  <a:cubicBezTo>
                    <a:pt x="6042" y="176"/>
                    <a:pt x="5865" y="1"/>
                    <a:pt x="5647" y="1"/>
                  </a:cubicBezTo>
                  <a:lnTo>
                    <a:pt x="396" y="1"/>
                  </a:lnTo>
                  <a:cubicBezTo>
                    <a:pt x="395" y="1"/>
                    <a:pt x="394" y="1"/>
                    <a:pt x="3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7"/>
            <p:cNvSpPr/>
            <p:nvPr/>
          </p:nvSpPr>
          <p:spPr>
            <a:xfrm>
              <a:off x="7852925" y="828100"/>
              <a:ext cx="151025" cy="25275"/>
            </a:xfrm>
            <a:custGeom>
              <a:avLst/>
              <a:gdLst/>
              <a:ahLst/>
              <a:cxnLst/>
              <a:rect l="l" t="t" r="r" b="b"/>
              <a:pathLst>
                <a:path w="6041" h="1011" extrusionOk="0">
                  <a:moveTo>
                    <a:pt x="0" y="0"/>
                  </a:moveTo>
                  <a:lnTo>
                    <a:pt x="0" y="615"/>
                  </a:lnTo>
                  <a:cubicBezTo>
                    <a:pt x="0" y="834"/>
                    <a:pt x="177" y="1011"/>
                    <a:pt x="396" y="1011"/>
                  </a:cubicBezTo>
                  <a:lnTo>
                    <a:pt x="5647" y="1011"/>
                  </a:lnTo>
                  <a:cubicBezTo>
                    <a:pt x="5863" y="1011"/>
                    <a:pt x="6040" y="834"/>
                    <a:pt x="6040" y="615"/>
                  </a:cubicBezTo>
                  <a:lnTo>
                    <a:pt x="6040" y="0"/>
                  </a:lnTo>
                  <a:cubicBezTo>
                    <a:pt x="6040" y="218"/>
                    <a:pt x="5863" y="395"/>
                    <a:pt x="5647" y="395"/>
                  </a:cubicBezTo>
                  <a:lnTo>
                    <a:pt x="396" y="395"/>
                  </a:lnTo>
                  <a:cubicBezTo>
                    <a:pt x="177" y="395"/>
                    <a:pt x="0" y="218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7"/>
            <p:cNvSpPr/>
            <p:nvPr/>
          </p:nvSpPr>
          <p:spPr>
            <a:xfrm>
              <a:off x="7899450" y="1180325"/>
              <a:ext cx="64475" cy="40225"/>
            </a:xfrm>
            <a:custGeom>
              <a:avLst/>
              <a:gdLst/>
              <a:ahLst/>
              <a:cxnLst/>
              <a:rect l="l" t="t" r="r" b="b"/>
              <a:pathLst>
                <a:path w="2579" h="1609" extrusionOk="0">
                  <a:moveTo>
                    <a:pt x="400" y="1"/>
                  </a:moveTo>
                  <a:cubicBezTo>
                    <a:pt x="180" y="1"/>
                    <a:pt x="0" y="179"/>
                    <a:pt x="0" y="399"/>
                  </a:cubicBezTo>
                  <a:lnTo>
                    <a:pt x="0" y="1208"/>
                  </a:lnTo>
                  <a:cubicBezTo>
                    <a:pt x="0" y="1428"/>
                    <a:pt x="180" y="1608"/>
                    <a:pt x="400" y="1608"/>
                  </a:cubicBezTo>
                  <a:lnTo>
                    <a:pt x="2178" y="1608"/>
                  </a:lnTo>
                  <a:cubicBezTo>
                    <a:pt x="2400" y="1608"/>
                    <a:pt x="2578" y="1428"/>
                    <a:pt x="2578" y="1208"/>
                  </a:cubicBezTo>
                  <a:lnTo>
                    <a:pt x="2578" y="399"/>
                  </a:lnTo>
                  <a:cubicBezTo>
                    <a:pt x="2578" y="179"/>
                    <a:pt x="2400" y="1"/>
                    <a:pt x="21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7"/>
            <p:cNvSpPr/>
            <p:nvPr/>
          </p:nvSpPr>
          <p:spPr>
            <a:xfrm>
              <a:off x="7899450" y="1195425"/>
              <a:ext cx="64475" cy="25125"/>
            </a:xfrm>
            <a:custGeom>
              <a:avLst/>
              <a:gdLst/>
              <a:ahLst/>
              <a:cxnLst/>
              <a:rect l="l" t="t" r="r" b="b"/>
              <a:pathLst>
                <a:path w="2579" h="1005" extrusionOk="0">
                  <a:moveTo>
                    <a:pt x="0" y="0"/>
                  </a:moveTo>
                  <a:lnTo>
                    <a:pt x="0" y="604"/>
                  </a:lnTo>
                  <a:cubicBezTo>
                    <a:pt x="0" y="824"/>
                    <a:pt x="180" y="1004"/>
                    <a:pt x="400" y="1004"/>
                  </a:cubicBezTo>
                  <a:lnTo>
                    <a:pt x="2178" y="1004"/>
                  </a:lnTo>
                  <a:cubicBezTo>
                    <a:pt x="2400" y="1004"/>
                    <a:pt x="2578" y="824"/>
                    <a:pt x="2578" y="604"/>
                  </a:cubicBezTo>
                  <a:lnTo>
                    <a:pt x="2578" y="0"/>
                  </a:lnTo>
                  <a:cubicBezTo>
                    <a:pt x="2578" y="220"/>
                    <a:pt x="2400" y="400"/>
                    <a:pt x="2178" y="400"/>
                  </a:cubicBezTo>
                  <a:lnTo>
                    <a:pt x="400" y="400"/>
                  </a:lnTo>
                  <a:cubicBezTo>
                    <a:pt x="180" y="400"/>
                    <a:pt x="0" y="222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65"/>
          <p:cNvSpPr/>
          <p:nvPr/>
        </p:nvSpPr>
        <p:spPr>
          <a:xfrm rot="-5224907" flipH="1">
            <a:off x="2617375" y="1148656"/>
            <a:ext cx="1026277" cy="2066632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99" name="Google Shape;1899;p65"/>
          <p:cNvSpPr/>
          <p:nvPr/>
        </p:nvSpPr>
        <p:spPr>
          <a:xfrm rot="-5224907" flipH="1">
            <a:off x="2267790" y="2502111"/>
            <a:ext cx="1461259" cy="2308987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0" name="Google Shape;1900;p65"/>
          <p:cNvSpPr/>
          <p:nvPr/>
        </p:nvSpPr>
        <p:spPr>
          <a:xfrm rot="-5224907" flipH="1">
            <a:off x="6543144" y="867130"/>
            <a:ext cx="1139159" cy="2398920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1" name="Google Shape;1901;p65"/>
          <p:cNvSpPr/>
          <p:nvPr/>
        </p:nvSpPr>
        <p:spPr>
          <a:xfrm rot="-5224907" flipH="1">
            <a:off x="6422396" y="2337462"/>
            <a:ext cx="1200032" cy="2221650"/>
          </a:xfrm>
          <a:prstGeom prst="parallelogram">
            <a:avLst>
              <a:gd name="adj" fmla="val 18489"/>
            </a:avLst>
          </a:prstGeom>
          <a:solidFill>
            <a:srgbClr val="FAD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02" name="Google Shape;1902;p65"/>
          <p:cNvSpPr/>
          <p:nvPr/>
        </p:nvSpPr>
        <p:spPr>
          <a:xfrm rot="-1293116">
            <a:off x="4701698" y="2956031"/>
            <a:ext cx="1113124" cy="1170446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65"/>
          <p:cNvSpPr/>
          <p:nvPr/>
        </p:nvSpPr>
        <p:spPr>
          <a:xfrm rot="-1293116">
            <a:off x="4688423" y="1473056"/>
            <a:ext cx="1113124" cy="1170446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65"/>
          <p:cNvSpPr/>
          <p:nvPr/>
        </p:nvSpPr>
        <p:spPr>
          <a:xfrm rot="-1293116">
            <a:off x="800223" y="2860031"/>
            <a:ext cx="1113124" cy="1170446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65"/>
          <p:cNvSpPr/>
          <p:nvPr/>
        </p:nvSpPr>
        <p:spPr>
          <a:xfrm rot="-5398613" flipH="1">
            <a:off x="4200300" y="-1281775"/>
            <a:ext cx="743400" cy="4197000"/>
          </a:xfrm>
          <a:prstGeom prst="parallelogram">
            <a:avLst>
              <a:gd name="adj" fmla="val 18489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6" name="Google Shape;1906;p65"/>
          <p:cNvSpPr txBox="1">
            <a:spLocks noGrp="1"/>
          </p:cNvSpPr>
          <p:nvPr>
            <p:ph type="title"/>
          </p:nvPr>
        </p:nvSpPr>
        <p:spPr>
          <a:xfrm>
            <a:off x="653606" y="44492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STRATEGIC </a:t>
            </a:r>
            <a:r>
              <a:rPr lang="en" b="1" dirty="0">
                <a:solidFill>
                  <a:schemeClr val="accent2"/>
                </a:solidFill>
              </a:rPr>
              <a:t>recommendations</a:t>
            </a:r>
            <a:endParaRPr b="1" dirty="0">
              <a:solidFill>
                <a:schemeClr val="accent2"/>
              </a:solidFill>
            </a:endParaRPr>
          </a:p>
        </p:txBody>
      </p:sp>
      <p:sp>
        <p:nvSpPr>
          <p:cNvPr id="1907" name="Google Shape;1907;p65"/>
          <p:cNvSpPr/>
          <p:nvPr/>
        </p:nvSpPr>
        <p:spPr>
          <a:xfrm rot="-1293116">
            <a:off x="1038435" y="1181156"/>
            <a:ext cx="1113124" cy="1170446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65"/>
          <p:cNvGrpSpPr/>
          <p:nvPr/>
        </p:nvGrpSpPr>
        <p:grpSpPr>
          <a:xfrm rot="-569378">
            <a:off x="1053030" y="1473402"/>
            <a:ext cx="713744" cy="1169753"/>
            <a:chOff x="6415300" y="3617925"/>
            <a:chExt cx="431200" cy="706650"/>
          </a:xfrm>
        </p:grpSpPr>
        <p:sp>
          <p:nvSpPr>
            <p:cNvPr id="1909" name="Google Shape;1909;p65"/>
            <p:cNvSpPr/>
            <p:nvPr/>
          </p:nvSpPr>
          <p:spPr>
            <a:xfrm>
              <a:off x="6415300" y="3617925"/>
              <a:ext cx="431200" cy="402850"/>
            </a:xfrm>
            <a:custGeom>
              <a:avLst/>
              <a:gdLst/>
              <a:ahLst/>
              <a:cxnLst/>
              <a:rect l="l" t="t" r="r" b="b"/>
              <a:pathLst>
                <a:path w="17248" h="16114" extrusionOk="0">
                  <a:moveTo>
                    <a:pt x="7290" y="1"/>
                  </a:moveTo>
                  <a:cubicBezTo>
                    <a:pt x="4129" y="1"/>
                    <a:pt x="1450" y="2332"/>
                    <a:pt x="1013" y="5462"/>
                  </a:cubicBezTo>
                  <a:lnTo>
                    <a:pt x="533" y="8899"/>
                  </a:lnTo>
                  <a:cubicBezTo>
                    <a:pt x="1" y="12712"/>
                    <a:pt x="2960" y="16113"/>
                    <a:pt x="6809" y="16113"/>
                  </a:cubicBezTo>
                  <a:lnTo>
                    <a:pt x="10440" y="16113"/>
                  </a:lnTo>
                  <a:cubicBezTo>
                    <a:pt x="14289" y="16113"/>
                    <a:pt x="17248" y="12712"/>
                    <a:pt x="16716" y="8899"/>
                  </a:cubicBezTo>
                  <a:lnTo>
                    <a:pt x="16237" y="5462"/>
                  </a:lnTo>
                  <a:cubicBezTo>
                    <a:pt x="15798" y="2332"/>
                    <a:pt x="13122" y="1"/>
                    <a:pt x="9959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65"/>
            <p:cNvSpPr/>
            <p:nvPr/>
          </p:nvSpPr>
          <p:spPr>
            <a:xfrm>
              <a:off x="6629350" y="4112050"/>
              <a:ext cx="3075" cy="3050"/>
            </a:xfrm>
            <a:custGeom>
              <a:avLst/>
              <a:gdLst/>
              <a:ahLst/>
              <a:cxnLst/>
              <a:rect l="l" t="t" r="r" b="b"/>
              <a:pathLst>
                <a:path w="123" h="122" extrusionOk="0">
                  <a:moveTo>
                    <a:pt x="0" y="1"/>
                  </a:moveTo>
                  <a:lnTo>
                    <a:pt x="122" y="121"/>
                  </a:lnTo>
                  <a:cubicBezTo>
                    <a:pt x="82" y="81"/>
                    <a:pt x="42" y="41"/>
                    <a:pt x="0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65"/>
            <p:cNvSpPr/>
            <p:nvPr/>
          </p:nvSpPr>
          <p:spPr>
            <a:xfrm>
              <a:off x="6463700" y="3986150"/>
              <a:ext cx="334425" cy="338425"/>
            </a:xfrm>
            <a:custGeom>
              <a:avLst/>
              <a:gdLst/>
              <a:ahLst/>
              <a:cxnLst/>
              <a:rect l="l" t="t" r="r" b="b"/>
              <a:pathLst>
                <a:path w="13377" h="13537" extrusionOk="0">
                  <a:moveTo>
                    <a:pt x="5938" y="1"/>
                  </a:moveTo>
                  <a:cubicBezTo>
                    <a:pt x="5740" y="2133"/>
                    <a:pt x="5847" y="4507"/>
                    <a:pt x="5583" y="6590"/>
                  </a:cubicBezTo>
                  <a:cubicBezTo>
                    <a:pt x="5487" y="7349"/>
                    <a:pt x="5366" y="8163"/>
                    <a:pt x="4849" y="8730"/>
                  </a:cubicBezTo>
                  <a:cubicBezTo>
                    <a:pt x="4083" y="9569"/>
                    <a:pt x="2761" y="9549"/>
                    <a:pt x="1769" y="10101"/>
                  </a:cubicBezTo>
                  <a:cubicBezTo>
                    <a:pt x="601" y="10749"/>
                    <a:pt x="0" y="12266"/>
                    <a:pt x="408" y="13537"/>
                  </a:cubicBezTo>
                  <a:lnTo>
                    <a:pt x="6688" y="13529"/>
                  </a:lnTo>
                  <a:lnTo>
                    <a:pt x="12968" y="13537"/>
                  </a:lnTo>
                  <a:cubicBezTo>
                    <a:pt x="13376" y="12266"/>
                    <a:pt x="12775" y="10749"/>
                    <a:pt x="11608" y="10101"/>
                  </a:cubicBezTo>
                  <a:cubicBezTo>
                    <a:pt x="10614" y="9551"/>
                    <a:pt x="9294" y="9569"/>
                    <a:pt x="8527" y="8730"/>
                  </a:cubicBezTo>
                  <a:cubicBezTo>
                    <a:pt x="8008" y="8163"/>
                    <a:pt x="7890" y="7349"/>
                    <a:pt x="7794" y="6590"/>
                  </a:cubicBezTo>
                  <a:cubicBezTo>
                    <a:pt x="7530" y="4509"/>
                    <a:pt x="7635" y="2133"/>
                    <a:pt x="7437" y="1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65"/>
            <p:cNvSpPr/>
            <p:nvPr/>
          </p:nvSpPr>
          <p:spPr>
            <a:xfrm>
              <a:off x="6529625" y="3699875"/>
              <a:ext cx="202575" cy="202600"/>
            </a:xfrm>
            <a:custGeom>
              <a:avLst/>
              <a:gdLst/>
              <a:ahLst/>
              <a:cxnLst/>
              <a:rect l="l" t="t" r="r" b="b"/>
              <a:pathLst>
                <a:path w="8103" h="8104" extrusionOk="0">
                  <a:moveTo>
                    <a:pt x="4051" y="499"/>
                  </a:moveTo>
                  <a:cubicBezTo>
                    <a:pt x="6011" y="499"/>
                    <a:pt x="7602" y="2092"/>
                    <a:pt x="7602" y="4052"/>
                  </a:cubicBezTo>
                  <a:cubicBezTo>
                    <a:pt x="7602" y="6011"/>
                    <a:pt x="6011" y="7604"/>
                    <a:pt x="4051" y="7604"/>
                  </a:cubicBezTo>
                  <a:cubicBezTo>
                    <a:pt x="2092" y="7604"/>
                    <a:pt x="499" y="6011"/>
                    <a:pt x="499" y="4052"/>
                  </a:cubicBezTo>
                  <a:cubicBezTo>
                    <a:pt x="499" y="2092"/>
                    <a:pt x="2092" y="499"/>
                    <a:pt x="4051" y="499"/>
                  </a:cubicBezTo>
                  <a:close/>
                  <a:moveTo>
                    <a:pt x="4051" y="0"/>
                  </a:moveTo>
                  <a:cubicBezTo>
                    <a:pt x="1817" y="0"/>
                    <a:pt x="0" y="1818"/>
                    <a:pt x="0" y="4052"/>
                  </a:cubicBezTo>
                  <a:cubicBezTo>
                    <a:pt x="0" y="6286"/>
                    <a:pt x="1817" y="8103"/>
                    <a:pt x="4051" y="8103"/>
                  </a:cubicBezTo>
                  <a:cubicBezTo>
                    <a:pt x="6286" y="8103"/>
                    <a:pt x="8103" y="6286"/>
                    <a:pt x="8103" y="4052"/>
                  </a:cubicBezTo>
                  <a:cubicBezTo>
                    <a:pt x="8103" y="1818"/>
                    <a:pt x="6286" y="0"/>
                    <a:pt x="4051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65"/>
            <p:cNvSpPr/>
            <p:nvPr/>
          </p:nvSpPr>
          <p:spPr>
            <a:xfrm>
              <a:off x="6594900" y="3767800"/>
              <a:ext cx="69400" cy="66725"/>
            </a:xfrm>
            <a:custGeom>
              <a:avLst/>
              <a:gdLst/>
              <a:ahLst/>
              <a:cxnLst/>
              <a:rect l="l" t="t" r="r" b="b"/>
              <a:pathLst>
                <a:path w="2776" h="2669" extrusionOk="0">
                  <a:moveTo>
                    <a:pt x="1440" y="0"/>
                  </a:moveTo>
                  <a:cubicBezTo>
                    <a:pt x="900" y="0"/>
                    <a:pt x="413" y="324"/>
                    <a:pt x="208" y="823"/>
                  </a:cubicBezTo>
                  <a:cubicBezTo>
                    <a:pt x="0" y="1322"/>
                    <a:pt x="115" y="1895"/>
                    <a:pt x="495" y="2278"/>
                  </a:cubicBezTo>
                  <a:cubicBezTo>
                    <a:pt x="751" y="2534"/>
                    <a:pt x="1092" y="2669"/>
                    <a:pt x="1439" y="2669"/>
                  </a:cubicBezTo>
                  <a:cubicBezTo>
                    <a:pt x="1611" y="2669"/>
                    <a:pt x="1785" y="2636"/>
                    <a:pt x="1950" y="2567"/>
                  </a:cubicBezTo>
                  <a:cubicBezTo>
                    <a:pt x="2449" y="2362"/>
                    <a:pt x="2775" y="1874"/>
                    <a:pt x="2775" y="1335"/>
                  </a:cubicBezTo>
                  <a:cubicBezTo>
                    <a:pt x="2775" y="597"/>
                    <a:pt x="2178" y="0"/>
                    <a:pt x="1440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65"/>
            <p:cNvSpPr/>
            <p:nvPr/>
          </p:nvSpPr>
          <p:spPr>
            <a:xfrm>
              <a:off x="6732675" y="3907525"/>
              <a:ext cx="31950" cy="27375"/>
            </a:xfrm>
            <a:custGeom>
              <a:avLst/>
              <a:gdLst/>
              <a:ahLst/>
              <a:cxnLst/>
              <a:rect l="l" t="t" r="r" b="b"/>
              <a:pathLst>
                <a:path w="1278" h="1095" extrusionOk="0">
                  <a:moveTo>
                    <a:pt x="731" y="1"/>
                  </a:moveTo>
                  <a:cubicBezTo>
                    <a:pt x="245" y="1"/>
                    <a:pt x="1" y="589"/>
                    <a:pt x="345" y="933"/>
                  </a:cubicBezTo>
                  <a:cubicBezTo>
                    <a:pt x="456" y="1044"/>
                    <a:pt x="593" y="1094"/>
                    <a:pt x="727" y="1094"/>
                  </a:cubicBezTo>
                  <a:cubicBezTo>
                    <a:pt x="1008" y="1094"/>
                    <a:pt x="1277" y="876"/>
                    <a:pt x="1277" y="547"/>
                  </a:cubicBezTo>
                  <a:cubicBezTo>
                    <a:pt x="1277" y="245"/>
                    <a:pt x="1033" y="1"/>
                    <a:pt x="731" y="1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65"/>
            <p:cNvSpPr/>
            <p:nvPr/>
          </p:nvSpPr>
          <p:spPr>
            <a:xfrm>
              <a:off x="6558575" y="4076150"/>
              <a:ext cx="133475" cy="34400"/>
            </a:xfrm>
            <a:custGeom>
              <a:avLst/>
              <a:gdLst/>
              <a:ahLst/>
              <a:cxnLst/>
              <a:rect l="l" t="t" r="r" b="b"/>
              <a:pathLst>
                <a:path w="5339" h="1376" extrusionOk="0">
                  <a:moveTo>
                    <a:pt x="688" y="0"/>
                  </a:moveTo>
                  <a:cubicBezTo>
                    <a:pt x="308" y="0"/>
                    <a:pt x="0" y="308"/>
                    <a:pt x="0" y="689"/>
                  </a:cubicBezTo>
                  <a:cubicBezTo>
                    <a:pt x="0" y="1067"/>
                    <a:pt x="308" y="1375"/>
                    <a:pt x="688" y="1375"/>
                  </a:cubicBezTo>
                  <a:lnTo>
                    <a:pt x="4652" y="1375"/>
                  </a:lnTo>
                  <a:cubicBezTo>
                    <a:pt x="5031" y="1375"/>
                    <a:pt x="5339" y="1067"/>
                    <a:pt x="5339" y="689"/>
                  </a:cubicBezTo>
                  <a:cubicBezTo>
                    <a:pt x="5339" y="308"/>
                    <a:pt x="5031" y="0"/>
                    <a:pt x="4652" y="0"/>
                  </a:cubicBezTo>
                  <a:close/>
                </a:path>
              </a:pathLst>
            </a:custGeom>
            <a:solidFill>
              <a:srgbClr val="3233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65"/>
            <p:cNvSpPr/>
            <p:nvPr/>
          </p:nvSpPr>
          <p:spPr>
            <a:xfrm>
              <a:off x="6466525" y="3636950"/>
              <a:ext cx="86975" cy="82600"/>
            </a:xfrm>
            <a:custGeom>
              <a:avLst/>
              <a:gdLst/>
              <a:ahLst/>
              <a:cxnLst/>
              <a:rect l="l" t="t" r="r" b="b"/>
              <a:pathLst>
                <a:path w="3479" h="3304" extrusionOk="0">
                  <a:moveTo>
                    <a:pt x="3478" y="1"/>
                  </a:moveTo>
                  <a:lnTo>
                    <a:pt x="3478" y="1"/>
                  </a:lnTo>
                  <a:cubicBezTo>
                    <a:pt x="2631" y="52"/>
                    <a:pt x="1841" y="500"/>
                    <a:pt x="1259" y="1117"/>
                  </a:cubicBezTo>
                  <a:cubicBezTo>
                    <a:pt x="676" y="1733"/>
                    <a:pt x="286" y="2506"/>
                    <a:pt x="0" y="3304"/>
                  </a:cubicBezTo>
                  <a:cubicBezTo>
                    <a:pt x="769" y="2102"/>
                    <a:pt x="2227" y="687"/>
                    <a:pt x="3478" y="1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65"/>
            <p:cNvSpPr/>
            <p:nvPr/>
          </p:nvSpPr>
          <p:spPr>
            <a:xfrm>
              <a:off x="6629400" y="3814175"/>
              <a:ext cx="121700" cy="111975"/>
            </a:xfrm>
            <a:custGeom>
              <a:avLst/>
              <a:gdLst/>
              <a:ahLst/>
              <a:cxnLst/>
              <a:rect l="l" t="t" r="r" b="b"/>
              <a:pathLst>
                <a:path w="4868" h="4479" extrusionOk="0">
                  <a:moveTo>
                    <a:pt x="4816" y="0"/>
                  </a:moveTo>
                  <a:lnTo>
                    <a:pt x="4816" y="0"/>
                  </a:lnTo>
                  <a:cubicBezTo>
                    <a:pt x="4316" y="2273"/>
                    <a:pt x="2304" y="4130"/>
                    <a:pt x="0" y="4449"/>
                  </a:cubicBezTo>
                  <a:cubicBezTo>
                    <a:pt x="166" y="4469"/>
                    <a:pt x="332" y="4479"/>
                    <a:pt x="498" y="4479"/>
                  </a:cubicBezTo>
                  <a:cubicBezTo>
                    <a:pt x="1572" y="4479"/>
                    <a:pt x="2646" y="4068"/>
                    <a:pt x="3436" y="3338"/>
                  </a:cubicBezTo>
                  <a:cubicBezTo>
                    <a:pt x="4350" y="2495"/>
                    <a:pt x="4867" y="1242"/>
                    <a:pt x="4816" y="0"/>
                  </a:cubicBezTo>
                  <a:close/>
                </a:path>
              </a:pathLst>
            </a:custGeom>
            <a:solidFill>
              <a:srgbClr val="FFFA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8" name="Google Shape;1918;p65"/>
          <p:cNvGrpSpPr/>
          <p:nvPr/>
        </p:nvGrpSpPr>
        <p:grpSpPr>
          <a:xfrm rot="-1042504">
            <a:off x="4551476" y="1265480"/>
            <a:ext cx="961433" cy="1361145"/>
            <a:chOff x="1931800" y="238125"/>
            <a:chExt cx="3699850" cy="5238050"/>
          </a:xfrm>
        </p:grpSpPr>
        <p:sp>
          <p:nvSpPr>
            <p:cNvPr id="1919" name="Google Shape;1919;p65"/>
            <p:cNvSpPr/>
            <p:nvPr/>
          </p:nvSpPr>
          <p:spPr>
            <a:xfrm>
              <a:off x="4318625" y="2532250"/>
              <a:ext cx="600175" cy="609100"/>
            </a:xfrm>
            <a:custGeom>
              <a:avLst/>
              <a:gdLst/>
              <a:ahLst/>
              <a:cxnLst/>
              <a:rect l="l" t="t" r="r" b="b"/>
              <a:pathLst>
                <a:path w="24007" h="24364" extrusionOk="0">
                  <a:moveTo>
                    <a:pt x="15159" y="0"/>
                  </a:moveTo>
                  <a:cubicBezTo>
                    <a:pt x="10203" y="1710"/>
                    <a:pt x="5140" y="3085"/>
                    <a:pt x="0" y="4117"/>
                  </a:cubicBezTo>
                  <a:cubicBezTo>
                    <a:pt x="2055" y="10722"/>
                    <a:pt x="3509" y="17498"/>
                    <a:pt x="4346" y="24364"/>
                  </a:cubicBezTo>
                  <a:cubicBezTo>
                    <a:pt x="10768" y="22027"/>
                    <a:pt x="17337" y="20107"/>
                    <a:pt x="24007" y="18619"/>
                  </a:cubicBezTo>
                  <a:cubicBezTo>
                    <a:pt x="19794" y="12973"/>
                    <a:pt x="16777" y="6623"/>
                    <a:pt x="15159" y="0"/>
                  </a:cubicBez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65"/>
            <p:cNvSpPr/>
            <p:nvPr/>
          </p:nvSpPr>
          <p:spPr>
            <a:xfrm>
              <a:off x="3934500" y="2893975"/>
              <a:ext cx="1697150" cy="1667475"/>
            </a:xfrm>
            <a:custGeom>
              <a:avLst/>
              <a:gdLst/>
              <a:ahLst/>
              <a:cxnLst/>
              <a:rect l="l" t="t" r="r" b="b"/>
              <a:pathLst>
                <a:path w="67886" h="66699" extrusionOk="0">
                  <a:moveTo>
                    <a:pt x="36483" y="0"/>
                  </a:moveTo>
                  <a:cubicBezTo>
                    <a:pt x="34900" y="0"/>
                    <a:pt x="33319" y="111"/>
                    <a:pt x="31759" y="338"/>
                  </a:cubicBezTo>
                  <a:cubicBezTo>
                    <a:pt x="21426" y="1838"/>
                    <a:pt x="12297" y="8011"/>
                    <a:pt x="6985" y="16042"/>
                  </a:cubicBezTo>
                  <a:cubicBezTo>
                    <a:pt x="1672" y="24072"/>
                    <a:pt x="1" y="33783"/>
                    <a:pt x="1305" y="43030"/>
                  </a:cubicBezTo>
                  <a:cubicBezTo>
                    <a:pt x="2122" y="48819"/>
                    <a:pt x="4190" y="54682"/>
                    <a:pt x="8653" y="58956"/>
                  </a:cubicBezTo>
                  <a:cubicBezTo>
                    <a:pt x="13504" y="63602"/>
                    <a:pt x="20683" y="65860"/>
                    <a:pt x="27774" y="66498"/>
                  </a:cubicBezTo>
                  <a:cubicBezTo>
                    <a:pt x="29255" y="66631"/>
                    <a:pt x="30746" y="66699"/>
                    <a:pt x="32237" y="66699"/>
                  </a:cubicBezTo>
                  <a:cubicBezTo>
                    <a:pt x="38284" y="66699"/>
                    <a:pt x="44337" y="65584"/>
                    <a:pt x="49736" y="63182"/>
                  </a:cubicBezTo>
                  <a:cubicBezTo>
                    <a:pt x="56466" y="60187"/>
                    <a:pt x="62116" y="55129"/>
                    <a:pt x="64929" y="48917"/>
                  </a:cubicBezTo>
                  <a:cubicBezTo>
                    <a:pt x="67886" y="42389"/>
                    <a:pt x="67620" y="35070"/>
                    <a:pt x="66582" y="28092"/>
                  </a:cubicBezTo>
                  <a:cubicBezTo>
                    <a:pt x="65625" y="21670"/>
                    <a:pt x="63947" y="15104"/>
                    <a:pt x="59623" y="9893"/>
                  </a:cubicBezTo>
                  <a:cubicBezTo>
                    <a:pt x="54342" y="3527"/>
                    <a:pt x="45390" y="0"/>
                    <a:pt x="36483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65"/>
            <p:cNvSpPr/>
            <p:nvPr/>
          </p:nvSpPr>
          <p:spPr>
            <a:xfrm>
              <a:off x="4337375" y="3206975"/>
              <a:ext cx="822900" cy="961225"/>
            </a:xfrm>
            <a:custGeom>
              <a:avLst/>
              <a:gdLst/>
              <a:ahLst/>
              <a:cxnLst/>
              <a:rect l="l" t="t" r="r" b="b"/>
              <a:pathLst>
                <a:path w="32916" h="38449" extrusionOk="0">
                  <a:moveTo>
                    <a:pt x="17680" y="1"/>
                  </a:moveTo>
                  <a:cubicBezTo>
                    <a:pt x="17508" y="1"/>
                    <a:pt x="17335" y="5"/>
                    <a:pt x="17163" y="13"/>
                  </a:cubicBezTo>
                  <a:cubicBezTo>
                    <a:pt x="11785" y="262"/>
                    <a:pt x="7497" y="4200"/>
                    <a:pt x="4938" y="8418"/>
                  </a:cubicBezTo>
                  <a:cubicBezTo>
                    <a:pt x="1294" y="14424"/>
                    <a:pt x="1" y="21533"/>
                    <a:pt x="1329" y="28256"/>
                  </a:cubicBezTo>
                  <a:cubicBezTo>
                    <a:pt x="2055" y="31933"/>
                    <a:pt x="3840" y="35799"/>
                    <a:pt x="7553" y="37536"/>
                  </a:cubicBezTo>
                  <a:cubicBezTo>
                    <a:pt x="8911" y="38171"/>
                    <a:pt x="10375" y="38448"/>
                    <a:pt x="11866" y="38448"/>
                  </a:cubicBezTo>
                  <a:cubicBezTo>
                    <a:pt x="15236" y="38448"/>
                    <a:pt x="18742" y="37031"/>
                    <a:pt x="21461" y="35116"/>
                  </a:cubicBezTo>
                  <a:cubicBezTo>
                    <a:pt x="29072" y="29758"/>
                    <a:pt x="32915" y="20477"/>
                    <a:pt x="31031" y="12003"/>
                  </a:cubicBezTo>
                  <a:cubicBezTo>
                    <a:pt x="30348" y="8932"/>
                    <a:pt x="28931" y="5932"/>
                    <a:pt x="26532" y="3643"/>
                  </a:cubicBezTo>
                  <a:cubicBezTo>
                    <a:pt x="24250" y="1468"/>
                    <a:pt x="21011" y="1"/>
                    <a:pt x="17680" y="1"/>
                  </a:cubicBez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65"/>
            <p:cNvSpPr/>
            <p:nvPr/>
          </p:nvSpPr>
          <p:spPr>
            <a:xfrm>
              <a:off x="4394675" y="3252475"/>
              <a:ext cx="470275" cy="866250"/>
            </a:xfrm>
            <a:custGeom>
              <a:avLst/>
              <a:gdLst/>
              <a:ahLst/>
              <a:cxnLst/>
              <a:rect l="l" t="t" r="r" b="b"/>
              <a:pathLst>
                <a:path w="18811" h="34650" extrusionOk="0">
                  <a:moveTo>
                    <a:pt x="16453" y="1"/>
                  </a:moveTo>
                  <a:cubicBezTo>
                    <a:pt x="12113" y="1"/>
                    <a:pt x="7802" y="2133"/>
                    <a:pt x="4923" y="5434"/>
                  </a:cubicBezTo>
                  <a:cubicBezTo>
                    <a:pt x="1520" y="9333"/>
                    <a:pt x="1" y="14652"/>
                    <a:pt x="129" y="19825"/>
                  </a:cubicBezTo>
                  <a:cubicBezTo>
                    <a:pt x="257" y="24998"/>
                    <a:pt x="1927" y="30039"/>
                    <a:pt x="4274" y="34650"/>
                  </a:cubicBezTo>
                  <a:cubicBezTo>
                    <a:pt x="4676" y="28243"/>
                    <a:pt x="5646" y="21816"/>
                    <a:pt x="7903" y="15803"/>
                  </a:cubicBezTo>
                  <a:cubicBezTo>
                    <a:pt x="10160" y="9792"/>
                    <a:pt x="13766" y="4190"/>
                    <a:pt x="18811" y="217"/>
                  </a:cubicBezTo>
                  <a:cubicBezTo>
                    <a:pt x="18030" y="71"/>
                    <a:pt x="17241" y="1"/>
                    <a:pt x="16453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65"/>
            <p:cNvSpPr/>
            <p:nvPr/>
          </p:nvSpPr>
          <p:spPr>
            <a:xfrm>
              <a:off x="5003350" y="3813700"/>
              <a:ext cx="434750" cy="498925"/>
            </a:xfrm>
            <a:custGeom>
              <a:avLst/>
              <a:gdLst/>
              <a:ahLst/>
              <a:cxnLst/>
              <a:rect l="l" t="t" r="r" b="b"/>
              <a:pathLst>
                <a:path w="17390" h="19957" extrusionOk="0">
                  <a:moveTo>
                    <a:pt x="16665" y="0"/>
                  </a:moveTo>
                  <a:cubicBezTo>
                    <a:pt x="14995" y="8898"/>
                    <a:pt x="8458" y="16726"/>
                    <a:pt x="1" y="19957"/>
                  </a:cubicBezTo>
                  <a:cubicBezTo>
                    <a:pt x="4892" y="19804"/>
                    <a:pt x="9675" y="17476"/>
                    <a:pt x="12813" y="13719"/>
                  </a:cubicBezTo>
                  <a:cubicBezTo>
                    <a:pt x="15949" y="9963"/>
                    <a:pt x="17389" y="4841"/>
                    <a:pt x="16665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65"/>
            <p:cNvSpPr/>
            <p:nvPr/>
          </p:nvSpPr>
          <p:spPr>
            <a:xfrm>
              <a:off x="4159425" y="3068900"/>
              <a:ext cx="318025" cy="268250"/>
            </a:xfrm>
            <a:custGeom>
              <a:avLst/>
              <a:gdLst/>
              <a:ahLst/>
              <a:cxnLst/>
              <a:rect l="l" t="t" r="r" b="b"/>
              <a:pathLst>
                <a:path w="12721" h="10730" extrusionOk="0">
                  <a:moveTo>
                    <a:pt x="12721" y="0"/>
                  </a:moveTo>
                  <a:lnTo>
                    <a:pt x="12721" y="0"/>
                  </a:lnTo>
                  <a:cubicBezTo>
                    <a:pt x="7072" y="1207"/>
                    <a:pt x="2142" y="5367"/>
                    <a:pt x="0" y="10730"/>
                  </a:cubicBezTo>
                  <a:cubicBezTo>
                    <a:pt x="3455" y="6315"/>
                    <a:pt x="7787" y="2661"/>
                    <a:pt x="12721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65"/>
            <p:cNvSpPr/>
            <p:nvPr/>
          </p:nvSpPr>
          <p:spPr>
            <a:xfrm>
              <a:off x="2831250" y="246150"/>
              <a:ext cx="2089675" cy="2549525"/>
            </a:xfrm>
            <a:custGeom>
              <a:avLst/>
              <a:gdLst/>
              <a:ahLst/>
              <a:cxnLst/>
              <a:rect l="l" t="t" r="r" b="b"/>
              <a:pathLst>
                <a:path w="83587" h="101981" extrusionOk="0">
                  <a:moveTo>
                    <a:pt x="23222" y="1"/>
                  </a:moveTo>
                  <a:cubicBezTo>
                    <a:pt x="19178" y="1"/>
                    <a:pt x="15126" y="1240"/>
                    <a:pt x="11635" y="3120"/>
                  </a:cubicBezTo>
                  <a:cubicBezTo>
                    <a:pt x="7180" y="5520"/>
                    <a:pt x="3504" y="8896"/>
                    <a:pt x="1" y="12325"/>
                  </a:cubicBezTo>
                  <a:lnTo>
                    <a:pt x="9236" y="15373"/>
                  </a:lnTo>
                  <a:cubicBezTo>
                    <a:pt x="16802" y="16968"/>
                    <a:pt x="21397" y="23642"/>
                    <a:pt x="24878" y="29829"/>
                  </a:cubicBezTo>
                  <a:cubicBezTo>
                    <a:pt x="37683" y="52588"/>
                    <a:pt x="46871" y="76955"/>
                    <a:pt x="52086" y="101980"/>
                  </a:cubicBezTo>
                  <a:lnTo>
                    <a:pt x="83587" y="96389"/>
                  </a:lnTo>
                  <a:cubicBezTo>
                    <a:pt x="74486" y="65651"/>
                    <a:pt x="64722" y="33761"/>
                    <a:pt x="41437" y="9662"/>
                  </a:cubicBezTo>
                  <a:cubicBezTo>
                    <a:pt x="37401" y="5485"/>
                    <a:pt x="32624" y="1404"/>
                    <a:pt x="26561" y="297"/>
                  </a:cubicBezTo>
                  <a:cubicBezTo>
                    <a:pt x="25457" y="95"/>
                    <a:pt x="24340" y="1"/>
                    <a:pt x="23222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65"/>
            <p:cNvSpPr/>
            <p:nvPr/>
          </p:nvSpPr>
          <p:spPr>
            <a:xfrm>
              <a:off x="3553875" y="331900"/>
              <a:ext cx="1208850" cy="2248725"/>
            </a:xfrm>
            <a:custGeom>
              <a:avLst/>
              <a:gdLst/>
              <a:ahLst/>
              <a:cxnLst/>
              <a:rect l="l" t="t" r="r" b="b"/>
              <a:pathLst>
                <a:path w="48354" h="89949" extrusionOk="0">
                  <a:moveTo>
                    <a:pt x="699" y="0"/>
                  </a:moveTo>
                  <a:lnTo>
                    <a:pt x="1" y="863"/>
                  </a:lnTo>
                  <a:cubicBezTo>
                    <a:pt x="14224" y="12393"/>
                    <a:pt x="22406" y="26323"/>
                    <a:pt x="29129" y="39662"/>
                  </a:cubicBezTo>
                  <a:cubicBezTo>
                    <a:pt x="37159" y="55592"/>
                    <a:pt x="41908" y="68752"/>
                    <a:pt x="47279" y="89948"/>
                  </a:cubicBezTo>
                  <a:lnTo>
                    <a:pt x="48353" y="89675"/>
                  </a:lnTo>
                  <a:cubicBezTo>
                    <a:pt x="42963" y="68393"/>
                    <a:pt x="38190" y="55175"/>
                    <a:pt x="30120" y="39163"/>
                  </a:cubicBezTo>
                  <a:cubicBezTo>
                    <a:pt x="23340" y="25716"/>
                    <a:pt x="15085" y="11663"/>
                    <a:pt x="699" y="0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65"/>
            <p:cNvSpPr/>
            <p:nvPr/>
          </p:nvSpPr>
          <p:spPr>
            <a:xfrm>
              <a:off x="2547325" y="2939925"/>
              <a:ext cx="699800" cy="668825"/>
            </a:xfrm>
            <a:custGeom>
              <a:avLst/>
              <a:gdLst/>
              <a:ahLst/>
              <a:cxnLst/>
              <a:rect l="l" t="t" r="r" b="b"/>
              <a:pathLst>
                <a:path w="27992" h="26753" extrusionOk="0">
                  <a:moveTo>
                    <a:pt x="19735" y="0"/>
                  </a:moveTo>
                  <a:cubicBezTo>
                    <a:pt x="13251" y="1716"/>
                    <a:pt x="6658" y="2990"/>
                    <a:pt x="0" y="3815"/>
                  </a:cubicBezTo>
                  <a:cubicBezTo>
                    <a:pt x="698" y="11529"/>
                    <a:pt x="1884" y="19188"/>
                    <a:pt x="3549" y="26752"/>
                  </a:cubicBezTo>
                  <a:cubicBezTo>
                    <a:pt x="11340" y="23883"/>
                    <a:pt x="19602" y="22034"/>
                    <a:pt x="27991" y="21282"/>
                  </a:cubicBezTo>
                  <a:cubicBezTo>
                    <a:pt x="23800" y="14719"/>
                    <a:pt x="20986" y="7465"/>
                    <a:pt x="19735" y="0"/>
                  </a:cubicBez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65"/>
            <p:cNvSpPr/>
            <p:nvPr/>
          </p:nvSpPr>
          <p:spPr>
            <a:xfrm>
              <a:off x="1931800" y="3383775"/>
              <a:ext cx="2304550" cy="2092400"/>
            </a:xfrm>
            <a:custGeom>
              <a:avLst/>
              <a:gdLst/>
              <a:ahLst/>
              <a:cxnLst/>
              <a:rect l="l" t="t" r="r" b="b"/>
              <a:pathLst>
                <a:path w="92182" h="83696" extrusionOk="0">
                  <a:moveTo>
                    <a:pt x="44514" y="0"/>
                  </a:moveTo>
                  <a:cubicBezTo>
                    <a:pt x="34988" y="0"/>
                    <a:pt x="25427" y="2616"/>
                    <a:pt x="17855" y="8423"/>
                  </a:cubicBezTo>
                  <a:cubicBezTo>
                    <a:pt x="5456" y="17928"/>
                    <a:pt x="1" y="35630"/>
                    <a:pt x="4254" y="50834"/>
                  </a:cubicBezTo>
                  <a:cubicBezTo>
                    <a:pt x="8505" y="66036"/>
                    <a:pt x="14371" y="79698"/>
                    <a:pt x="29619" y="82632"/>
                  </a:cubicBezTo>
                  <a:cubicBezTo>
                    <a:pt x="33237" y="83328"/>
                    <a:pt x="37684" y="83695"/>
                    <a:pt x="42505" y="83695"/>
                  </a:cubicBezTo>
                  <a:cubicBezTo>
                    <a:pt x="58000" y="83695"/>
                    <a:pt x="77352" y="79902"/>
                    <a:pt x="85399" y="71059"/>
                  </a:cubicBezTo>
                  <a:cubicBezTo>
                    <a:pt x="92181" y="63609"/>
                    <a:pt x="90664" y="48995"/>
                    <a:pt x="90433" y="38835"/>
                  </a:cubicBezTo>
                  <a:cubicBezTo>
                    <a:pt x="90202" y="28688"/>
                    <a:pt x="85224" y="18936"/>
                    <a:pt x="77790" y="12178"/>
                  </a:cubicBezTo>
                  <a:cubicBezTo>
                    <a:pt x="70356" y="5422"/>
                    <a:pt x="60642" y="1544"/>
                    <a:pt x="50745" y="371"/>
                  </a:cubicBezTo>
                  <a:cubicBezTo>
                    <a:pt x="48684" y="126"/>
                    <a:pt x="46600" y="0"/>
                    <a:pt x="44514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65"/>
            <p:cNvSpPr/>
            <p:nvPr/>
          </p:nvSpPr>
          <p:spPr>
            <a:xfrm>
              <a:off x="2089225" y="3517075"/>
              <a:ext cx="1822675" cy="1777475"/>
            </a:xfrm>
            <a:custGeom>
              <a:avLst/>
              <a:gdLst/>
              <a:ahLst/>
              <a:cxnLst/>
              <a:rect l="l" t="t" r="r" b="b"/>
              <a:pathLst>
                <a:path w="72907" h="71099" extrusionOk="0">
                  <a:moveTo>
                    <a:pt x="38409" y="1"/>
                  </a:moveTo>
                  <a:cubicBezTo>
                    <a:pt x="36817" y="1"/>
                    <a:pt x="35226" y="119"/>
                    <a:pt x="33661" y="352"/>
                  </a:cubicBezTo>
                  <a:cubicBezTo>
                    <a:pt x="26745" y="1382"/>
                    <a:pt x="20356" y="4541"/>
                    <a:pt x="15205" y="8774"/>
                  </a:cubicBezTo>
                  <a:cubicBezTo>
                    <a:pt x="7251" y="15308"/>
                    <a:pt x="2116" y="24496"/>
                    <a:pt x="1058" y="34085"/>
                  </a:cubicBezTo>
                  <a:cubicBezTo>
                    <a:pt x="1" y="43672"/>
                    <a:pt x="3031" y="53575"/>
                    <a:pt x="9405" y="61361"/>
                  </a:cubicBezTo>
                  <a:cubicBezTo>
                    <a:pt x="13280" y="66098"/>
                    <a:pt x="18752" y="70222"/>
                    <a:pt x="25281" y="70971"/>
                  </a:cubicBezTo>
                  <a:cubicBezTo>
                    <a:pt x="26039" y="71058"/>
                    <a:pt x="26794" y="71099"/>
                    <a:pt x="27548" y="71099"/>
                  </a:cubicBezTo>
                  <a:cubicBezTo>
                    <a:pt x="32939" y="71099"/>
                    <a:pt x="38203" y="69017"/>
                    <a:pt x="43170" y="66978"/>
                  </a:cubicBezTo>
                  <a:cubicBezTo>
                    <a:pt x="49383" y="64430"/>
                    <a:pt x="55667" y="61842"/>
                    <a:pt x="60998" y="58024"/>
                  </a:cubicBezTo>
                  <a:cubicBezTo>
                    <a:pt x="66329" y="54207"/>
                    <a:pt x="70694" y="48972"/>
                    <a:pt x="71762" y="42956"/>
                  </a:cubicBezTo>
                  <a:cubicBezTo>
                    <a:pt x="72907" y="36514"/>
                    <a:pt x="70215" y="30076"/>
                    <a:pt x="67571" y="23990"/>
                  </a:cubicBezTo>
                  <a:cubicBezTo>
                    <a:pt x="64374" y="16636"/>
                    <a:pt x="60835" y="8871"/>
                    <a:pt x="53675" y="4222"/>
                  </a:cubicBezTo>
                  <a:cubicBezTo>
                    <a:pt x="49292" y="1377"/>
                    <a:pt x="43850" y="1"/>
                    <a:pt x="38409" y="1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65"/>
            <p:cNvSpPr/>
            <p:nvPr/>
          </p:nvSpPr>
          <p:spPr>
            <a:xfrm>
              <a:off x="2221500" y="3807975"/>
              <a:ext cx="1160000" cy="1193150"/>
            </a:xfrm>
            <a:custGeom>
              <a:avLst/>
              <a:gdLst/>
              <a:ahLst/>
              <a:cxnLst/>
              <a:rect l="l" t="t" r="r" b="b"/>
              <a:pathLst>
                <a:path w="46400" h="47726" extrusionOk="0">
                  <a:moveTo>
                    <a:pt x="32924" y="1"/>
                  </a:moveTo>
                  <a:cubicBezTo>
                    <a:pt x="22119" y="1"/>
                    <a:pt x="11327" y="4599"/>
                    <a:pt x="4789" y="12291"/>
                  </a:cubicBezTo>
                  <a:cubicBezTo>
                    <a:pt x="2061" y="15500"/>
                    <a:pt x="0" y="19727"/>
                    <a:pt x="1597" y="23491"/>
                  </a:cubicBezTo>
                  <a:cubicBezTo>
                    <a:pt x="2889" y="26534"/>
                    <a:pt x="6342" y="28516"/>
                    <a:pt x="9906" y="29234"/>
                  </a:cubicBezTo>
                  <a:cubicBezTo>
                    <a:pt x="11439" y="29542"/>
                    <a:pt x="13000" y="29655"/>
                    <a:pt x="14569" y="29655"/>
                  </a:cubicBezTo>
                  <a:cubicBezTo>
                    <a:pt x="16649" y="29655"/>
                    <a:pt x="18746" y="29458"/>
                    <a:pt x="20817" y="29259"/>
                  </a:cubicBezTo>
                  <a:cubicBezTo>
                    <a:pt x="22465" y="35694"/>
                    <a:pt x="25107" y="41926"/>
                    <a:pt x="28642" y="47725"/>
                  </a:cubicBezTo>
                  <a:cubicBezTo>
                    <a:pt x="32757" y="44299"/>
                    <a:pt x="37920" y="41879"/>
                    <a:pt x="43423" y="40798"/>
                  </a:cubicBezTo>
                  <a:cubicBezTo>
                    <a:pt x="38948" y="35892"/>
                    <a:pt x="35723" y="30086"/>
                    <a:pt x="34063" y="23942"/>
                  </a:cubicBezTo>
                  <a:cubicBezTo>
                    <a:pt x="39680" y="20533"/>
                    <a:pt x="43849" y="15285"/>
                    <a:pt x="45586" y="9436"/>
                  </a:cubicBezTo>
                  <a:cubicBezTo>
                    <a:pt x="46108" y="7680"/>
                    <a:pt x="46399" y="5743"/>
                    <a:pt x="45525" y="4103"/>
                  </a:cubicBezTo>
                  <a:cubicBezTo>
                    <a:pt x="44290" y="1784"/>
                    <a:pt x="41181" y="815"/>
                    <a:pt x="38338" y="395"/>
                  </a:cubicBezTo>
                  <a:cubicBezTo>
                    <a:pt x="36546" y="130"/>
                    <a:pt x="34735" y="1"/>
                    <a:pt x="329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65"/>
            <p:cNvSpPr/>
            <p:nvPr/>
          </p:nvSpPr>
          <p:spPr>
            <a:xfrm>
              <a:off x="2382625" y="4121050"/>
              <a:ext cx="1284350" cy="1010050"/>
            </a:xfrm>
            <a:custGeom>
              <a:avLst/>
              <a:gdLst/>
              <a:ahLst/>
              <a:cxnLst/>
              <a:rect l="l" t="t" r="r" b="b"/>
              <a:pathLst>
                <a:path w="51374" h="40402" extrusionOk="0">
                  <a:moveTo>
                    <a:pt x="44653" y="1"/>
                  </a:moveTo>
                  <a:cubicBezTo>
                    <a:pt x="43802" y="1"/>
                    <a:pt x="42948" y="348"/>
                    <a:pt x="42424" y="1025"/>
                  </a:cubicBezTo>
                  <a:cubicBezTo>
                    <a:pt x="41451" y="2280"/>
                    <a:pt x="41861" y="4361"/>
                    <a:pt x="43239" y="5152"/>
                  </a:cubicBezTo>
                  <a:cubicBezTo>
                    <a:pt x="37114" y="9210"/>
                    <a:pt x="31254" y="13664"/>
                    <a:pt x="25681" y="18453"/>
                  </a:cubicBezTo>
                  <a:cubicBezTo>
                    <a:pt x="19478" y="19133"/>
                    <a:pt x="13329" y="20318"/>
                    <a:pt x="7326" y="22021"/>
                  </a:cubicBezTo>
                  <a:cubicBezTo>
                    <a:pt x="6158" y="20578"/>
                    <a:pt x="4611" y="19488"/>
                    <a:pt x="2858" y="18873"/>
                  </a:cubicBezTo>
                  <a:cubicBezTo>
                    <a:pt x="2486" y="18743"/>
                    <a:pt x="2072" y="18643"/>
                    <a:pt x="1679" y="18643"/>
                  </a:cubicBezTo>
                  <a:cubicBezTo>
                    <a:pt x="1305" y="18643"/>
                    <a:pt x="949" y="18733"/>
                    <a:pt x="663" y="18974"/>
                  </a:cubicBezTo>
                  <a:cubicBezTo>
                    <a:pt x="0" y="19533"/>
                    <a:pt x="110" y="20649"/>
                    <a:pt x="663" y="21319"/>
                  </a:cubicBezTo>
                  <a:cubicBezTo>
                    <a:pt x="1215" y="21988"/>
                    <a:pt x="2064" y="22322"/>
                    <a:pt x="2873" y="22630"/>
                  </a:cubicBezTo>
                  <a:cubicBezTo>
                    <a:pt x="1524" y="23009"/>
                    <a:pt x="1159" y="25020"/>
                    <a:pt x="2100" y="26058"/>
                  </a:cubicBezTo>
                  <a:cubicBezTo>
                    <a:pt x="2616" y="26626"/>
                    <a:pt x="3369" y="26890"/>
                    <a:pt x="4140" y="26890"/>
                  </a:cubicBezTo>
                  <a:cubicBezTo>
                    <a:pt x="4774" y="26890"/>
                    <a:pt x="5421" y="26711"/>
                    <a:pt x="5958" y="26377"/>
                  </a:cubicBezTo>
                  <a:cubicBezTo>
                    <a:pt x="6892" y="25795"/>
                    <a:pt x="7523" y="24848"/>
                    <a:pt x="7934" y="23816"/>
                  </a:cubicBezTo>
                  <a:cubicBezTo>
                    <a:pt x="12578" y="22985"/>
                    <a:pt x="17251" y="22332"/>
                    <a:pt x="21934" y="21772"/>
                  </a:cubicBezTo>
                  <a:lnTo>
                    <a:pt x="21934" y="21772"/>
                  </a:lnTo>
                  <a:cubicBezTo>
                    <a:pt x="17123" y="26148"/>
                    <a:pt x="12538" y="30773"/>
                    <a:pt x="8238" y="35654"/>
                  </a:cubicBezTo>
                  <a:lnTo>
                    <a:pt x="10447" y="32256"/>
                  </a:lnTo>
                  <a:cubicBezTo>
                    <a:pt x="10120" y="32113"/>
                    <a:pt x="9775" y="32048"/>
                    <a:pt x="9429" y="32048"/>
                  </a:cubicBezTo>
                  <a:cubicBezTo>
                    <a:pt x="7899" y="32048"/>
                    <a:pt x="6350" y="33329"/>
                    <a:pt x="6322" y="34902"/>
                  </a:cubicBezTo>
                  <a:cubicBezTo>
                    <a:pt x="6295" y="36507"/>
                    <a:pt x="7862" y="37863"/>
                    <a:pt x="9421" y="37863"/>
                  </a:cubicBezTo>
                  <a:cubicBezTo>
                    <a:pt x="9737" y="37863"/>
                    <a:pt x="10053" y="37808"/>
                    <a:pt x="10355" y="37687"/>
                  </a:cubicBezTo>
                  <a:lnTo>
                    <a:pt x="10355" y="37687"/>
                  </a:lnTo>
                  <a:cubicBezTo>
                    <a:pt x="9509" y="38542"/>
                    <a:pt x="10287" y="40207"/>
                    <a:pt x="11476" y="40381"/>
                  </a:cubicBezTo>
                  <a:cubicBezTo>
                    <a:pt x="11568" y="40395"/>
                    <a:pt x="11661" y="40401"/>
                    <a:pt x="11752" y="40401"/>
                  </a:cubicBezTo>
                  <a:cubicBezTo>
                    <a:pt x="12837" y="40401"/>
                    <a:pt x="13822" y="39486"/>
                    <a:pt x="14148" y="38428"/>
                  </a:cubicBezTo>
                  <a:cubicBezTo>
                    <a:pt x="14503" y="37278"/>
                    <a:pt x="14248" y="36030"/>
                    <a:pt x="13856" y="34894"/>
                  </a:cubicBezTo>
                  <a:cubicBezTo>
                    <a:pt x="17645" y="29986"/>
                    <a:pt x="21877" y="25428"/>
                    <a:pt x="26444" y="21235"/>
                  </a:cubicBezTo>
                  <a:cubicBezTo>
                    <a:pt x="32863" y="20590"/>
                    <a:pt x="39302" y="20213"/>
                    <a:pt x="45758" y="20101"/>
                  </a:cubicBezTo>
                  <a:lnTo>
                    <a:pt x="45758" y="20101"/>
                  </a:lnTo>
                  <a:cubicBezTo>
                    <a:pt x="45117" y="21655"/>
                    <a:pt x="46555" y="23584"/>
                    <a:pt x="48187" y="23584"/>
                  </a:cubicBezTo>
                  <a:cubicBezTo>
                    <a:pt x="48317" y="23584"/>
                    <a:pt x="48450" y="23571"/>
                    <a:pt x="48582" y="23545"/>
                  </a:cubicBezTo>
                  <a:cubicBezTo>
                    <a:pt x="50365" y="23195"/>
                    <a:pt x="51170" y="20583"/>
                    <a:pt x="49893" y="19290"/>
                  </a:cubicBezTo>
                  <a:lnTo>
                    <a:pt x="49893" y="19290"/>
                  </a:lnTo>
                  <a:lnTo>
                    <a:pt x="49543" y="19293"/>
                  </a:lnTo>
                  <a:cubicBezTo>
                    <a:pt x="50554" y="19096"/>
                    <a:pt x="51374" y="17942"/>
                    <a:pt x="51122" y="16889"/>
                  </a:cubicBezTo>
                  <a:cubicBezTo>
                    <a:pt x="50867" y="15824"/>
                    <a:pt x="49756" y="15126"/>
                    <a:pt x="48659" y="15126"/>
                  </a:cubicBezTo>
                  <a:cubicBezTo>
                    <a:pt x="48450" y="15126"/>
                    <a:pt x="48241" y="15151"/>
                    <a:pt x="48038" y="15205"/>
                  </a:cubicBezTo>
                  <a:cubicBezTo>
                    <a:pt x="46777" y="15538"/>
                    <a:pt x="45867" y="16750"/>
                    <a:pt x="45657" y="18037"/>
                  </a:cubicBezTo>
                  <a:cubicBezTo>
                    <a:pt x="43152" y="17863"/>
                    <a:pt x="40642" y="17779"/>
                    <a:pt x="38132" y="17779"/>
                  </a:cubicBezTo>
                  <a:cubicBezTo>
                    <a:pt x="35438" y="17779"/>
                    <a:pt x="32744" y="17876"/>
                    <a:pt x="30056" y="18064"/>
                  </a:cubicBezTo>
                  <a:cubicBezTo>
                    <a:pt x="34697" y="14165"/>
                    <a:pt x="39642" y="10627"/>
                    <a:pt x="44866" y="7554"/>
                  </a:cubicBezTo>
                  <a:cubicBezTo>
                    <a:pt x="45350" y="8602"/>
                    <a:pt x="46495" y="9305"/>
                    <a:pt x="47632" y="9305"/>
                  </a:cubicBezTo>
                  <a:cubicBezTo>
                    <a:pt x="47933" y="9305"/>
                    <a:pt x="48233" y="9256"/>
                    <a:pt x="48520" y="9151"/>
                  </a:cubicBezTo>
                  <a:cubicBezTo>
                    <a:pt x="49892" y="8651"/>
                    <a:pt x="50664" y="6867"/>
                    <a:pt x="49993" y="5569"/>
                  </a:cubicBezTo>
                  <a:cubicBezTo>
                    <a:pt x="49592" y="4791"/>
                    <a:pt x="48705" y="4352"/>
                    <a:pt x="47842" y="4352"/>
                  </a:cubicBezTo>
                  <a:cubicBezTo>
                    <a:pt x="47385" y="4352"/>
                    <a:pt x="46936" y="4475"/>
                    <a:pt x="46569" y="4735"/>
                  </a:cubicBezTo>
                  <a:lnTo>
                    <a:pt x="46569" y="4735"/>
                  </a:lnTo>
                  <a:cubicBezTo>
                    <a:pt x="47587" y="3708"/>
                    <a:pt x="47650" y="1828"/>
                    <a:pt x="46624" y="782"/>
                  </a:cubicBezTo>
                  <a:cubicBezTo>
                    <a:pt x="46111" y="257"/>
                    <a:pt x="45383" y="1"/>
                    <a:pt x="446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65"/>
            <p:cNvSpPr/>
            <p:nvPr/>
          </p:nvSpPr>
          <p:spPr>
            <a:xfrm>
              <a:off x="2405000" y="4244350"/>
              <a:ext cx="311625" cy="203275"/>
            </a:xfrm>
            <a:custGeom>
              <a:avLst/>
              <a:gdLst/>
              <a:ahLst/>
              <a:cxnLst/>
              <a:rect l="l" t="t" r="r" b="b"/>
              <a:pathLst>
                <a:path w="12465" h="8131" extrusionOk="0">
                  <a:moveTo>
                    <a:pt x="6205" y="0"/>
                  </a:moveTo>
                  <a:cubicBezTo>
                    <a:pt x="6158" y="0"/>
                    <a:pt x="6110" y="1"/>
                    <a:pt x="6062" y="3"/>
                  </a:cubicBezTo>
                  <a:cubicBezTo>
                    <a:pt x="3973" y="66"/>
                    <a:pt x="2133" y="1545"/>
                    <a:pt x="1070" y="3346"/>
                  </a:cubicBezTo>
                  <a:cubicBezTo>
                    <a:pt x="391" y="4496"/>
                    <a:pt x="1" y="6052"/>
                    <a:pt x="821" y="7106"/>
                  </a:cubicBezTo>
                  <a:cubicBezTo>
                    <a:pt x="1456" y="7920"/>
                    <a:pt x="2585" y="8131"/>
                    <a:pt x="3628" y="8131"/>
                  </a:cubicBezTo>
                  <a:cubicBezTo>
                    <a:pt x="3684" y="8131"/>
                    <a:pt x="3740" y="8130"/>
                    <a:pt x="3796" y="8129"/>
                  </a:cubicBezTo>
                  <a:cubicBezTo>
                    <a:pt x="6511" y="8071"/>
                    <a:pt x="9197" y="7092"/>
                    <a:pt x="11312" y="5390"/>
                  </a:cubicBezTo>
                  <a:cubicBezTo>
                    <a:pt x="11887" y="4926"/>
                    <a:pt x="12464" y="4317"/>
                    <a:pt x="12443" y="3577"/>
                  </a:cubicBezTo>
                  <a:cubicBezTo>
                    <a:pt x="12421" y="2665"/>
                    <a:pt x="11529" y="2053"/>
                    <a:pt x="10735" y="1604"/>
                  </a:cubicBezTo>
                  <a:cubicBezTo>
                    <a:pt x="9323" y="807"/>
                    <a:pt x="7817" y="0"/>
                    <a:pt x="6205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65"/>
            <p:cNvSpPr/>
            <p:nvPr/>
          </p:nvSpPr>
          <p:spPr>
            <a:xfrm>
              <a:off x="2909175" y="3980350"/>
              <a:ext cx="306150" cy="272825"/>
            </a:xfrm>
            <a:custGeom>
              <a:avLst/>
              <a:gdLst/>
              <a:ahLst/>
              <a:cxnLst/>
              <a:rect l="l" t="t" r="r" b="b"/>
              <a:pathLst>
                <a:path w="12246" h="10913" extrusionOk="0">
                  <a:moveTo>
                    <a:pt x="7514" y="0"/>
                  </a:moveTo>
                  <a:cubicBezTo>
                    <a:pt x="7286" y="0"/>
                    <a:pt x="7058" y="17"/>
                    <a:pt x="6832" y="51"/>
                  </a:cubicBezTo>
                  <a:cubicBezTo>
                    <a:pt x="5185" y="300"/>
                    <a:pt x="3762" y="1394"/>
                    <a:pt x="2764" y="2726"/>
                  </a:cubicBezTo>
                  <a:cubicBezTo>
                    <a:pt x="1765" y="4059"/>
                    <a:pt x="1132" y="5624"/>
                    <a:pt x="519" y="7172"/>
                  </a:cubicBezTo>
                  <a:cubicBezTo>
                    <a:pt x="295" y="7736"/>
                    <a:pt x="70" y="8313"/>
                    <a:pt x="35" y="8919"/>
                  </a:cubicBezTo>
                  <a:cubicBezTo>
                    <a:pt x="1" y="9525"/>
                    <a:pt x="188" y="10176"/>
                    <a:pt x="662" y="10555"/>
                  </a:cubicBezTo>
                  <a:cubicBezTo>
                    <a:pt x="994" y="10819"/>
                    <a:pt x="1400" y="10913"/>
                    <a:pt x="1825" y="10913"/>
                  </a:cubicBezTo>
                  <a:cubicBezTo>
                    <a:pt x="2265" y="10913"/>
                    <a:pt x="2727" y="10813"/>
                    <a:pt x="3152" y="10700"/>
                  </a:cubicBezTo>
                  <a:cubicBezTo>
                    <a:pt x="4552" y="10327"/>
                    <a:pt x="5938" y="9884"/>
                    <a:pt x="7284" y="9343"/>
                  </a:cubicBezTo>
                  <a:cubicBezTo>
                    <a:pt x="9215" y="8567"/>
                    <a:pt x="11240" y="7382"/>
                    <a:pt x="11833" y="5385"/>
                  </a:cubicBezTo>
                  <a:cubicBezTo>
                    <a:pt x="12245" y="3995"/>
                    <a:pt x="11819" y="2405"/>
                    <a:pt x="10811" y="1361"/>
                  </a:cubicBezTo>
                  <a:cubicBezTo>
                    <a:pt x="9962" y="481"/>
                    <a:pt x="8737" y="0"/>
                    <a:pt x="7514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65"/>
            <p:cNvSpPr/>
            <p:nvPr/>
          </p:nvSpPr>
          <p:spPr>
            <a:xfrm>
              <a:off x="2820650" y="4545875"/>
              <a:ext cx="225700" cy="400750"/>
            </a:xfrm>
            <a:custGeom>
              <a:avLst/>
              <a:gdLst/>
              <a:ahLst/>
              <a:cxnLst/>
              <a:rect l="l" t="t" r="r" b="b"/>
              <a:pathLst>
                <a:path w="9028" h="16030" extrusionOk="0">
                  <a:moveTo>
                    <a:pt x="128" y="0"/>
                  </a:moveTo>
                  <a:cubicBezTo>
                    <a:pt x="79" y="0"/>
                    <a:pt x="36" y="20"/>
                    <a:pt x="0" y="67"/>
                  </a:cubicBezTo>
                  <a:cubicBezTo>
                    <a:pt x="1718" y="5857"/>
                    <a:pt x="4511" y="11272"/>
                    <a:pt x="8234" y="16029"/>
                  </a:cubicBezTo>
                  <a:lnTo>
                    <a:pt x="9027" y="15106"/>
                  </a:lnTo>
                  <a:cubicBezTo>
                    <a:pt x="5371" y="11119"/>
                    <a:pt x="2774" y="6170"/>
                    <a:pt x="1575" y="896"/>
                  </a:cubicBezTo>
                  <a:cubicBezTo>
                    <a:pt x="1539" y="943"/>
                    <a:pt x="1496" y="963"/>
                    <a:pt x="1446" y="963"/>
                  </a:cubicBezTo>
                  <a:cubicBezTo>
                    <a:pt x="1105" y="963"/>
                    <a:pt x="469" y="0"/>
                    <a:pt x="128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65"/>
            <p:cNvSpPr/>
            <p:nvPr/>
          </p:nvSpPr>
          <p:spPr>
            <a:xfrm>
              <a:off x="2904875" y="4525650"/>
              <a:ext cx="225675" cy="400750"/>
            </a:xfrm>
            <a:custGeom>
              <a:avLst/>
              <a:gdLst/>
              <a:ahLst/>
              <a:cxnLst/>
              <a:rect l="l" t="t" r="r" b="b"/>
              <a:pathLst>
                <a:path w="9027" h="16030" extrusionOk="0">
                  <a:moveTo>
                    <a:pt x="128" y="1"/>
                  </a:moveTo>
                  <a:cubicBezTo>
                    <a:pt x="79" y="1"/>
                    <a:pt x="36" y="21"/>
                    <a:pt x="0" y="68"/>
                  </a:cubicBezTo>
                  <a:cubicBezTo>
                    <a:pt x="1718" y="5858"/>
                    <a:pt x="4511" y="11273"/>
                    <a:pt x="8234" y="16030"/>
                  </a:cubicBezTo>
                  <a:lnTo>
                    <a:pt x="9027" y="15105"/>
                  </a:lnTo>
                  <a:cubicBezTo>
                    <a:pt x="5371" y="11120"/>
                    <a:pt x="2776" y="6171"/>
                    <a:pt x="1575" y="897"/>
                  </a:cubicBezTo>
                  <a:cubicBezTo>
                    <a:pt x="1539" y="943"/>
                    <a:pt x="1496" y="964"/>
                    <a:pt x="1446" y="964"/>
                  </a:cubicBezTo>
                  <a:cubicBezTo>
                    <a:pt x="1105" y="964"/>
                    <a:pt x="469" y="1"/>
                    <a:pt x="128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65"/>
            <p:cNvSpPr/>
            <p:nvPr/>
          </p:nvSpPr>
          <p:spPr>
            <a:xfrm>
              <a:off x="2985700" y="4495325"/>
              <a:ext cx="225725" cy="400725"/>
            </a:xfrm>
            <a:custGeom>
              <a:avLst/>
              <a:gdLst/>
              <a:ahLst/>
              <a:cxnLst/>
              <a:rect l="l" t="t" r="r" b="b"/>
              <a:pathLst>
                <a:path w="9029" h="16029" extrusionOk="0">
                  <a:moveTo>
                    <a:pt x="129" y="1"/>
                  </a:moveTo>
                  <a:cubicBezTo>
                    <a:pt x="79" y="1"/>
                    <a:pt x="36" y="21"/>
                    <a:pt x="0" y="67"/>
                  </a:cubicBezTo>
                  <a:cubicBezTo>
                    <a:pt x="1720" y="5857"/>
                    <a:pt x="4513" y="11273"/>
                    <a:pt x="8234" y="16028"/>
                  </a:cubicBezTo>
                  <a:lnTo>
                    <a:pt x="9028" y="15105"/>
                  </a:lnTo>
                  <a:cubicBezTo>
                    <a:pt x="5372" y="11120"/>
                    <a:pt x="2776" y="6171"/>
                    <a:pt x="1576" y="897"/>
                  </a:cubicBezTo>
                  <a:cubicBezTo>
                    <a:pt x="1541" y="943"/>
                    <a:pt x="1497" y="963"/>
                    <a:pt x="1448" y="963"/>
                  </a:cubicBezTo>
                  <a:cubicBezTo>
                    <a:pt x="1106" y="963"/>
                    <a:pt x="470" y="1"/>
                    <a:pt x="129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65"/>
            <p:cNvSpPr/>
            <p:nvPr/>
          </p:nvSpPr>
          <p:spPr>
            <a:xfrm>
              <a:off x="2074700" y="238125"/>
              <a:ext cx="1524525" cy="2997125"/>
            </a:xfrm>
            <a:custGeom>
              <a:avLst/>
              <a:gdLst/>
              <a:ahLst/>
              <a:cxnLst/>
              <a:rect l="l" t="t" r="r" b="b"/>
              <a:pathLst>
                <a:path w="60981" h="119885" extrusionOk="0">
                  <a:moveTo>
                    <a:pt x="52610" y="0"/>
                  </a:moveTo>
                  <a:cubicBezTo>
                    <a:pt x="50900" y="0"/>
                    <a:pt x="49161" y="203"/>
                    <a:pt x="47526" y="511"/>
                  </a:cubicBezTo>
                  <a:cubicBezTo>
                    <a:pt x="30511" y="3707"/>
                    <a:pt x="15808" y="8223"/>
                    <a:pt x="6723" y="29417"/>
                  </a:cubicBezTo>
                  <a:cubicBezTo>
                    <a:pt x="476" y="43984"/>
                    <a:pt x="0" y="59334"/>
                    <a:pt x="1842" y="74726"/>
                  </a:cubicBezTo>
                  <a:cubicBezTo>
                    <a:pt x="3682" y="90116"/>
                    <a:pt x="8673" y="105052"/>
                    <a:pt x="13640" y="119885"/>
                  </a:cubicBezTo>
                  <a:cubicBezTo>
                    <a:pt x="24137" y="118817"/>
                    <a:pt x="36684" y="116739"/>
                    <a:pt x="47182" y="115671"/>
                  </a:cubicBezTo>
                  <a:cubicBezTo>
                    <a:pt x="43107" y="95450"/>
                    <a:pt x="39303" y="79074"/>
                    <a:pt x="38256" y="62300"/>
                  </a:cubicBezTo>
                  <a:cubicBezTo>
                    <a:pt x="37110" y="43961"/>
                    <a:pt x="34652" y="33484"/>
                    <a:pt x="44275" y="13964"/>
                  </a:cubicBezTo>
                  <a:cubicBezTo>
                    <a:pt x="45555" y="11368"/>
                    <a:pt x="49786" y="6282"/>
                    <a:pt x="52134" y="4339"/>
                  </a:cubicBezTo>
                  <a:cubicBezTo>
                    <a:pt x="53749" y="3003"/>
                    <a:pt x="55972" y="2129"/>
                    <a:pt x="58134" y="2129"/>
                  </a:cubicBezTo>
                  <a:cubicBezTo>
                    <a:pt x="59116" y="2129"/>
                    <a:pt x="60086" y="2309"/>
                    <a:pt x="60981" y="2709"/>
                  </a:cubicBezTo>
                  <a:cubicBezTo>
                    <a:pt x="58857" y="697"/>
                    <a:pt x="55784" y="0"/>
                    <a:pt x="52610" y="0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65"/>
            <p:cNvSpPr/>
            <p:nvPr/>
          </p:nvSpPr>
          <p:spPr>
            <a:xfrm>
              <a:off x="2866950" y="296650"/>
              <a:ext cx="412575" cy="2712750"/>
            </a:xfrm>
            <a:custGeom>
              <a:avLst/>
              <a:gdLst/>
              <a:ahLst/>
              <a:cxnLst/>
              <a:rect l="l" t="t" r="r" b="b"/>
              <a:pathLst>
                <a:path w="16503" h="108510" extrusionOk="0">
                  <a:moveTo>
                    <a:pt x="16502" y="1"/>
                  </a:moveTo>
                  <a:cubicBezTo>
                    <a:pt x="15883" y="8"/>
                    <a:pt x="15264" y="10"/>
                    <a:pt x="14646" y="22"/>
                  </a:cubicBezTo>
                  <a:cubicBezTo>
                    <a:pt x="10684" y="3232"/>
                    <a:pt x="7488" y="7592"/>
                    <a:pt x="5827" y="11594"/>
                  </a:cubicBezTo>
                  <a:cubicBezTo>
                    <a:pt x="2681" y="19182"/>
                    <a:pt x="700" y="28191"/>
                    <a:pt x="529" y="35687"/>
                  </a:cubicBezTo>
                  <a:cubicBezTo>
                    <a:pt x="1" y="59037"/>
                    <a:pt x="2555" y="82857"/>
                    <a:pt x="8341" y="108509"/>
                  </a:cubicBezTo>
                  <a:lnTo>
                    <a:pt x="9423" y="108266"/>
                  </a:lnTo>
                  <a:cubicBezTo>
                    <a:pt x="3658" y="82703"/>
                    <a:pt x="1111" y="58972"/>
                    <a:pt x="1638" y="35713"/>
                  </a:cubicBezTo>
                  <a:cubicBezTo>
                    <a:pt x="1804" y="28455"/>
                    <a:pt x="3802" y="19376"/>
                    <a:pt x="6852" y="12019"/>
                  </a:cubicBezTo>
                  <a:cubicBezTo>
                    <a:pt x="8613" y="7772"/>
                    <a:pt x="12165" y="3120"/>
                    <a:pt x="16502" y="1"/>
                  </a:cubicBezTo>
                  <a:close/>
                </a:path>
              </a:pathLst>
            </a:custGeom>
            <a:solidFill>
              <a:srgbClr val="DCE0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9" name="Google Shape;1939;p65"/>
          <p:cNvGrpSpPr/>
          <p:nvPr/>
        </p:nvGrpSpPr>
        <p:grpSpPr>
          <a:xfrm rot="1942600">
            <a:off x="1012130" y="2819173"/>
            <a:ext cx="689304" cy="1386106"/>
            <a:chOff x="2488075" y="238075"/>
            <a:chExt cx="2601200" cy="5230700"/>
          </a:xfrm>
        </p:grpSpPr>
        <p:sp>
          <p:nvSpPr>
            <p:cNvPr id="1940" name="Google Shape;1940;p65"/>
            <p:cNvSpPr/>
            <p:nvPr/>
          </p:nvSpPr>
          <p:spPr>
            <a:xfrm>
              <a:off x="3183100" y="4832225"/>
              <a:ext cx="1787050" cy="636550"/>
            </a:xfrm>
            <a:custGeom>
              <a:avLst/>
              <a:gdLst/>
              <a:ahLst/>
              <a:cxnLst/>
              <a:rect l="l" t="t" r="r" b="b"/>
              <a:pathLst>
                <a:path w="71482" h="25462" extrusionOk="0">
                  <a:moveTo>
                    <a:pt x="50631" y="0"/>
                  </a:moveTo>
                  <a:cubicBezTo>
                    <a:pt x="46300" y="0"/>
                    <a:pt x="41923" y="516"/>
                    <a:pt x="37660" y="1225"/>
                  </a:cubicBezTo>
                  <a:cubicBezTo>
                    <a:pt x="25758" y="3198"/>
                    <a:pt x="13837" y="6717"/>
                    <a:pt x="4138" y="13884"/>
                  </a:cubicBezTo>
                  <a:cubicBezTo>
                    <a:pt x="2114" y="15379"/>
                    <a:pt x="1" y="17532"/>
                    <a:pt x="429" y="20014"/>
                  </a:cubicBezTo>
                  <a:cubicBezTo>
                    <a:pt x="928" y="22935"/>
                    <a:pt x="4457" y="24091"/>
                    <a:pt x="7407" y="24510"/>
                  </a:cubicBezTo>
                  <a:cubicBezTo>
                    <a:pt x="11892" y="25154"/>
                    <a:pt x="16410" y="25462"/>
                    <a:pt x="20930" y="25462"/>
                  </a:cubicBezTo>
                  <a:cubicBezTo>
                    <a:pt x="35575" y="25462"/>
                    <a:pt x="50239" y="22232"/>
                    <a:pt x="63866" y="16755"/>
                  </a:cubicBezTo>
                  <a:cubicBezTo>
                    <a:pt x="65670" y="16027"/>
                    <a:pt x="67485" y="15250"/>
                    <a:pt x="68950" y="13964"/>
                  </a:cubicBezTo>
                  <a:cubicBezTo>
                    <a:pt x="70415" y="12688"/>
                    <a:pt x="71482" y="10814"/>
                    <a:pt x="71342" y="8880"/>
                  </a:cubicBezTo>
                  <a:cubicBezTo>
                    <a:pt x="71113" y="5830"/>
                    <a:pt x="68152" y="3766"/>
                    <a:pt x="65322" y="2610"/>
                  </a:cubicBezTo>
                  <a:cubicBezTo>
                    <a:pt x="60660" y="700"/>
                    <a:pt x="55677" y="0"/>
                    <a:pt x="50631" y="0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65"/>
            <p:cNvSpPr/>
            <p:nvPr/>
          </p:nvSpPr>
          <p:spPr>
            <a:xfrm>
              <a:off x="2488075" y="1142975"/>
              <a:ext cx="2582250" cy="4189975"/>
            </a:xfrm>
            <a:custGeom>
              <a:avLst/>
              <a:gdLst/>
              <a:ahLst/>
              <a:cxnLst/>
              <a:rect l="l" t="t" r="r" b="b"/>
              <a:pathLst>
                <a:path w="103290" h="167599" extrusionOk="0">
                  <a:moveTo>
                    <a:pt x="52190" y="0"/>
                  </a:moveTo>
                  <a:cubicBezTo>
                    <a:pt x="36200" y="0"/>
                    <a:pt x="20261" y="5579"/>
                    <a:pt x="7656" y="15401"/>
                  </a:cubicBezTo>
                  <a:cubicBezTo>
                    <a:pt x="1995" y="19827"/>
                    <a:pt x="1" y="27492"/>
                    <a:pt x="2792" y="34111"/>
                  </a:cubicBezTo>
                  <a:cubicBezTo>
                    <a:pt x="16668" y="67056"/>
                    <a:pt x="23047" y="103150"/>
                    <a:pt x="21203" y="138866"/>
                  </a:cubicBezTo>
                  <a:cubicBezTo>
                    <a:pt x="20814" y="146402"/>
                    <a:pt x="20316" y="154755"/>
                    <a:pt x="25091" y="160607"/>
                  </a:cubicBezTo>
                  <a:cubicBezTo>
                    <a:pt x="29797" y="166382"/>
                    <a:pt x="37968" y="167598"/>
                    <a:pt x="45516" y="167598"/>
                  </a:cubicBezTo>
                  <a:cubicBezTo>
                    <a:pt x="45994" y="167598"/>
                    <a:pt x="46469" y="167593"/>
                    <a:pt x="46941" y="167584"/>
                  </a:cubicBezTo>
                  <a:cubicBezTo>
                    <a:pt x="59131" y="167355"/>
                    <a:pt x="71243" y="165571"/>
                    <a:pt x="82975" y="162271"/>
                  </a:cubicBezTo>
                  <a:cubicBezTo>
                    <a:pt x="88846" y="160627"/>
                    <a:pt x="95036" y="158294"/>
                    <a:pt x="98406" y="153210"/>
                  </a:cubicBezTo>
                  <a:cubicBezTo>
                    <a:pt x="101137" y="149104"/>
                    <a:pt x="101526" y="143930"/>
                    <a:pt x="101725" y="139006"/>
                  </a:cubicBezTo>
                  <a:cubicBezTo>
                    <a:pt x="103290" y="99024"/>
                    <a:pt x="97020" y="59121"/>
                    <a:pt x="83284" y="21551"/>
                  </a:cubicBezTo>
                  <a:cubicBezTo>
                    <a:pt x="81101" y="15610"/>
                    <a:pt x="78539" y="9460"/>
                    <a:pt x="73595" y="5513"/>
                  </a:cubicBezTo>
                  <a:cubicBezTo>
                    <a:pt x="69010" y="1864"/>
                    <a:pt x="62979" y="608"/>
                    <a:pt x="57138" y="180"/>
                  </a:cubicBezTo>
                  <a:cubicBezTo>
                    <a:pt x="55490" y="59"/>
                    <a:pt x="53840" y="0"/>
                    <a:pt x="52190" y="0"/>
                  </a:cubicBezTo>
                  <a:close/>
                </a:path>
              </a:pathLst>
            </a:custGeom>
            <a:solidFill>
              <a:srgbClr val="4E93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65"/>
            <p:cNvSpPr/>
            <p:nvPr/>
          </p:nvSpPr>
          <p:spPr>
            <a:xfrm>
              <a:off x="2913475" y="1616950"/>
              <a:ext cx="2121475" cy="3268825"/>
            </a:xfrm>
            <a:custGeom>
              <a:avLst/>
              <a:gdLst/>
              <a:ahLst/>
              <a:cxnLst/>
              <a:rect l="l" t="t" r="r" b="b"/>
              <a:pathLst>
                <a:path w="84859" h="130753" extrusionOk="0">
                  <a:moveTo>
                    <a:pt x="65281" y="1"/>
                  </a:moveTo>
                  <a:cubicBezTo>
                    <a:pt x="54655" y="28579"/>
                    <a:pt x="28659" y="48127"/>
                    <a:pt x="0" y="61903"/>
                  </a:cubicBezTo>
                  <a:cubicBezTo>
                    <a:pt x="3768" y="80992"/>
                    <a:pt x="5174" y="100469"/>
                    <a:pt x="4197" y="119897"/>
                  </a:cubicBezTo>
                  <a:cubicBezTo>
                    <a:pt x="4008" y="123446"/>
                    <a:pt x="3808" y="127184"/>
                    <a:pt x="4147" y="130753"/>
                  </a:cubicBezTo>
                  <a:cubicBezTo>
                    <a:pt x="34400" y="128460"/>
                    <a:pt x="64135" y="119399"/>
                    <a:pt x="84858" y="101187"/>
                  </a:cubicBezTo>
                  <a:cubicBezTo>
                    <a:pt x="84111" y="67605"/>
                    <a:pt x="77831" y="34142"/>
                    <a:pt x="66268" y="2592"/>
                  </a:cubicBezTo>
                  <a:cubicBezTo>
                    <a:pt x="65949" y="1725"/>
                    <a:pt x="65620" y="868"/>
                    <a:pt x="65281" y="1"/>
                  </a:cubicBezTo>
                  <a:close/>
                </a:path>
              </a:pathLst>
            </a:custGeom>
            <a:solidFill>
              <a:srgbClr val="7C2E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65"/>
            <p:cNvSpPr/>
            <p:nvPr/>
          </p:nvSpPr>
          <p:spPr>
            <a:xfrm>
              <a:off x="3364275" y="2564725"/>
              <a:ext cx="1462850" cy="2145625"/>
            </a:xfrm>
            <a:custGeom>
              <a:avLst/>
              <a:gdLst/>
              <a:ahLst/>
              <a:cxnLst/>
              <a:rect l="l" t="t" r="r" b="b"/>
              <a:pathLst>
                <a:path w="58514" h="85825" extrusionOk="0">
                  <a:moveTo>
                    <a:pt x="45110" y="1"/>
                  </a:moveTo>
                  <a:cubicBezTo>
                    <a:pt x="44245" y="1"/>
                    <a:pt x="43584" y="827"/>
                    <a:pt x="43103" y="1573"/>
                  </a:cubicBezTo>
                  <a:cubicBezTo>
                    <a:pt x="36544" y="11621"/>
                    <a:pt x="31091" y="22357"/>
                    <a:pt x="26835" y="33581"/>
                  </a:cubicBezTo>
                  <a:lnTo>
                    <a:pt x="25768" y="18499"/>
                  </a:lnTo>
                  <a:cubicBezTo>
                    <a:pt x="23196" y="21091"/>
                    <a:pt x="22140" y="24789"/>
                    <a:pt x="21183" y="28308"/>
                  </a:cubicBezTo>
                  <a:cubicBezTo>
                    <a:pt x="19199" y="35605"/>
                    <a:pt x="17215" y="42891"/>
                    <a:pt x="15232" y="50178"/>
                  </a:cubicBezTo>
                  <a:cubicBezTo>
                    <a:pt x="12331" y="44058"/>
                    <a:pt x="9959" y="37708"/>
                    <a:pt x="8135" y="31199"/>
                  </a:cubicBezTo>
                  <a:cubicBezTo>
                    <a:pt x="6460" y="49550"/>
                    <a:pt x="4775" y="68011"/>
                    <a:pt x="1" y="85824"/>
                  </a:cubicBezTo>
                  <a:cubicBezTo>
                    <a:pt x="15820" y="81099"/>
                    <a:pt x="31081" y="74690"/>
                    <a:pt x="46302" y="68280"/>
                  </a:cubicBezTo>
                  <a:cubicBezTo>
                    <a:pt x="48744" y="67253"/>
                    <a:pt x="51276" y="66167"/>
                    <a:pt x="53031" y="64193"/>
                  </a:cubicBezTo>
                  <a:cubicBezTo>
                    <a:pt x="54715" y="62319"/>
                    <a:pt x="55513" y="59837"/>
                    <a:pt x="56270" y="57435"/>
                  </a:cubicBezTo>
                  <a:cubicBezTo>
                    <a:pt x="57397" y="53916"/>
                    <a:pt x="58513" y="50248"/>
                    <a:pt x="58015" y="46589"/>
                  </a:cubicBezTo>
                  <a:lnTo>
                    <a:pt x="58015" y="46589"/>
                  </a:lnTo>
                  <a:cubicBezTo>
                    <a:pt x="52084" y="51035"/>
                    <a:pt x="47419" y="56976"/>
                    <a:pt x="44488" y="63794"/>
                  </a:cubicBezTo>
                  <a:cubicBezTo>
                    <a:pt x="46940" y="43599"/>
                    <a:pt x="47748" y="23244"/>
                    <a:pt x="46890" y="2929"/>
                  </a:cubicBezTo>
                  <a:cubicBezTo>
                    <a:pt x="46841" y="1713"/>
                    <a:pt x="46472" y="138"/>
                    <a:pt x="45256" y="8"/>
                  </a:cubicBezTo>
                  <a:cubicBezTo>
                    <a:pt x="45206" y="3"/>
                    <a:pt x="45158" y="1"/>
                    <a:pt x="45110" y="1"/>
                  </a:cubicBezTo>
                  <a:close/>
                </a:path>
              </a:pathLst>
            </a:custGeom>
            <a:solidFill>
              <a:srgbClr val="BFA2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65"/>
            <p:cNvSpPr/>
            <p:nvPr/>
          </p:nvSpPr>
          <p:spPr>
            <a:xfrm>
              <a:off x="2913475" y="1616950"/>
              <a:ext cx="1697575" cy="1688375"/>
            </a:xfrm>
            <a:custGeom>
              <a:avLst/>
              <a:gdLst/>
              <a:ahLst/>
              <a:cxnLst/>
              <a:rect l="l" t="t" r="r" b="b"/>
              <a:pathLst>
                <a:path w="67903" h="67535" extrusionOk="0">
                  <a:moveTo>
                    <a:pt x="65281" y="1"/>
                  </a:moveTo>
                  <a:cubicBezTo>
                    <a:pt x="54655" y="28579"/>
                    <a:pt x="28659" y="48127"/>
                    <a:pt x="0" y="61903"/>
                  </a:cubicBezTo>
                  <a:cubicBezTo>
                    <a:pt x="379" y="63767"/>
                    <a:pt x="698" y="65651"/>
                    <a:pt x="1017" y="67535"/>
                  </a:cubicBezTo>
                  <a:cubicBezTo>
                    <a:pt x="29217" y="54467"/>
                    <a:pt x="54625" y="34919"/>
                    <a:pt x="67903" y="7198"/>
                  </a:cubicBezTo>
                  <a:cubicBezTo>
                    <a:pt x="67365" y="5653"/>
                    <a:pt x="66826" y="4117"/>
                    <a:pt x="66268" y="2592"/>
                  </a:cubicBezTo>
                  <a:cubicBezTo>
                    <a:pt x="65949" y="1725"/>
                    <a:pt x="65620" y="868"/>
                    <a:pt x="65281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65"/>
            <p:cNvSpPr/>
            <p:nvPr/>
          </p:nvSpPr>
          <p:spPr>
            <a:xfrm>
              <a:off x="3010900" y="3849825"/>
              <a:ext cx="2024050" cy="1035950"/>
            </a:xfrm>
            <a:custGeom>
              <a:avLst/>
              <a:gdLst/>
              <a:ahLst/>
              <a:cxnLst/>
              <a:rect l="l" t="t" r="r" b="b"/>
              <a:pathLst>
                <a:path w="80962" h="41438" extrusionOk="0">
                  <a:moveTo>
                    <a:pt x="80463" y="0"/>
                  </a:moveTo>
                  <a:cubicBezTo>
                    <a:pt x="60188" y="21442"/>
                    <a:pt x="30104" y="30443"/>
                    <a:pt x="160" y="33503"/>
                  </a:cubicBezTo>
                  <a:cubicBezTo>
                    <a:pt x="51" y="36154"/>
                    <a:pt x="1" y="38836"/>
                    <a:pt x="240" y="41438"/>
                  </a:cubicBezTo>
                  <a:cubicBezTo>
                    <a:pt x="30503" y="39145"/>
                    <a:pt x="60238" y="30084"/>
                    <a:pt x="80961" y="11872"/>
                  </a:cubicBezTo>
                  <a:cubicBezTo>
                    <a:pt x="80872" y="7915"/>
                    <a:pt x="80702" y="3957"/>
                    <a:pt x="80463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65"/>
            <p:cNvSpPr/>
            <p:nvPr/>
          </p:nvSpPr>
          <p:spPr>
            <a:xfrm>
              <a:off x="2585025" y="1087775"/>
              <a:ext cx="1787050" cy="636475"/>
            </a:xfrm>
            <a:custGeom>
              <a:avLst/>
              <a:gdLst/>
              <a:ahLst/>
              <a:cxnLst/>
              <a:rect l="l" t="t" r="r" b="b"/>
              <a:pathLst>
                <a:path w="71482" h="25459" extrusionOk="0">
                  <a:moveTo>
                    <a:pt x="50607" y="0"/>
                  </a:moveTo>
                  <a:cubicBezTo>
                    <a:pt x="46281" y="0"/>
                    <a:pt x="41907" y="513"/>
                    <a:pt x="37650" y="1221"/>
                  </a:cubicBezTo>
                  <a:cubicBezTo>
                    <a:pt x="25758" y="3195"/>
                    <a:pt x="13826" y="6714"/>
                    <a:pt x="4137" y="13891"/>
                  </a:cubicBezTo>
                  <a:cubicBezTo>
                    <a:pt x="2114" y="15386"/>
                    <a:pt x="1" y="17529"/>
                    <a:pt x="419" y="20011"/>
                  </a:cubicBezTo>
                  <a:cubicBezTo>
                    <a:pt x="918" y="22942"/>
                    <a:pt x="4456" y="24088"/>
                    <a:pt x="7397" y="24507"/>
                  </a:cubicBezTo>
                  <a:cubicBezTo>
                    <a:pt x="11885" y="25151"/>
                    <a:pt x="16405" y="25459"/>
                    <a:pt x="20926" y="25459"/>
                  </a:cubicBezTo>
                  <a:cubicBezTo>
                    <a:pt x="35573" y="25459"/>
                    <a:pt x="50229" y="22231"/>
                    <a:pt x="63856" y="16762"/>
                  </a:cubicBezTo>
                  <a:cubicBezTo>
                    <a:pt x="65660" y="16034"/>
                    <a:pt x="67484" y="15247"/>
                    <a:pt x="68950" y="13971"/>
                  </a:cubicBezTo>
                  <a:cubicBezTo>
                    <a:pt x="70415" y="12685"/>
                    <a:pt x="71481" y="10811"/>
                    <a:pt x="71332" y="8877"/>
                  </a:cubicBezTo>
                  <a:cubicBezTo>
                    <a:pt x="71113" y="5827"/>
                    <a:pt x="68142" y="3773"/>
                    <a:pt x="65311" y="2607"/>
                  </a:cubicBezTo>
                  <a:cubicBezTo>
                    <a:pt x="60650" y="700"/>
                    <a:pt x="55661" y="0"/>
                    <a:pt x="50607" y="0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65"/>
            <p:cNvSpPr/>
            <p:nvPr/>
          </p:nvSpPr>
          <p:spPr>
            <a:xfrm>
              <a:off x="2774925" y="1110975"/>
              <a:ext cx="1470550" cy="523800"/>
            </a:xfrm>
            <a:custGeom>
              <a:avLst/>
              <a:gdLst/>
              <a:ahLst/>
              <a:cxnLst/>
              <a:rect l="l" t="t" r="r" b="b"/>
              <a:pathLst>
                <a:path w="58822" h="20952" extrusionOk="0">
                  <a:moveTo>
                    <a:pt x="41665" y="1"/>
                  </a:moveTo>
                  <a:cubicBezTo>
                    <a:pt x="38098" y="1"/>
                    <a:pt x="34491" y="426"/>
                    <a:pt x="30981" y="1011"/>
                  </a:cubicBezTo>
                  <a:cubicBezTo>
                    <a:pt x="21192" y="2636"/>
                    <a:pt x="11384" y="5527"/>
                    <a:pt x="3409" y="11428"/>
                  </a:cubicBezTo>
                  <a:cubicBezTo>
                    <a:pt x="1735" y="12664"/>
                    <a:pt x="0" y="14428"/>
                    <a:pt x="349" y="16472"/>
                  </a:cubicBezTo>
                  <a:cubicBezTo>
                    <a:pt x="758" y="18884"/>
                    <a:pt x="3668" y="19831"/>
                    <a:pt x="6091" y="20170"/>
                  </a:cubicBezTo>
                  <a:cubicBezTo>
                    <a:pt x="9783" y="20699"/>
                    <a:pt x="13502" y="20952"/>
                    <a:pt x="17222" y="20952"/>
                  </a:cubicBezTo>
                  <a:cubicBezTo>
                    <a:pt x="29273" y="20952"/>
                    <a:pt x="41340" y="18299"/>
                    <a:pt x="52552" y="13790"/>
                  </a:cubicBezTo>
                  <a:cubicBezTo>
                    <a:pt x="54037" y="13192"/>
                    <a:pt x="55542" y="12544"/>
                    <a:pt x="56738" y="11498"/>
                  </a:cubicBezTo>
                  <a:cubicBezTo>
                    <a:pt x="57944" y="10451"/>
                    <a:pt x="58822" y="8906"/>
                    <a:pt x="58702" y="7311"/>
                  </a:cubicBezTo>
                  <a:cubicBezTo>
                    <a:pt x="58523" y="4799"/>
                    <a:pt x="56080" y="3104"/>
                    <a:pt x="53748" y="2148"/>
                  </a:cubicBezTo>
                  <a:cubicBezTo>
                    <a:pt x="49915" y="577"/>
                    <a:pt x="45816" y="1"/>
                    <a:pt x="41665" y="1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65"/>
            <p:cNvSpPr/>
            <p:nvPr/>
          </p:nvSpPr>
          <p:spPr>
            <a:xfrm>
              <a:off x="2750250" y="1086150"/>
              <a:ext cx="1520150" cy="573700"/>
            </a:xfrm>
            <a:custGeom>
              <a:avLst/>
              <a:gdLst/>
              <a:ahLst/>
              <a:cxnLst/>
              <a:rect l="l" t="t" r="r" b="b"/>
              <a:pathLst>
                <a:path w="60806" h="22948" extrusionOk="0">
                  <a:moveTo>
                    <a:pt x="42644" y="1994"/>
                  </a:moveTo>
                  <a:cubicBezTo>
                    <a:pt x="47119" y="1994"/>
                    <a:pt x="50957" y="2662"/>
                    <a:pt x="54356" y="4058"/>
                  </a:cubicBezTo>
                  <a:cubicBezTo>
                    <a:pt x="55602" y="4566"/>
                    <a:pt x="58523" y="6011"/>
                    <a:pt x="58692" y="8384"/>
                  </a:cubicBezTo>
                  <a:cubicBezTo>
                    <a:pt x="58782" y="9520"/>
                    <a:pt x="58174" y="10776"/>
                    <a:pt x="57067" y="11743"/>
                  </a:cubicBezTo>
                  <a:cubicBezTo>
                    <a:pt x="55991" y="12690"/>
                    <a:pt x="54605" y="13288"/>
                    <a:pt x="53170" y="13866"/>
                  </a:cubicBezTo>
                  <a:cubicBezTo>
                    <a:pt x="41457" y="18571"/>
                    <a:pt x="29685" y="20954"/>
                    <a:pt x="18192" y="20954"/>
                  </a:cubicBezTo>
                  <a:cubicBezTo>
                    <a:pt x="18124" y="20954"/>
                    <a:pt x="18056" y="20954"/>
                    <a:pt x="17988" y="20954"/>
                  </a:cubicBezTo>
                  <a:cubicBezTo>
                    <a:pt x="14378" y="20954"/>
                    <a:pt x="10778" y="20695"/>
                    <a:pt x="7207" y="20186"/>
                  </a:cubicBezTo>
                  <a:cubicBezTo>
                    <a:pt x="5523" y="19947"/>
                    <a:pt x="2642" y="19249"/>
                    <a:pt x="2313" y="17305"/>
                  </a:cubicBezTo>
                  <a:cubicBezTo>
                    <a:pt x="2104" y="16059"/>
                    <a:pt x="3001" y="14694"/>
                    <a:pt x="4974" y="13228"/>
                  </a:cubicBezTo>
                  <a:cubicBezTo>
                    <a:pt x="11693" y="8254"/>
                    <a:pt x="20584" y="4905"/>
                    <a:pt x="32127" y="2991"/>
                  </a:cubicBezTo>
                  <a:cubicBezTo>
                    <a:pt x="36204" y="2303"/>
                    <a:pt x="39554" y="1994"/>
                    <a:pt x="42644" y="1994"/>
                  </a:cubicBezTo>
                  <a:close/>
                  <a:moveTo>
                    <a:pt x="42644" y="1"/>
                  </a:moveTo>
                  <a:cubicBezTo>
                    <a:pt x="39444" y="1"/>
                    <a:pt x="35995" y="320"/>
                    <a:pt x="31808" y="1017"/>
                  </a:cubicBezTo>
                  <a:cubicBezTo>
                    <a:pt x="19936" y="2991"/>
                    <a:pt x="10766" y="6460"/>
                    <a:pt x="3788" y="11623"/>
                  </a:cubicBezTo>
                  <a:cubicBezTo>
                    <a:pt x="1167" y="13567"/>
                    <a:pt x="0" y="15591"/>
                    <a:pt x="349" y="17624"/>
                  </a:cubicBezTo>
                  <a:cubicBezTo>
                    <a:pt x="758" y="20036"/>
                    <a:pt x="3031" y="21592"/>
                    <a:pt x="6928" y="22150"/>
                  </a:cubicBezTo>
                  <a:cubicBezTo>
                    <a:pt x="10656" y="22678"/>
                    <a:pt x="14424" y="22947"/>
                    <a:pt x="18192" y="22947"/>
                  </a:cubicBezTo>
                  <a:cubicBezTo>
                    <a:pt x="29944" y="22947"/>
                    <a:pt x="41966" y="20505"/>
                    <a:pt x="53908" y="15710"/>
                  </a:cubicBezTo>
                  <a:cubicBezTo>
                    <a:pt x="55453" y="15082"/>
                    <a:pt x="57067" y="14385"/>
                    <a:pt x="58383" y="13238"/>
                  </a:cubicBezTo>
                  <a:cubicBezTo>
                    <a:pt x="59948" y="11863"/>
                    <a:pt x="60805" y="9989"/>
                    <a:pt x="60686" y="8224"/>
                  </a:cubicBezTo>
                  <a:cubicBezTo>
                    <a:pt x="60437" y="4885"/>
                    <a:pt x="57087" y="3031"/>
                    <a:pt x="55114" y="2213"/>
                  </a:cubicBezTo>
                  <a:cubicBezTo>
                    <a:pt x="51465" y="728"/>
                    <a:pt x="47388" y="1"/>
                    <a:pt x="42644" y="1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65"/>
            <p:cNvSpPr/>
            <p:nvPr/>
          </p:nvSpPr>
          <p:spPr>
            <a:xfrm>
              <a:off x="3462725" y="1200550"/>
              <a:ext cx="496925" cy="283450"/>
            </a:xfrm>
            <a:custGeom>
              <a:avLst/>
              <a:gdLst/>
              <a:ahLst/>
              <a:cxnLst/>
              <a:rect l="l" t="t" r="r" b="b"/>
              <a:pathLst>
                <a:path w="19877" h="11338" extrusionOk="0">
                  <a:moveTo>
                    <a:pt x="10189" y="0"/>
                  </a:moveTo>
                  <a:cubicBezTo>
                    <a:pt x="10025" y="0"/>
                    <a:pt x="9862" y="4"/>
                    <a:pt x="9699" y="10"/>
                  </a:cubicBezTo>
                  <a:cubicBezTo>
                    <a:pt x="6320" y="130"/>
                    <a:pt x="3100" y="1385"/>
                    <a:pt x="0" y="2751"/>
                  </a:cubicBezTo>
                  <a:lnTo>
                    <a:pt x="7018" y="11334"/>
                  </a:lnTo>
                  <a:cubicBezTo>
                    <a:pt x="7174" y="11336"/>
                    <a:pt x="7330" y="11338"/>
                    <a:pt x="7487" y="11338"/>
                  </a:cubicBezTo>
                  <a:cubicBezTo>
                    <a:pt x="10330" y="11338"/>
                    <a:pt x="13168" y="10909"/>
                    <a:pt x="15889" y="10068"/>
                  </a:cubicBezTo>
                  <a:cubicBezTo>
                    <a:pt x="17374" y="9609"/>
                    <a:pt x="18989" y="8852"/>
                    <a:pt x="19478" y="7376"/>
                  </a:cubicBezTo>
                  <a:cubicBezTo>
                    <a:pt x="19876" y="6180"/>
                    <a:pt x="19388" y="4854"/>
                    <a:pt x="18650" y="3828"/>
                  </a:cubicBezTo>
                  <a:cubicBezTo>
                    <a:pt x="16762" y="1219"/>
                    <a:pt x="13412" y="0"/>
                    <a:pt x="10189" y="0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65"/>
            <p:cNvSpPr/>
            <p:nvPr/>
          </p:nvSpPr>
          <p:spPr>
            <a:xfrm>
              <a:off x="2622150" y="1117650"/>
              <a:ext cx="1028725" cy="406950"/>
            </a:xfrm>
            <a:custGeom>
              <a:avLst/>
              <a:gdLst/>
              <a:ahLst/>
              <a:cxnLst/>
              <a:rect l="l" t="t" r="r" b="b"/>
              <a:pathLst>
                <a:path w="41149" h="16278" extrusionOk="0">
                  <a:moveTo>
                    <a:pt x="12776" y="2064"/>
                  </a:moveTo>
                  <a:cubicBezTo>
                    <a:pt x="17395" y="2064"/>
                    <a:pt x="22008" y="3209"/>
                    <a:pt x="25639" y="5987"/>
                  </a:cubicBezTo>
                  <a:cubicBezTo>
                    <a:pt x="26486" y="6645"/>
                    <a:pt x="27283" y="7403"/>
                    <a:pt x="27772" y="8360"/>
                  </a:cubicBezTo>
                  <a:cubicBezTo>
                    <a:pt x="28250" y="9317"/>
                    <a:pt x="28370" y="10513"/>
                    <a:pt x="27861" y="11460"/>
                  </a:cubicBezTo>
                  <a:cubicBezTo>
                    <a:pt x="27049" y="12995"/>
                    <a:pt x="25075" y="13303"/>
                    <a:pt x="23288" y="13303"/>
                  </a:cubicBezTo>
                  <a:cubicBezTo>
                    <a:pt x="23102" y="13303"/>
                    <a:pt x="22918" y="13300"/>
                    <a:pt x="22738" y="13294"/>
                  </a:cubicBezTo>
                  <a:cubicBezTo>
                    <a:pt x="19807" y="13194"/>
                    <a:pt x="16897" y="12965"/>
                    <a:pt x="13986" y="12616"/>
                  </a:cubicBezTo>
                  <a:cubicBezTo>
                    <a:pt x="11035" y="12257"/>
                    <a:pt x="7955" y="11699"/>
                    <a:pt x="5683" y="9785"/>
                  </a:cubicBezTo>
                  <a:cubicBezTo>
                    <a:pt x="4257" y="8579"/>
                    <a:pt x="3230" y="6536"/>
                    <a:pt x="4018" y="4841"/>
                  </a:cubicBezTo>
                  <a:cubicBezTo>
                    <a:pt x="4765" y="3216"/>
                    <a:pt x="6759" y="2638"/>
                    <a:pt x="8513" y="2379"/>
                  </a:cubicBezTo>
                  <a:cubicBezTo>
                    <a:pt x="9916" y="2174"/>
                    <a:pt x="11346" y="2064"/>
                    <a:pt x="12776" y="2064"/>
                  </a:cubicBezTo>
                  <a:close/>
                  <a:moveTo>
                    <a:pt x="13378" y="0"/>
                  </a:moveTo>
                  <a:cubicBezTo>
                    <a:pt x="12144" y="0"/>
                    <a:pt x="10909" y="55"/>
                    <a:pt x="9680" y="166"/>
                  </a:cubicBezTo>
                  <a:cubicBezTo>
                    <a:pt x="5902" y="515"/>
                    <a:pt x="1486" y="2000"/>
                    <a:pt x="589" y="5688"/>
                  </a:cubicBezTo>
                  <a:cubicBezTo>
                    <a:pt x="1" y="8081"/>
                    <a:pt x="1257" y="10652"/>
                    <a:pt x="3151" y="12227"/>
                  </a:cubicBezTo>
                  <a:cubicBezTo>
                    <a:pt x="5055" y="13802"/>
                    <a:pt x="7487" y="14550"/>
                    <a:pt x="9899" y="15078"/>
                  </a:cubicBezTo>
                  <a:cubicBezTo>
                    <a:pt x="13875" y="15942"/>
                    <a:pt x="17907" y="16277"/>
                    <a:pt x="21962" y="16277"/>
                  </a:cubicBezTo>
                  <a:cubicBezTo>
                    <a:pt x="28348" y="16277"/>
                    <a:pt x="34790" y="15445"/>
                    <a:pt x="41149" y="14530"/>
                  </a:cubicBezTo>
                  <a:cubicBezTo>
                    <a:pt x="37710" y="10932"/>
                    <a:pt x="34291" y="7323"/>
                    <a:pt x="30822" y="3755"/>
                  </a:cubicBezTo>
                  <a:cubicBezTo>
                    <a:pt x="25359" y="1292"/>
                    <a:pt x="19368" y="0"/>
                    <a:pt x="13378" y="0"/>
                  </a:cubicBezTo>
                  <a:close/>
                </a:path>
              </a:pathLst>
            </a:custGeom>
            <a:solidFill>
              <a:srgbClr val="C5B6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2610200" y="1105350"/>
              <a:ext cx="1066350" cy="431875"/>
            </a:xfrm>
            <a:custGeom>
              <a:avLst/>
              <a:gdLst/>
              <a:ahLst/>
              <a:cxnLst/>
              <a:rect l="l" t="t" r="r" b="b"/>
              <a:pathLst>
                <a:path w="42654" h="17275" extrusionOk="0">
                  <a:moveTo>
                    <a:pt x="13258" y="3070"/>
                  </a:moveTo>
                  <a:cubicBezTo>
                    <a:pt x="18212" y="3070"/>
                    <a:pt x="22548" y="4386"/>
                    <a:pt x="25808" y="6898"/>
                  </a:cubicBezTo>
                  <a:cubicBezTo>
                    <a:pt x="26426" y="7367"/>
                    <a:pt x="27313" y="8114"/>
                    <a:pt x="27801" y="9091"/>
                  </a:cubicBezTo>
                  <a:cubicBezTo>
                    <a:pt x="28250" y="9988"/>
                    <a:pt x="28290" y="10995"/>
                    <a:pt x="27901" y="11723"/>
                  </a:cubicBezTo>
                  <a:cubicBezTo>
                    <a:pt x="27333" y="12789"/>
                    <a:pt x="25987" y="13298"/>
                    <a:pt x="23784" y="13298"/>
                  </a:cubicBezTo>
                  <a:cubicBezTo>
                    <a:pt x="23595" y="13298"/>
                    <a:pt x="23415" y="13288"/>
                    <a:pt x="23236" y="13288"/>
                  </a:cubicBezTo>
                  <a:cubicBezTo>
                    <a:pt x="20325" y="13198"/>
                    <a:pt x="17395" y="12969"/>
                    <a:pt x="14524" y="12620"/>
                  </a:cubicBezTo>
                  <a:cubicBezTo>
                    <a:pt x="11793" y="12291"/>
                    <a:pt x="8702" y="11782"/>
                    <a:pt x="6480" y="9908"/>
                  </a:cubicBezTo>
                  <a:cubicBezTo>
                    <a:pt x="5253" y="8872"/>
                    <a:pt x="4247" y="7058"/>
                    <a:pt x="4944" y="5542"/>
                  </a:cubicBezTo>
                  <a:cubicBezTo>
                    <a:pt x="5463" y="4416"/>
                    <a:pt x="6818" y="3698"/>
                    <a:pt x="9071" y="3369"/>
                  </a:cubicBezTo>
                  <a:cubicBezTo>
                    <a:pt x="10457" y="3170"/>
                    <a:pt x="11852" y="3070"/>
                    <a:pt x="13258" y="3070"/>
                  </a:cubicBezTo>
                  <a:close/>
                  <a:moveTo>
                    <a:pt x="13258" y="2073"/>
                  </a:moveTo>
                  <a:cubicBezTo>
                    <a:pt x="11802" y="2073"/>
                    <a:pt x="10357" y="2173"/>
                    <a:pt x="8922" y="2382"/>
                  </a:cubicBezTo>
                  <a:cubicBezTo>
                    <a:pt x="6310" y="2761"/>
                    <a:pt x="4715" y="3658"/>
                    <a:pt x="4037" y="5124"/>
                  </a:cubicBezTo>
                  <a:cubicBezTo>
                    <a:pt x="3130" y="7107"/>
                    <a:pt x="4336" y="9390"/>
                    <a:pt x="5842" y="10666"/>
                  </a:cubicBezTo>
                  <a:cubicBezTo>
                    <a:pt x="8274" y="12719"/>
                    <a:pt x="11533" y="13258"/>
                    <a:pt x="14404" y="13607"/>
                  </a:cubicBezTo>
                  <a:cubicBezTo>
                    <a:pt x="17305" y="13955"/>
                    <a:pt x="20265" y="14185"/>
                    <a:pt x="23196" y="14284"/>
                  </a:cubicBezTo>
                  <a:cubicBezTo>
                    <a:pt x="23395" y="14294"/>
                    <a:pt x="23585" y="14294"/>
                    <a:pt x="23784" y="14294"/>
                  </a:cubicBezTo>
                  <a:cubicBezTo>
                    <a:pt x="26386" y="14294"/>
                    <a:pt x="28021" y="13607"/>
                    <a:pt x="28778" y="12191"/>
                  </a:cubicBezTo>
                  <a:cubicBezTo>
                    <a:pt x="29326" y="11164"/>
                    <a:pt x="29296" y="9839"/>
                    <a:pt x="28688" y="8642"/>
                  </a:cubicBezTo>
                  <a:cubicBezTo>
                    <a:pt x="28110" y="7486"/>
                    <a:pt x="27113" y="6639"/>
                    <a:pt x="26416" y="6101"/>
                  </a:cubicBezTo>
                  <a:cubicBezTo>
                    <a:pt x="22987" y="3469"/>
                    <a:pt x="18431" y="2073"/>
                    <a:pt x="13258" y="2073"/>
                  </a:cubicBezTo>
                  <a:close/>
                  <a:moveTo>
                    <a:pt x="13886" y="987"/>
                  </a:moveTo>
                  <a:cubicBezTo>
                    <a:pt x="19787" y="1007"/>
                    <a:pt x="25628" y="2253"/>
                    <a:pt x="31021" y="4655"/>
                  </a:cubicBezTo>
                  <a:cubicBezTo>
                    <a:pt x="33533" y="7247"/>
                    <a:pt x="36025" y="9859"/>
                    <a:pt x="38517" y="12480"/>
                  </a:cubicBezTo>
                  <a:lnTo>
                    <a:pt x="40610" y="14663"/>
                  </a:lnTo>
                  <a:cubicBezTo>
                    <a:pt x="34759" y="15501"/>
                    <a:pt x="28579" y="16278"/>
                    <a:pt x="22458" y="16278"/>
                  </a:cubicBezTo>
                  <a:cubicBezTo>
                    <a:pt x="18092" y="16278"/>
                    <a:pt x="14175" y="15889"/>
                    <a:pt x="10497" y="15082"/>
                  </a:cubicBezTo>
                  <a:cubicBezTo>
                    <a:pt x="8324" y="14613"/>
                    <a:pt x="5862" y="13916"/>
                    <a:pt x="3948" y="12341"/>
                  </a:cubicBezTo>
                  <a:cubicBezTo>
                    <a:pt x="2343" y="11005"/>
                    <a:pt x="977" y="8632"/>
                    <a:pt x="1545" y="6310"/>
                  </a:cubicBezTo>
                  <a:cubicBezTo>
                    <a:pt x="2552" y="2173"/>
                    <a:pt x="8433" y="1326"/>
                    <a:pt x="10208" y="1156"/>
                  </a:cubicBezTo>
                  <a:cubicBezTo>
                    <a:pt x="11424" y="1047"/>
                    <a:pt x="12660" y="987"/>
                    <a:pt x="13886" y="987"/>
                  </a:cubicBezTo>
                  <a:close/>
                  <a:moveTo>
                    <a:pt x="13840" y="1"/>
                  </a:moveTo>
                  <a:cubicBezTo>
                    <a:pt x="12593" y="1"/>
                    <a:pt x="11350" y="57"/>
                    <a:pt x="10118" y="170"/>
                  </a:cubicBezTo>
                  <a:cubicBezTo>
                    <a:pt x="7626" y="399"/>
                    <a:pt x="1715" y="1426"/>
                    <a:pt x="588" y="6071"/>
                  </a:cubicBezTo>
                  <a:cubicBezTo>
                    <a:pt x="0" y="8473"/>
                    <a:pt x="1077" y="11234"/>
                    <a:pt x="3320" y="13098"/>
                  </a:cubicBezTo>
                  <a:cubicBezTo>
                    <a:pt x="5403" y="14833"/>
                    <a:pt x="8134" y="15590"/>
                    <a:pt x="10287" y="16059"/>
                  </a:cubicBezTo>
                  <a:cubicBezTo>
                    <a:pt x="14035" y="16876"/>
                    <a:pt x="18013" y="17275"/>
                    <a:pt x="22458" y="17275"/>
                  </a:cubicBezTo>
                  <a:cubicBezTo>
                    <a:pt x="28977" y="17275"/>
                    <a:pt x="35536" y="16398"/>
                    <a:pt x="41697" y="15510"/>
                  </a:cubicBezTo>
                  <a:lnTo>
                    <a:pt x="42654" y="15381"/>
                  </a:lnTo>
                  <a:lnTo>
                    <a:pt x="39235" y="11792"/>
                  </a:lnTo>
                  <a:cubicBezTo>
                    <a:pt x="36723" y="9151"/>
                    <a:pt x="34201" y="6519"/>
                    <a:pt x="31659" y="3898"/>
                  </a:cubicBezTo>
                  <a:lnTo>
                    <a:pt x="31509" y="3788"/>
                  </a:lnTo>
                  <a:cubicBezTo>
                    <a:pt x="25969" y="1303"/>
                    <a:pt x="19855" y="1"/>
                    <a:pt x="13840" y="1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2978025" y="1977125"/>
              <a:ext cx="525575" cy="628800"/>
            </a:xfrm>
            <a:custGeom>
              <a:avLst/>
              <a:gdLst/>
              <a:ahLst/>
              <a:cxnLst/>
              <a:rect l="l" t="t" r="r" b="b"/>
              <a:pathLst>
                <a:path w="21023" h="25152" extrusionOk="0">
                  <a:moveTo>
                    <a:pt x="13207" y="1"/>
                  </a:moveTo>
                  <a:cubicBezTo>
                    <a:pt x="11950" y="1"/>
                    <a:pt x="10685" y="258"/>
                    <a:pt x="9550" y="765"/>
                  </a:cubicBezTo>
                  <a:cubicBezTo>
                    <a:pt x="6170" y="2280"/>
                    <a:pt x="3838" y="5520"/>
                    <a:pt x="2363" y="8919"/>
                  </a:cubicBezTo>
                  <a:cubicBezTo>
                    <a:pt x="1057" y="11929"/>
                    <a:pt x="289" y="15139"/>
                    <a:pt x="100" y="18409"/>
                  </a:cubicBezTo>
                  <a:cubicBezTo>
                    <a:pt x="0" y="20193"/>
                    <a:pt x="120" y="22127"/>
                    <a:pt x="1266" y="23492"/>
                  </a:cubicBezTo>
                  <a:cubicBezTo>
                    <a:pt x="2212" y="24619"/>
                    <a:pt x="3716" y="25152"/>
                    <a:pt x="5196" y="25152"/>
                  </a:cubicBezTo>
                  <a:cubicBezTo>
                    <a:pt x="5275" y="25152"/>
                    <a:pt x="5354" y="25150"/>
                    <a:pt x="5433" y="25147"/>
                  </a:cubicBezTo>
                  <a:cubicBezTo>
                    <a:pt x="6988" y="25087"/>
                    <a:pt x="8463" y="24489"/>
                    <a:pt x="9829" y="23762"/>
                  </a:cubicBezTo>
                  <a:cubicBezTo>
                    <a:pt x="14753" y="21090"/>
                    <a:pt x="18421" y="16575"/>
                    <a:pt x="20036" y="11202"/>
                  </a:cubicBezTo>
                  <a:cubicBezTo>
                    <a:pt x="20833" y="8520"/>
                    <a:pt x="21023" y="5430"/>
                    <a:pt x="19498" y="3088"/>
                  </a:cubicBezTo>
                  <a:cubicBezTo>
                    <a:pt x="18159" y="1013"/>
                    <a:pt x="15700" y="1"/>
                    <a:pt x="13207" y="1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65"/>
            <p:cNvSpPr/>
            <p:nvPr/>
          </p:nvSpPr>
          <p:spPr>
            <a:xfrm>
              <a:off x="3170400" y="3160525"/>
              <a:ext cx="1793025" cy="1301350"/>
            </a:xfrm>
            <a:custGeom>
              <a:avLst/>
              <a:gdLst/>
              <a:ahLst/>
              <a:cxnLst/>
              <a:rect l="l" t="t" r="r" b="b"/>
              <a:pathLst>
                <a:path w="71721" h="52054" extrusionOk="0">
                  <a:moveTo>
                    <a:pt x="67434" y="0"/>
                  </a:moveTo>
                  <a:cubicBezTo>
                    <a:pt x="48176" y="17165"/>
                    <a:pt x="25140" y="29645"/>
                    <a:pt x="1266" y="39404"/>
                  </a:cubicBezTo>
                  <a:cubicBezTo>
                    <a:pt x="838" y="43621"/>
                    <a:pt x="419" y="47837"/>
                    <a:pt x="0" y="52054"/>
                  </a:cubicBezTo>
                  <a:cubicBezTo>
                    <a:pt x="25469" y="43571"/>
                    <a:pt x="51685" y="34659"/>
                    <a:pt x="71721" y="16807"/>
                  </a:cubicBezTo>
                  <a:cubicBezTo>
                    <a:pt x="70285" y="11204"/>
                    <a:pt x="68860" y="5602"/>
                    <a:pt x="67434" y="0"/>
                  </a:cubicBezTo>
                  <a:close/>
                </a:path>
              </a:pathLst>
            </a:custGeom>
            <a:solidFill>
              <a:srgbClr val="FAD3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65"/>
            <p:cNvSpPr/>
            <p:nvPr/>
          </p:nvSpPr>
          <p:spPr>
            <a:xfrm>
              <a:off x="2909975" y="2782225"/>
              <a:ext cx="148800" cy="1441925"/>
            </a:xfrm>
            <a:custGeom>
              <a:avLst/>
              <a:gdLst/>
              <a:ahLst/>
              <a:cxnLst/>
              <a:rect l="l" t="t" r="r" b="b"/>
              <a:pathLst>
                <a:path w="5952" h="57677" extrusionOk="0">
                  <a:moveTo>
                    <a:pt x="978" y="1"/>
                  </a:moveTo>
                  <a:lnTo>
                    <a:pt x="1" y="180"/>
                  </a:lnTo>
                  <a:cubicBezTo>
                    <a:pt x="3420" y="19139"/>
                    <a:pt x="4955" y="38398"/>
                    <a:pt x="4596" y="57656"/>
                  </a:cubicBezTo>
                  <a:lnTo>
                    <a:pt x="5593" y="57676"/>
                  </a:lnTo>
                  <a:cubicBezTo>
                    <a:pt x="5952" y="38348"/>
                    <a:pt x="4407" y="19030"/>
                    <a:pt x="978" y="1"/>
                  </a:cubicBez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65"/>
            <p:cNvSpPr/>
            <p:nvPr/>
          </p:nvSpPr>
          <p:spPr>
            <a:xfrm>
              <a:off x="4363075" y="1444000"/>
              <a:ext cx="95725" cy="119650"/>
            </a:xfrm>
            <a:custGeom>
              <a:avLst/>
              <a:gdLst/>
              <a:ahLst/>
              <a:cxnLst/>
              <a:rect l="l" t="t" r="r" b="b"/>
              <a:pathLst>
                <a:path w="3829" h="4786" extrusionOk="0">
                  <a:moveTo>
                    <a:pt x="3021" y="1"/>
                  </a:moveTo>
                  <a:lnTo>
                    <a:pt x="1" y="4207"/>
                  </a:lnTo>
                  <a:lnTo>
                    <a:pt x="808" y="4785"/>
                  </a:lnTo>
                  <a:lnTo>
                    <a:pt x="3828" y="579"/>
                  </a:lnTo>
                  <a:lnTo>
                    <a:pt x="3021" y="1"/>
                  </a:ln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65"/>
            <p:cNvSpPr/>
            <p:nvPr/>
          </p:nvSpPr>
          <p:spPr>
            <a:xfrm>
              <a:off x="2549400" y="1591775"/>
              <a:ext cx="1758875" cy="338950"/>
            </a:xfrm>
            <a:custGeom>
              <a:avLst/>
              <a:gdLst/>
              <a:ahLst/>
              <a:cxnLst/>
              <a:rect l="l" t="t" r="r" b="b"/>
              <a:pathLst>
                <a:path w="70355" h="13558" extrusionOk="0">
                  <a:moveTo>
                    <a:pt x="69886" y="1"/>
                  </a:moveTo>
                  <a:cubicBezTo>
                    <a:pt x="54206" y="8282"/>
                    <a:pt x="36635" y="12560"/>
                    <a:pt x="18994" y="12560"/>
                  </a:cubicBezTo>
                  <a:cubicBezTo>
                    <a:pt x="12704" y="12560"/>
                    <a:pt x="6405" y="12016"/>
                    <a:pt x="180" y="10916"/>
                  </a:cubicBezTo>
                  <a:lnTo>
                    <a:pt x="0" y="11893"/>
                  </a:lnTo>
                  <a:cubicBezTo>
                    <a:pt x="6270" y="12999"/>
                    <a:pt x="12620" y="13558"/>
                    <a:pt x="18989" y="13558"/>
                  </a:cubicBezTo>
                  <a:cubicBezTo>
                    <a:pt x="36792" y="13558"/>
                    <a:pt x="54535" y="9241"/>
                    <a:pt x="70355" y="878"/>
                  </a:cubicBezTo>
                  <a:lnTo>
                    <a:pt x="69886" y="1"/>
                  </a:ln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65"/>
            <p:cNvSpPr/>
            <p:nvPr/>
          </p:nvSpPr>
          <p:spPr>
            <a:xfrm>
              <a:off x="3150225" y="4932600"/>
              <a:ext cx="1630800" cy="262925"/>
            </a:xfrm>
            <a:custGeom>
              <a:avLst/>
              <a:gdLst/>
              <a:ahLst/>
              <a:cxnLst/>
              <a:rect l="l" t="t" r="r" b="b"/>
              <a:pathLst>
                <a:path w="65232" h="10517" extrusionOk="0">
                  <a:moveTo>
                    <a:pt x="64852" y="1"/>
                  </a:moveTo>
                  <a:cubicBezTo>
                    <a:pt x="49691" y="6306"/>
                    <a:pt x="33488" y="9520"/>
                    <a:pt x="17183" y="9520"/>
                  </a:cubicBezTo>
                  <a:cubicBezTo>
                    <a:pt x="11501" y="9520"/>
                    <a:pt x="5807" y="9130"/>
                    <a:pt x="140" y="8344"/>
                  </a:cubicBezTo>
                  <a:lnTo>
                    <a:pt x="0" y="9331"/>
                  </a:lnTo>
                  <a:cubicBezTo>
                    <a:pt x="5702" y="10118"/>
                    <a:pt x="11443" y="10517"/>
                    <a:pt x="17195" y="10517"/>
                  </a:cubicBezTo>
                  <a:cubicBezTo>
                    <a:pt x="33682" y="10517"/>
                    <a:pt x="50010" y="7247"/>
                    <a:pt x="65231" y="918"/>
                  </a:cubicBezTo>
                  <a:lnTo>
                    <a:pt x="64852" y="1"/>
                  </a:lnTo>
                  <a:close/>
                </a:path>
              </a:pathLst>
            </a:custGeom>
            <a:solidFill>
              <a:srgbClr val="2E3F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65"/>
            <p:cNvSpPr/>
            <p:nvPr/>
          </p:nvSpPr>
          <p:spPr>
            <a:xfrm>
              <a:off x="3711175" y="447525"/>
              <a:ext cx="1378100" cy="920500"/>
            </a:xfrm>
            <a:custGeom>
              <a:avLst/>
              <a:gdLst/>
              <a:ahLst/>
              <a:cxnLst/>
              <a:rect l="l" t="t" r="r" b="b"/>
              <a:pathLst>
                <a:path w="55124" h="36820" extrusionOk="0">
                  <a:moveTo>
                    <a:pt x="46370" y="1"/>
                  </a:moveTo>
                  <a:cubicBezTo>
                    <a:pt x="43558" y="1"/>
                    <a:pt x="40708" y="528"/>
                    <a:pt x="37988" y="1273"/>
                  </a:cubicBezTo>
                  <a:cubicBezTo>
                    <a:pt x="33293" y="2569"/>
                    <a:pt x="28788" y="4513"/>
                    <a:pt x="24033" y="5559"/>
                  </a:cubicBezTo>
                  <a:cubicBezTo>
                    <a:pt x="23795" y="5613"/>
                    <a:pt x="23543" y="5659"/>
                    <a:pt x="23301" y="5659"/>
                  </a:cubicBezTo>
                  <a:cubicBezTo>
                    <a:pt x="23046" y="5659"/>
                    <a:pt x="22802" y="5608"/>
                    <a:pt x="22598" y="5460"/>
                  </a:cubicBezTo>
                  <a:cubicBezTo>
                    <a:pt x="21940" y="4991"/>
                    <a:pt x="22179" y="3965"/>
                    <a:pt x="21920" y="3197"/>
                  </a:cubicBezTo>
                  <a:cubicBezTo>
                    <a:pt x="21630" y="2366"/>
                    <a:pt x="20729" y="1938"/>
                    <a:pt x="19835" y="1938"/>
                  </a:cubicBezTo>
                  <a:cubicBezTo>
                    <a:pt x="19560" y="1938"/>
                    <a:pt x="19285" y="1978"/>
                    <a:pt x="19029" y="2061"/>
                  </a:cubicBezTo>
                  <a:cubicBezTo>
                    <a:pt x="17933" y="2419"/>
                    <a:pt x="17115" y="3307"/>
                    <a:pt x="16358" y="4164"/>
                  </a:cubicBezTo>
                  <a:cubicBezTo>
                    <a:pt x="12231" y="8809"/>
                    <a:pt x="8353" y="13703"/>
                    <a:pt x="5363" y="19146"/>
                  </a:cubicBezTo>
                  <a:cubicBezTo>
                    <a:pt x="2383" y="24589"/>
                    <a:pt x="309" y="30619"/>
                    <a:pt x="0" y="36819"/>
                  </a:cubicBezTo>
                  <a:cubicBezTo>
                    <a:pt x="5253" y="33580"/>
                    <a:pt x="11593" y="32633"/>
                    <a:pt x="17763" y="32314"/>
                  </a:cubicBezTo>
                  <a:cubicBezTo>
                    <a:pt x="23933" y="31995"/>
                    <a:pt x="30164" y="32224"/>
                    <a:pt x="36234" y="31068"/>
                  </a:cubicBezTo>
                  <a:cubicBezTo>
                    <a:pt x="37650" y="30799"/>
                    <a:pt x="39304" y="30191"/>
                    <a:pt x="39553" y="28775"/>
                  </a:cubicBezTo>
                  <a:cubicBezTo>
                    <a:pt x="39723" y="27798"/>
                    <a:pt x="39075" y="26821"/>
                    <a:pt x="38218" y="26313"/>
                  </a:cubicBezTo>
                  <a:cubicBezTo>
                    <a:pt x="37350" y="25805"/>
                    <a:pt x="36344" y="25665"/>
                    <a:pt x="35357" y="25526"/>
                  </a:cubicBezTo>
                  <a:lnTo>
                    <a:pt x="25528" y="24180"/>
                  </a:lnTo>
                  <a:cubicBezTo>
                    <a:pt x="25399" y="20930"/>
                    <a:pt x="28290" y="18418"/>
                    <a:pt x="31011" y="16624"/>
                  </a:cubicBezTo>
                  <a:cubicBezTo>
                    <a:pt x="37420" y="12378"/>
                    <a:pt x="44378" y="9028"/>
                    <a:pt x="51685" y="6656"/>
                  </a:cubicBezTo>
                  <a:cubicBezTo>
                    <a:pt x="53240" y="6148"/>
                    <a:pt x="55124" y="5280"/>
                    <a:pt x="55094" y="3656"/>
                  </a:cubicBezTo>
                  <a:cubicBezTo>
                    <a:pt x="55074" y="2290"/>
                    <a:pt x="53658" y="1403"/>
                    <a:pt x="52372" y="954"/>
                  </a:cubicBezTo>
                  <a:cubicBezTo>
                    <a:pt x="50435" y="279"/>
                    <a:pt x="48413" y="1"/>
                    <a:pt x="46370" y="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65"/>
            <p:cNvSpPr/>
            <p:nvPr/>
          </p:nvSpPr>
          <p:spPr>
            <a:xfrm>
              <a:off x="3579850" y="469650"/>
              <a:ext cx="271900" cy="448575"/>
            </a:xfrm>
            <a:custGeom>
              <a:avLst/>
              <a:gdLst/>
              <a:ahLst/>
              <a:cxnLst/>
              <a:rect l="l" t="t" r="r" b="b"/>
              <a:pathLst>
                <a:path w="10876" h="17943" extrusionOk="0">
                  <a:moveTo>
                    <a:pt x="6799" y="0"/>
                  </a:moveTo>
                  <a:cubicBezTo>
                    <a:pt x="5979" y="0"/>
                    <a:pt x="5144" y="309"/>
                    <a:pt x="4476" y="797"/>
                  </a:cubicBezTo>
                  <a:cubicBezTo>
                    <a:pt x="3479" y="1534"/>
                    <a:pt x="2801" y="2621"/>
                    <a:pt x="2263" y="3737"/>
                  </a:cubicBezTo>
                  <a:cubicBezTo>
                    <a:pt x="159" y="8203"/>
                    <a:pt x="0" y="13347"/>
                    <a:pt x="1814" y="17942"/>
                  </a:cubicBezTo>
                  <a:cubicBezTo>
                    <a:pt x="3698" y="15600"/>
                    <a:pt x="6061" y="13666"/>
                    <a:pt x="7855" y="11253"/>
                  </a:cubicBezTo>
                  <a:cubicBezTo>
                    <a:pt x="9649" y="8851"/>
                    <a:pt x="10875" y="5721"/>
                    <a:pt x="10018" y="2840"/>
                  </a:cubicBezTo>
                  <a:cubicBezTo>
                    <a:pt x="9699" y="1754"/>
                    <a:pt x="9021" y="697"/>
                    <a:pt x="7974" y="239"/>
                  </a:cubicBezTo>
                  <a:cubicBezTo>
                    <a:pt x="7600" y="75"/>
                    <a:pt x="7201" y="0"/>
                    <a:pt x="6799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65"/>
            <p:cNvSpPr/>
            <p:nvPr/>
          </p:nvSpPr>
          <p:spPr>
            <a:xfrm>
              <a:off x="4572150" y="238075"/>
              <a:ext cx="300575" cy="170775"/>
            </a:xfrm>
            <a:custGeom>
              <a:avLst/>
              <a:gdLst/>
              <a:ahLst/>
              <a:cxnLst/>
              <a:rect l="l" t="t" r="r" b="b"/>
              <a:pathLst>
                <a:path w="12023" h="6831" extrusionOk="0">
                  <a:moveTo>
                    <a:pt x="9501" y="0"/>
                  </a:moveTo>
                  <a:cubicBezTo>
                    <a:pt x="9457" y="0"/>
                    <a:pt x="9414" y="1"/>
                    <a:pt x="9371" y="2"/>
                  </a:cubicBezTo>
                  <a:cubicBezTo>
                    <a:pt x="5254" y="82"/>
                    <a:pt x="1337" y="2933"/>
                    <a:pt x="1" y="6830"/>
                  </a:cubicBezTo>
                  <a:cubicBezTo>
                    <a:pt x="3898" y="6651"/>
                    <a:pt x="8224" y="6272"/>
                    <a:pt x="10866" y="3411"/>
                  </a:cubicBezTo>
                  <a:cubicBezTo>
                    <a:pt x="11514" y="2713"/>
                    <a:pt x="12022" y="1677"/>
                    <a:pt x="11544" y="859"/>
                  </a:cubicBezTo>
                  <a:cubicBezTo>
                    <a:pt x="11157" y="179"/>
                    <a:pt x="10286" y="0"/>
                    <a:pt x="9501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1" name="Google Shape;1961;p65"/>
          <p:cNvSpPr txBox="1">
            <a:spLocks noGrp="1"/>
          </p:cNvSpPr>
          <p:nvPr>
            <p:ph type="title" idx="2"/>
          </p:nvPr>
        </p:nvSpPr>
        <p:spPr>
          <a:xfrm>
            <a:off x="2148135" y="2040074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Increase short-form volume by +30%</a:t>
            </a:r>
            <a:endParaRPr dirty="0"/>
          </a:p>
        </p:txBody>
      </p:sp>
      <p:sp>
        <p:nvSpPr>
          <p:cNvPr id="1963" name="Google Shape;1963;p65"/>
          <p:cNvSpPr txBox="1">
            <a:spLocks noGrp="1"/>
          </p:cNvSpPr>
          <p:nvPr>
            <p:ph type="title" idx="3"/>
          </p:nvPr>
        </p:nvSpPr>
        <p:spPr>
          <a:xfrm>
            <a:off x="5900650" y="1840450"/>
            <a:ext cx="2499905" cy="5267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Prioritize hybrid gaming–lifestyle creators</a:t>
            </a:r>
            <a:endParaRPr dirty="0"/>
          </a:p>
        </p:txBody>
      </p:sp>
      <p:sp>
        <p:nvSpPr>
          <p:cNvPr id="1965" name="Google Shape;1965;p65"/>
          <p:cNvSpPr txBox="1">
            <a:spLocks noGrp="1"/>
          </p:cNvSpPr>
          <p:nvPr>
            <p:ph type="title" idx="5"/>
          </p:nvPr>
        </p:nvSpPr>
        <p:spPr>
          <a:xfrm>
            <a:off x="1980800" y="3260027"/>
            <a:ext cx="2207814" cy="86585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Extend Cash App partnership into monthly challenges</a:t>
            </a:r>
            <a:endParaRPr dirty="0"/>
          </a:p>
        </p:txBody>
      </p:sp>
      <p:sp>
        <p:nvSpPr>
          <p:cNvPr id="1967" name="Google Shape;1967;p65"/>
          <p:cNvSpPr txBox="1">
            <a:spLocks noGrp="1"/>
          </p:cNvSpPr>
          <p:nvPr>
            <p:ph type="title" idx="7"/>
          </p:nvPr>
        </p:nvSpPr>
        <p:spPr>
          <a:xfrm>
            <a:off x="5900651" y="3260027"/>
            <a:ext cx="23055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Use Blinkfire value in all BD pitches</a:t>
            </a:r>
            <a:endParaRPr dirty="0"/>
          </a:p>
        </p:txBody>
      </p:sp>
      <p:grpSp>
        <p:nvGrpSpPr>
          <p:cNvPr id="1969" name="Google Shape;1969;p65"/>
          <p:cNvGrpSpPr/>
          <p:nvPr/>
        </p:nvGrpSpPr>
        <p:grpSpPr>
          <a:xfrm>
            <a:off x="4862269" y="2959936"/>
            <a:ext cx="662771" cy="1322173"/>
            <a:chOff x="2553650" y="3946100"/>
            <a:chExt cx="624725" cy="1246275"/>
          </a:xfrm>
        </p:grpSpPr>
        <p:sp>
          <p:nvSpPr>
            <p:cNvPr id="1970" name="Google Shape;1970;p65"/>
            <p:cNvSpPr/>
            <p:nvPr/>
          </p:nvSpPr>
          <p:spPr>
            <a:xfrm>
              <a:off x="2731625" y="5065875"/>
              <a:ext cx="446750" cy="126500"/>
            </a:xfrm>
            <a:custGeom>
              <a:avLst/>
              <a:gdLst/>
              <a:ahLst/>
              <a:cxnLst/>
              <a:rect l="l" t="t" r="r" b="b"/>
              <a:pathLst>
                <a:path w="17870" h="5060" extrusionOk="0">
                  <a:moveTo>
                    <a:pt x="8935" y="1"/>
                  </a:moveTo>
                  <a:cubicBezTo>
                    <a:pt x="4000" y="1"/>
                    <a:pt x="1" y="1132"/>
                    <a:pt x="1" y="2530"/>
                  </a:cubicBezTo>
                  <a:cubicBezTo>
                    <a:pt x="1" y="3927"/>
                    <a:pt x="4000" y="5060"/>
                    <a:pt x="8935" y="5060"/>
                  </a:cubicBezTo>
                  <a:cubicBezTo>
                    <a:pt x="13868" y="5060"/>
                    <a:pt x="17869" y="3927"/>
                    <a:pt x="17869" y="2530"/>
                  </a:cubicBezTo>
                  <a:cubicBezTo>
                    <a:pt x="17869" y="1133"/>
                    <a:pt x="13868" y="1"/>
                    <a:pt x="89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65"/>
            <p:cNvSpPr/>
            <p:nvPr/>
          </p:nvSpPr>
          <p:spPr>
            <a:xfrm>
              <a:off x="2835375" y="5057975"/>
              <a:ext cx="234550" cy="83350"/>
            </a:xfrm>
            <a:custGeom>
              <a:avLst/>
              <a:gdLst/>
              <a:ahLst/>
              <a:cxnLst/>
              <a:rect l="l" t="t" r="r" b="b"/>
              <a:pathLst>
                <a:path w="9382" h="3334" extrusionOk="0">
                  <a:moveTo>
                    <a:pt x="4691" y="1"/>
                  </a:moveTo>
                  <a:cubicBezTo>
                    <a:pt x="2101" y="1"/>
                    <a:pt x="1" y="747"/>
                    <a:pt x="1" y="1667"/>
                  </a:cubicBezTo>
                  <a:cubicBezTo>
                    <a:pt x="1" y="2587"/>
                    <a:pt x="2101" y="3333"/>
                    <a:pt x="4691" y="3333"/>
                  </a:cubicBezTo>
                  <a:cubicBezTo>
                    <a:pt x="7282" y="3333"/>
                    <a:pt x="9381" y="2587"/>
                    <a:pt x="9381" y="1667"/>
                  </a:cubicBezTo>
                  <a:cubicBezTo>
                    <a:pt x="9381" y="747"/>
                    <a:pt x="7282" y="1"/>
                    <a:pt x="4691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65"/>
            <p:cNvSpPr/>
            <p:nvPr/>
          </p:nvSpPr>
          <p:spPr>
            <a:xfrm>
              <a:off x="2849850" y="5052750"/>
              <a:ext cx="193825" cy="57525"/>
            </a:xfrm>
            <a:custGeom>
              <a:avLst/>
              <a:gdLst/>
              <a:ahLst/>
              <a:cxnLst/>
              <a:rect l="l" t="t" r="r" b="b"/>
              <a:pathLst>
                <a:path w="7753" h="2301" extrusionOk="0">
                  <a:moveTo>
                    <a:pt x="3877" y="0"/>
                  </a:moveTo>
                  <a:cubicBezTo>
                    <a:pt x="1736" y="0"/>
                    <a:pt x="0" y="515"/>
                    <a:pt x="0" y="1150"/>
                  </a:cubicBezTo>
                  <a:cubicBezTo>
                    <a:pt x="0" y="1784"/>
                    <a:pt x="1736" y="2300"/>
                    <a:pt x="3877" y="2300"/>
                  </a:cubicBezTo>
                  <a:cubicBezTo>
                    <a:pt x="6018" y="2300"/>
                    <a:pt x="7753" y="1784"/>
                    <a:pt x="7753" y="1150"/>
                  </a:cubicBezTo>
                  <a:cubicBezTo>
                    <a:pt x="7753" y="515"/>
                    <a:pt x="6018" y="0"/>
                    <a:pt x="38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65"/>
            <p:cNvSpPr/>
            <p:nvPr/>
          </p:nvSpPr>
          <p:spPr>
            <a:xfrm>
              <a:off x="2553650" y="3946100"/>
              <a:ext cx="579325" cy="746800"/>
            </a:xfrm>
            <a:custGeom>
              <a:avLst/>
              <a:gdLst/>
              <a:ahLst/>
              <a:cxnLst/>
              <a:rect l="l" t="t" r="r" b="b"/>
              <a:pathLst>
                <a:path w="23173" h="29872" extrusionOk="0">
                  <a:moveTo>
                    <a:pt x="7760" y="0"/>
                  </a:moveTo>
                  <a:cubicBezTo>
                    <a:pt x="7548" y="0"/>
                    <a:pt x="7338" y="21"/>
                    <a:pt x="7134" y="78"/>
                  </a:cubicBezTo>
                  <a:cubicBezTo>
                    <a:pt x="6711" y="199"/>
                    <a:pt x="6349" y="470"/>
                    <a:pt x="6006" y="744"/>
                  </a:cubicBezTo>
                  <a:cubicBezTo>
                    <a:pt x="4726" y="1762"/>
                    <a:pt x="3530" y="2881"/>
                    <a:pt x="2431" y="4093"/>
                  </a:cubicBezTo>
                  <a:cubicBezTo>
                    <a:pt x="1797" y="4791"/>
                    <a:pt x="1189" y="5531"/>
                    <a:pt x="806" y="6393"/>
                  </a:cubicBezTo>
                  <a:cubicBezTo>
                    <a:pt x="1" y="8204"/>
                    <a:pt x="288" y="10299"/>
                    <a:pt x="733" y="12230"/>
                  </a:cubicBezTo>
                  <a:cubicBezTo>
                    <a:pt x="2001" y="17715"/>
                    <a:pt x="4400" y="22875"/>
                    <a:pt x="7777" y="27379"/>
                  </a:cubicBezTo>
                  <a:cubicBezTo>
                    <a:pt x="8297" y="28070"/>
                    <a:pt x="8853" y="28758"/>
                    <a:pt x="9588" y="29208"/>
                  </a:cubicBezTo>
                  <a:cubicBezTo>
                    <a:pt x="10421" y="29715"/>
                    <a:pt x="11408" y="29872"/>
                    <a:pt x="12394" y="29872"/>
                  </a:cubicBezTo>
                  <a:cubicBezTo>
                    <a:pt x="12653" y="29872"/>
                    <a:pt x="12911" y="29861"/>
                    <a:pt x="13166" y="29843"/>
                  </a:cubicBezTo>
                  <a:cubicBezTo>
                    <a:pt x="16389" y="29611"/>
                    <a:pt x="19524" y="28297"/>
                    <a:pt x="21948" y="26161"/>
                  </a:cubicBezTo>
                  <a:cubicBezTo>
                    <a:pt x="22302" y="25848"/>
                    <a:pt x="22649" y="25510"/>
                    <a:pt x="22844" y="25081"/>
                  </a:cubicBezTo>
                  <a:cubicBezTo>
                    <a:pt x="23173" y="24355"/>
                    <a:pt x="23012" y="23512"/>
                    <a:pt x="22825" y="22738"/>
                  </a:cubicBezTo>
                  <a:cubicBezTo>
                    <a:pt x="21492" y="17244"/>
                    <a:pt x="19053" y="12094"/>
                    <a:pt x="16627" y="6987"/>
                  </a:cubicBezTo>
                  <a:cubicBezTo>
                    <a:pt x="16095" y="5867"/>
                    <a:pt x="15558" y="4738"/>
                    <a:pt x="14817" y="3744"/>
                  </a:cubicBezTo>
                  <a:cubicBezTo>
                    <a:pt x="13266" y="1671"/>
                    <a:pt x="10824" y="289"/>
                    <a:pt x="8249" y="29"/>
                  </a:cubicBezTo>
                  <a:cubicBezTo>
                    <a:pt x="8087" y="12"/>
                    <a:pt x="7923" y="0"/>
                    <a:pt x="77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65"/>
            <p:cNvSpPr/>
            <p:nvPr/>
          </p:nvSpPr>
          <p:spPr>
            <a:xfrm>
              <a:off x="2703125" y="4257450"/>
              <a:ext cx="311875" cy="419050"/>
            </a:xfrm>
            <a:custGeom>
              <a:avLst/>
              <a:gdLst/>
              <a:ahLst/>
              <a:cxnLst/>
              <a:rect l="l" t="t" r="r" b="b"/>
              <a:pathLst>
                <a:path w="12475" h="16762" extrusionOk="0">
                  <a:moveTo>
                    <a:pt x="1905" y="0"/>
                  </a:moveTo>
                  <a:cubicBezTo>
                    <a:pt x="1595" y="0"/>
                    <a:pt x="1292" y="78"/>
                    <a:pt x="1036" y="253"/>
                  </a:cubicBezTo>
                  <a:lnTo>
                    <a:pt x="693" y="1206"/>
                  </a:lnTo>
                  <a:cubicBezTo>
                    <a:pt x="0" y="2735"/>
                    <a:pt x="62" y="4525"/>
                    <a:pt x="545" y="6134"/>
                  </a:cubicBezTo>
                  <a:cubicBezTo>
                    <a:pt x="1028" y="7743"/>
                    <a:pt x="1901" y="9204"/>
                    <a:pt x="2807" y="10618"/>
                  </a:cubicBezTo>
                  <a:cubicBezTo>
                    <a:pt x="4150" y="12716"/>
                    <a:pt x="5661" y="14827"/>
                    <a:pt x="7840" y="16031"/>
                  </a:cubicBezTo>
                  <a:cubicBezTo>
                    <a:pt x="8564" y="16431"/>
                    <a:pt x="9362" y="16725"/>
                    <a:pt x="10188" y="16758"/>
                  </a:cubicBezTo>
                  <a:cubicBezTo>
                    <a:pt x="10237" y="16760"/>
                    <a:pt x="10286" y="16761"/>
                    <a:pt x="10335" y="16761"/>
                  </a:cubicBezTo>
                  <a:cubicBezTo>
                    <a:pt x="11114" y="16761"/>
                    <a:pt x="11906" y="16512"/>
                    <a:pt x="12475" y="15982"/>
                  </a:cubicBezTo>
                  <a:cubicBezTo>
                    <a:pt x="10734" y="15253"/>
                    <a:pt x="9406" y="13756"/>
                    <a:pt x="8498" y="12103"/>
                  </a:cubicBezTo>
                  <a:cubicBezTo>
                    <a:pt x="7589" y="10448"/>
                    <a:pt x="7051" y="8621"/>
                    <a:pt x="6482" y="6822"/>
                  </a:cubicBezTo>
                  <a:cubicBezTo>
                    <a:pt x="5914" y="5022"/>
                    <a:pt x="5294" y="3210"/>
                    <a:pt x="4251" y="1638"/>
                  </a:cubicBezTo>
                  <a:cubicBezTo>
                    <a:pt x="3890" y="1096"/>
                    <a:pt x="3466" y="570"/>
                    <a:pt x="2894" y="259"/>
                  </a:cubicBezTo>
                  <a:cubicBezTo>
                    <a:pt x="2594" y="95"/>
                    <a:pt x="2246" y="0"/>
                    <a:pt x="1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65"/>
            <p:cNvSpPr/>
            <p:nvPr/>
          </p:nvSpPr>
          <p:spPr>
            <a:xfrm>
              <a:off x="2685875" y="4260450"/>
              <a:ext cx="395050" cy="546475"/>
            </a:xfrm>
            <a:custGeom>
              <a:avLst/>
              <a:gdLst/>
              <a:ahLst/>
              <a:cxnLst/>
              <a:rect l="l" t="t" r="r" b="b"/>
              <a:pathLst>
                <a:path w="15802" h="21859" extrusionOk="0">
                  <a:moveTo>
                    <a:pt x="2471" y="0"/>
                  </a:moveTo>
                  <a:cubicBezTo>
                    <a:pt x="2434" y="0"/>
                    <a:pt x="2397" y="1"/>
                    <a:pt x="2360" y="4"/>
                  </a:cubicBezTo>
                  <a:cubicBezTo>
                    <a:pt x="1016" y="95"/>
                    <a:pt x="630" y="1554"/>
                    <a:pt x="520" y="2757"/>
                  </a:cubicBezTo>
                  <a:cubicBezTo>
                    <a:pt x="1" y="8479"/>
                    <a:pt x="1024" y="14292"/>
                    <a:pt x="3114" y="19647"/>
                  </a:cubicBezTo>
                  <a:cubicBezTo>
                    <a:pt x="3119" y="19656"/>
                    <a:pt x="3122" y="19666"/>
                    <a:pt x="3127" y="19677"/>
                  </a:cubicBezTo>
                  <a:cubicBezTo>
                    <a:pt x="3659" y="21033"/>
                    <a:pt x="4966" y="21858"/>
                    <a:pt x="6354" y="21858"/>
                  </a:cubicBezTo>
                  <a:cubicBezTo>
                    <a:pt x="6726" y="21858"/>
                    <a:pt x="7104" y="21799"/>
                    <a:pt x="7474" y="21675"/>
                  </a:cubicBezTo>
                  <a:cubicBezTo>
                    <a:pt x="9050" y="21148"/>
                    <a:pt x="10627" y="20628"/>
                    <a:pt x="12209" y="20115"/>
                  </a:cubicBezTo>
                  <a:cubicBezTo>
                    <a:pt x="14140" y="19488"/>
                    <a:pt x="15525" y="17785"/>
                    <a:pt x="15727" y="15765"/>
                  </a:cubicBezTo>
                  <a:cubicBezTo>
                    <a:pt x="15774" y="15287"/>
                    <a:pt x="15798" y="14805"/>
                    <a:pt x="15801" y="14324"/>
                  </a:cubicBezTo>
                  <a:lnTo>
                    <a:pt x="15801" y="14324"/>
                  </a:lnTo>
                  <a:lnTo>
                    <a:pt x="13139" y="15860"/>
                  </a:lnTo>
                  <a:cubicBezTo>
                    <a:pt x="12784" y="17010"/>
                    <a:pt x="12144" y="18071"/>
                    <a:pt x="11265" y="18897"/>
                  </a:cubicBezTo>
                  <a:cubicBezTo>
                    <a:pt x="10801" y="19334"/>
                    <a:pt x="10207" y="19631"/>
                    <a:pt x="9569" y="19666"/>
                  </a:cubicBezTo>
                  <a:cubicBezTo>
                    <a:pt x="9526" y="19668"/>
                    <a:pt x="9484" y="19669"/>
                    <a:pt x="9443" y="19669"/>
                  </a:cubicBezTo>
                  <a:cubicBezTo>
                    <a:pt x="8392" y="19669"/>
                    <a:pt x="7964" y="18919"/>
                    <a:pt x="7652" y="18187"/>
                  </a:cubicBezTo>
                  <a:cubicBezTo>
                    <a:pt x="6740" y="16054"/>
                    <a:pt x="6484" y="13709"/>
                    <a:pt x="6238" y="11403"/>
                  </a:cubicBezTo>
                  <a:lnTo>
                    <a:pt x="5606" y="5484"/>
                  </a:lnTo>
                  <a:cubicBezTo>
                    <a:pt x="5409" y="3646"/>
                    <a:pt x="5147" y="1656"/>
                    <a:pt x="3652" y="447"/>
                  </a:cubicBezTo>
                  <a:cubicBezTo>
                    <a:pt x="3316" y="175"/>
                    <a:pt x="2902" y="0"/>
                    <a:pt x="24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2750200" y="4271100"/>
              <a:ext cx="330725" cy="507125"/>
            </a:xfrm>
            <a:custGeom>
              <a:avLst/>
              <a:gdLst/>
              <a:ahLst/>
              <a:cxnLst/>
              <a:rect l="l" t="t" r="r" b="b"/>
              <a:pathLst>
                <a:path w="13229" h="20285" extrusionOk="0">
                  <a:moveTo>
                    <a:pt x="1049" y="1"/>
                  </a:moveTo>
                  <a:lnTo>
                    <a:pt x="1049" y="1"/>
                  </a:lnTo>
                  <a:cubicBezTo>
                    <a:pt x="4080" y="5602"/>
                    <a:pt x="1" y="14062"/>
                    <a:pt x="4977" y="19038"/>
                  </a:cubicBezTo>
                  <a:cubicBezTo>
                    <a:pt x="5816" y="19875"/>
                    <a:pt x="6785" y="20243"/>
                    <a:pt x="7825" y="20285"/>
                  </a:cubicBezTo>
                  <a:cubicBezTo>
                    <a:pt x="8429" y="20086"/>
                    <a:pt x="9030" y="19884"/>
                    <a:pt x="9636" y="19689"/>
                  </a:cubicBezTo>
                  <a:cubicBezTo>
                    <a:pt x="11567" y="19062"/>
                    <a:pt x="12952" y="17359"/>
                    <a:pt x="13152" y="15339"/>
                  </a:cubicBezTo>
                  <a:cubicBezTo>
                    <a:pt x="13200" y="14859"/>
                    <a:pt x="13225" y="14379"/>
                    <a:pt x="13228" y="13897"/>
                  </a:cubicBezTo>
                  <a:lnTo>
                    <a:pt x="13228" y="13897"/>
                  </a:lnTo>
                  <a:lnTo>
                    <a:pt x="10566" y="15434"/>
                  </a:lnTo>
                  <a:cubicBezTo>
                    <a:pt x="10211" y="16584"/>
                    <a:pt x="9571" y="17645"/>
                    <a:pt x="8692" y="18471"/>
                  </a:cubicBezTo>
                  <a:cubicBezTo>
                    <a:pt x="8228" y="18908"/>
                    <a:pt x="7634" y="19205"/>
                    <a:pt x="6996" y="19240"/>
                  </a:cubicBezTo>
                  <a:cubicBezTo>
                    <a:pt x="6953" y="19242"/>
                    <a:pt x="6911" y="19243"/>
                    <a:pt x="6870" y="19243"/>
                  </a:cubicBezTo>
                  <a:cubicBezTo>
                    <a:pt x="5819" y="19243"/>
                    <a:pt x="5391" y="18493"/>
                    <a:pt x="5079" y="17761"/>
                  </a:cubicBezTo>
                  <a:cubicBezTo>
                    <a:pt x="4167" y="15628"/>
                    <a:pt x="3911" y="13283"/>
                    <a:pt x="3665" y="10977"/>
                  </a:cubicBezTo>
                  <a:lnTo>
                    <a:pt x="3033" y="5058"/>
                  </a:lnTo>
                  <a:cubicBezTo>
                    <a:pt x="2836" y="3220"/>
                    <a:pt x="2574" y="1230"/>
                    <a:pt x="1079" y="21"/>
                  </a:cubicBezTo>
                  <a:cubicBezTo>
                    <a:pt x="1070" y="13"/>
                    <a:pt x="1059" y="8"/>
                    <a:pt x="1049" y="1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2924325" y="4768675"/>
              <a:ext cx="46725" cy="313625"/>
            </a:xfrm>
            <a:custGeom>
              <a:avLst/>
              <a:gdLst/>
              <a:ahLst/>
              <a:cxnLst/>
              <a:rect l="l" t="t" r="r" b="b"/>
              <a:pathLst>
                <a:path w="1869" h="12545" extrusionOk="0">
                  <a:moveTo>
                    <a:pt x="1" y="1"/>
                  </a:moveTo>
                  <a:lnTo>
                    <a:pt x="1" y="12359"/>
                  </a:lnTo>
                  <a:cubicBezTo>
                    <a:pt x="289" y="12483"/>
                    <a:pt x="589" y="12545"/>
                    <a:pt x="900" y="12545"/>
                  </a:cubicBezTo>
                  <a:cubicBezTo>
                    <a:pt x="1211" y="12545"/>
                    <a:pt x="1534" y="12483"/>
                    <a:pt x="1869" y="12359"/>
                  </a:cubicBezTo>
                  <a:lnTo>
                    <a:pt x="1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65"/>
            <p:cNvSpPr/>
            <p:nvPr/>
          </p:nvSpPr>
          <p:spPr>
            <a:xfrm>
              <a:off x="2712325" y="3957675"/>
              <a:ext cx="397700" cy="618000"/>
            </a:xfrm>
            <a:custGeom>
              <a:avLst/>
              <a:gdLst/>
              <a:ahLst/>
              <a:cxnLst/>
              <a:rect l="l" t="t" r="r" b="b"/>
              <a:pathLst>
                <a:path w="15908" h="24720" extrusionOk="0">
                  <a:moveTo>
                    <a:pt x="1013" y="0"/>
                  </a:moveTo>
                  <a:cubicBezTo>
                    <a:pt x="761" y="0"/>
                    <a:pt x="522" y="54"/>
                    <a:pt x="341" y="223"/>
                  </a:cubicBezTo>
                  <a:cubicBezTo>
                    <a:pt x="1" y="541"/>
                    <a:pt x="53" y="1089"/>
                    <a:pt x="155" y="1545"/>
                  </a:cubicBezTo>
                  <a:cubicBezTo>
                    <a:pt x="422" y="2743"/>
                    <a:pt x="843" y="3902"/>
                    <a:pt x="1281" y="5049"/>
                  </a:cubicBezTo>
                  <a:cubicBezTo>
                    <a:pt x="3349" y="10460"/>
                    <a:pt x="5835" y="15752"/>
                    <a:pt x="9221" y="20450"/>
                  </a:cubicBezTo>
                  <a:cubicBezTo>
                    <a:pt x="10269" y="21904"/>
                    <a:pt x="11437" y="23328"/>
                    <a:pt x="12980" y="24239"/>
                  </a:cubicBezTo>
                  <a:cubicBezTo>
                    <a:pt x="13400" y="24485"/>
                    <a:pt x="13857" y="24694"/>
                    <a:pt x="14343" y="24718"/>
                  </a:cubicBezTo>
                  <a:cubicBezTo>
                    <a:pt x="14368" y="24719"/>
                    <a:pt x="14392" y="24720"/>
                    <a:pt x="14417" y="24720"/>
                  </a:cubicBezTo>
                  <a:cubicBezTo>
                    <a:pt x="14880" y="24720"/>
                    <a:pt x="15360" y="24522"/>
                    <a:pt x="15601" y="24129"/>
                  </a:cubicBezTo>
                  <a:cubicBezTo>
                    <a:pt x="15908" y="23629"/>
                    <a:pt x="15760" y="22987"/>
                    <a:pt x="15599" y="22423"/>
                  </a:cubicBezTo>
                  <a:cubicBezTo>
                    <a:pt x="13952" y="16653"/>
                    <a:pt x="11842" y="11010"/>
                    <a:pt x="9153" y="5648"/>
                  </a:cubicBezTo>
                  <a:cubicBezTo>
                    <a:pt x="8436" y="4220"/>
                    <a:pt x="7642" y="2768"/>
                    <a:pt x="6373" y="1799"/>
                  </a:cubicBezTo>
                  <a:cubicBezTo>
                    <a:pt x="5020" y="770"/>
                    <a:pt x="3290" y="408"/>
                    <a:pt x="1622" y="74"/>
                  </a:cubicBezTo>
                  <a:cubicBezTo>
                    <a:pt x="1427" y="35"/>
                    <a:pt x="1216" y="0"/>
                    <a:pt x="1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65"/>
            <p:cNvSpPr/>
            <p:nvPr/>
          </p:nvSpPr>
          <p:spPr>
            <a:xfrm>
              <a:off x="2602175" y="4040950"/>
              <a:ext cx="99100" cy="85000"/>
            </a:xfrm>
            <a:custGeom>
              <a:avLst/>
              <a:gdLst/>
              <a:ahLst/>
              <a:cxnLst/>
              <a:rect l="l" t="t" r="r" b="b"/>
              <a:pathLst>
                <a:path w="3964" h="3400" extrusionOk="0">
                  <a:moveTo>
                    <a:pt x="3249" y="1"/>
                  </a:moveTo>
                  <a:cubicBezTo>
                    <a:pt x="3099" y="1"/>
                    <a:pt x="2948" y="54"/>
                    <a:pt x="2828" y="163"/>
                  </a:cubicBezTo>
                  <a:lnTo>
                    <a:pt x="282" y="2285"/>
                  </a:lnTo>
                  <a:cubicBezTo>
                    <a:pt x="77" y="2455"/>
                    <a:pt x="1" y="2734"/>
                    <a:pt x="91" y="2984"/>
                  </a:cubicBezTo>
                  <a:cubicBezTo>
                    <a:pt x="182" y="3233"/>
                    <a:pt x="420" y="3400"/>
                    <a:pt x="685" y="3400"/>
                  </a:cubicBezTo>
                  <a:cubicBezTo>
                    <a:pt x="833" y="3400"/>
                    <a:pt x="976" y="3347"/>
                    <a:pt x="1089" y="3252"/>
                  </a:cubicBezTo>
                  <a:lnTo>
                    <a:pt x="3635" y="1132"/>
                  </a:lnTo>
                  <a:cubicBezTo>
                    <a:pt x="3919" y="914"/>
                    <a:pt x="3964" y="503"/>
                    <a:pt x="3735" y="228"/>
                  </a:cubicBezTo>
                  <a:cubicBezTo>
                    <a:pt x="3610" y="78"/>
                    <a:pt x="3430" y="1"/>
                    <a:pt x="3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65"/>
            <p:cNvSpPr/>
            <p:nvPr/>
          </p:nvSpPr>
          <p:spPr>
            <a:xfrm>
              <a:off x="2620250" y="4095925"/>
              <a:ext cx="108275" cy="92400"/>
            </a:xfrm>
            <a:custGeom>
              <a:avLst/>
              <a:gdLst/>
              <a:ahLst/>
              <a:cxnLst/>
              <a:rect l="l" t="t" r="r" b="b"/>
              <a:pathLst>
                <a:path w="4331" h="3696" extrusionOk="0">
                  <a:moveTo>
                    <a:pt x="3623" y="0"/>
                  </a:moveTo>
                  <a:cubicBezTo>
                    <a:pt x="3485" y="0"/>
                    <a:pt x="3346" y="45"/>
                    <a:pt x="3229" y="138"/>
                  </a:cubicBezTo>
                  <a:lnTo>
                    <a:pt x="282" y="2579"/>
                  </a:lnTo>
                  <a:cubicBezTo>
                    <a:pt x="77" y="2749"/>
                    <a:pt x="0" y="3029"/>
                    <a:pt x="91" y="3280"/>
                  </a:cubicBezTo>
                  <a:cubicBezTo>
                    <a:pt x="180" y="3529"/>
                    <a:pt x="418" y="3696"/>
                    <a:pt x="685" y="3696"/>
                  </a:cubicBezTo>
                  <a:cubicBezTo>
                    <a:pt x="831" y="3696"/>
                    <a:pt x="973" y="3645"/>
                    <a:pt x="1085" y="3551"/>
                  </a:cubicBezTo>
                  <a:lnTo>
                    <a:pt x="4035" y="1110"/>
                  </a:lnTo>
                  <a:cubicBezTo>
                    <a:pt x="4295" y="886"/>
                    <a:pt x="4330" y="494"/>
                    <a:pt x="4109" y="229"/>
                  </a:cubicBezTo>
                  <a:cubicBezTo>
                    <a:pt x="3985" y="78"/>
                    <a:pt x="3805" y="0"/>
                    <a:pt x="36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65"/>
            <p:cNvSpPr/>
            <p:nvPr/>
          </p:nvSpPr>
          <p:spPr>
            <a:xfrm>
              <a:off x="2635725" y="4146425"/>
              <a:ext cx="119425" cy="97025"/>
            </a:xfrm>
            <a:custGeom>
              <a:avLst/>
              <a:gdLst/>
              <a:ahLst/>
              <a:cxnLst/>
              <a:rect l="l" t="t" r="r" b="b"/>
              <a:pathLst>
                <a:path w="4777" h="3881" extrusionOk="0">
                  <a:moveTo>
                    <a:pt x="4063" y="0"/>
                  </a:moveTo>
                  <a:cubicBezTo>
                    <a:pt x="3927" y="0"/>
                    <a:pt x="3789" y="44"/>
                    <a:pt x="3673" y="135"/>
                  </a:cubicBezTo>
                  <a:lnTo>
                    <a:pt x="298" y="2750"/>
                  </a:lnTo>
                  <a:cubicBezTo>
                    <a:pt x="85" y="2915"/>
                    <a:pt x="1" y="3198"/>
                    <a:pt x="88" y="3453"/>
                  </a:cubicBezTo>
                  <a:cubicBezTo>
                    <a:pt x="176" y="3709"/>
                    <a:pt x="415" y="3881"/>
                    <a:pt x="685" y="3881"/>
                  </a:cubicBezTo>
                  <a:cubicBezTo>
                    <a:pt x="825" y="3881"/>
                    <a:pt x="960" y="3833"/>
                    <a:pt x="1070" y="3747"/>
                  </a:cubicBezTo>
                  <a:lnTo>
                    <a:pt x="4445" y="1133"/>
                  </a:lnTo>
                  <a:cubicBezTo>
                    <a:pt x="4725" y="920"/>
                    <a:pt x="4777" y="521"/>
                    <a:pt x="4563" y="245"/>
                  </a:cubicBezTo>
                  <a:cubicBezTo>
                    <a:pt x="4438" y="84"/>
                    <a:pt x="4252" y="0"/>
                    <a:pt x="4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65"/>
            <p:cNvSpPr/>
            <p:nvPr/>
          </p:nvSpPr>
          <p:spPr>
            <a:xfrm>
              <a:off x="2766025" y="4030400"/>
              <a:ext cx="113150" cy="43175"/>
            </a:xfrm>
            <a:custGeom>
              <a:avLst/>
              <a:gdLst/>
              <a:ahLst/>
              <a:cxnLst/>
              <a:rect l="l" t="t" r="r" b="b"/>
              <a:pathLst>
                <a:path w="4526" h="1727" extrusionOk="0">
                  <a:moveTo>
                    <a:pt x="655" y="0"/>
                  </a:moveTo>
                  <a:cubicBezTo>
                    <a:pt x="292" y="2"/>
                    <a:pt x="18" y="267"/>
                    <a:pt x="8" y="615"/>
                  </a:cubicBezTo>
                  <a:cubicBezTo>
                    <a:pt x="0" y="964"/>
                    <a:pt x="275" y="1253"/>
                    <a:pt x="624" y="1261"/>
                  </a:cubicBezTo>
                  <a:cubicBezTo>
                    <a:pt x="1662" y="1288"/>
                    <a:pt x="2692" y="1436"/>
                    <a:pt x="3695" y="1705"/>
                  </a:cubicBezTo>
                  <a:cubicBezTo>
                    <a:pt x="3749" y="1719"/>
                    <a:pt x="3803" y="1725"/>
                    <a:pt x="3858" y="1727"/>
                  </a:cubicBezTo>
                  <a:lnTo>
                    <a:pt x="3858" y="1725"/>
                  </a:lnTo>
                  <a:cubicBezTo>
                    <a:pt x="3859" y="1725"/>
                    <a:pt x="3860" y="1725"/>
                    <a:pt x="3861" y="1725"/>
                  </a:cubicBezTo>
                  <a:cubicBezTo>
                    <a:pt x="4176" y="1725"/>
                    <a:pt x="4443" y="1491"/>
                    <a:pt x="4484" y="1177"/>
                  </a:cubicBezTo>
                  <a:cubicBezTo>
                    <a:pt x="4525" y="863"/>
                    <a:pt x="4327" y="567"/>
                    <a:pt x="4020" y="486"/>
                  </a:cubicBezTo>
                  <a:cubicBezTo>
                    <a:pt x="2921" y="192"/>
                    <a:pt x="1792" y="29"/>
                    <a:pt x="6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65"/>
            <p:cNvSpPr/>
            <p:nvPr/>
          </p:nvSpPr>
          <p:spPr>
            <a:xfrm>
              <a:off x="2801475" y="4099850"/>
              <a:ext cx="131450" cy="41950"/>
            </a:xfrm>
            <a:custGeom>
              <a:avLst/>
              <a:gdLst/>
              <a:ahLst/>
              <a:cxnLst/>
              <a:rect l="l" t="t" r="r" b="b"/>
              <a:pathLst>
                <a:path w="5258" h="1678" extrusionOk="0">
                  <a:moveTo>
                    <a:pt x="674" y="1"/>
                  </a:moveTo>
                  <a:cubicBezTo>
                    <a:pt x="352" y="1"/>
                    <a:pt x="72" y="237"/>
                    <a:pt x="37" y="564"/>
                  </a:cubicBezTo>
                  <a:cubicBezTo>
                    <a:pt x="0" y="912"/>
                    <a:pt x="253" y="1222"/>
                    <a:pt x="599" y="1258"/>
                  </a:cubicBezTo>
                  <a:lnTo>
                    <a:pt x="4546" y="1674"/>
                  </a:lnTo>
                  <a:cubicBezTo>
                    <a:pt x="4568" y="1676"/>
                    <a:pt x="4591" y="1677"/>
                    <a:pt x="4613" y="1677"/>
                  </a:cubicBezTo>
                  <a:cubicBezTo>
                    <a:pt x="4948" y="1676"/>
                    <a:pt x="5223" y="1414"/>
                    <a:pt x="5240" y="1079"/>
                  </a:cubicBezTo>
                  <a:cubicBezTo>
                    <a:pt x="5258" y="744"/>
                    <a:pt x="5010" y="454"/>
                    <a:pt x="4678" y="418"/>
                  </a:cubicBezTo>
                  <a:lnTo>
                    <a:pt x="731" y="3"/>
                  </a:lnTo>
                  <a:cubicBezTo>
                    <a:pt x="712" y="2"/>
                    <a:pt x="693" y="1"/>
                    <a:pt x="67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65"/>
            <p:cNvSpPr/>
            <p:nvPr/>
          </p:nvSpPr>
          <p:spPr>
            <a:xfrm>
              <a:off x="2837600" y="4167200"/>
              <a:ext cx="131475" cy="41950"/>
            </a:xfrm>
            <a:custGeom>
              <a:avLst/>
              <a:gdLst/>
              <a:ahLst/>
              <a:cxnLst/>
              <a:rect l="l" t="t" r="r" b="b"/>
              <a:pathLst>
                <a:path w="5259" h="1678" extrusionOk="0">
                  <a:moveTo>
                    <a:pt x="672" y="0"/>
                  </a:moveTo>
                  <a:cubicBezTo>
                    <a:pt x="353" y="0"/>
                    <a:pt x="72" y="238"/>
                    <a:pt x="37" y="564"/>
                  </a:cubicBezTo>
                  <a:cubicBezTo>
                    <a:pt x="1" y="910"/>
                    <a:pt x="253" y="1221"/>
                    <a:pt x="600" y="1258"/>
                  </a:cubicBezTo>
                  <a:lnTo>
                    <a:pt x="4547" y="1674"/>
                  </a:lnTo>
                  <a:cubicBezTo>
                    <a:pt x="4569" y="1676"/>
                    <a:pt x="4591" y="1677"/>
                    <a:pt x="4613" y="1677"/>
                  </a:cubicBezTo>
                  <a:cubicBezTo>
                    <a:pt x="4948" y="1676"/>
                    <a:pt x="5223" y="1412"/>
                    <a:pt x="5241" y="1078"/>
                  </a:cubicBezTo>
                  <a:cubicBezTo>
                    <a:pt x="5258" y="743"/>
                    <a:pt x="5010" y="454"/>
                    <a:pt x="4678" y="418"/>
                  </a:cubicBezTo>
                  <a:lnTo>
                    <a:pt x="731" y="3"/>
                  </a:lnTo>
                  <a:cubicBezTo>
                    <a:pt x="711" y="1"/>
                    <a:pt x="692" y="0"/>
                    <a:pt x="6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65"/>
            <p:cNvSpPr/>
            <p:nvPr/>
          </p:nvSpPr>
          <p:spPr>
            <a:xfrm>
              <a:off x="2867875" y="4242150"/>
              <a:ext cx="134625" cy="33425"/>
            </a:xfrm>
            <a:custGeom>
              <a:avLst/>
              <a:gdLst/>
              <a:ahLst/>
              <a:cxnLst/>
              <a:rect l="l" t="t" r="r" b="b"/>
              <a:pathLst>
                <a:path w="5385" h="1337" extrusionOk="0">
                  <a:moveTo>
                    <a:pt x="1988" y="1"/>
                  </a:moveTo>
                  <a:cubicBezTo>
                    <a:pt x="1522" y="1"/>
                    <a:pt x="1054" y="8"/>
                    <a:pt x="613" y="25"/>
                  </a:cubicBezTo>
                  <a:cubicBezTo>
                    <a:pt x="267" y="42"/>
                    <a:pt x="0" y="334"/>
                    <a:pt x="13" y="679"/>
                  </a:cubicBezTo>
                  <a:cubicBezTo>
                    <a:pt x="27" y="1019"/>
                    <a:pt x="305" y="1286"/>
                    <a:pt x="643" y="1286"/>
                  </a:cubicBezTo>
                  <a:cubicBezTo>
                    <a:pt x="649" y="1286"/>
                    <a:pt x="655" y="1286"/>
                    <a:pt x="661" y="1286"/>
                  </a:cubicBezTo>
                  <a:cubicBezTo>
                    <a:pt x="1089" y="1269"/>
                    <a:pt x="1544" y="1263"/>
                    <a:pt x="1998" y="1263"/>
                  </a:cubicBezTo>
                  <a:cubicBezTo>
                    <a:pt x="3011" y="1263"/>
                    <a:pt x="4017" y="1296"/>
                    <a:pt x="4709" y="1335"/>
                  </a:cubicBezTo>
                  <a:lnTo>
                    <a:pt x="4746" y="1335"/>
                  </a:lnTo>
                  <a:lnTo>
                    <a:pt x="4746" y="1336"/>
                  </a:lnTo>
                  <a:cubicBezTo>
                    <a:pt x="5086" y="1335"/>
                    <a:pt x="5365" y="1063"/>
                    <a:pt x="5375" y="722"/>
                  </a:cubicBezTo>
                  <a:cubicBezTo>
                    <a:pt x="5384" y="380"/>
                    <a:pt x="5121" y="94"/>
                    <a:pt x="4779" y="75"/>
                  </a:cubicBezTo>
                  <a:cubicBezTo>
                    <a:pt x="4068" y="36"/>
                    <a:pt x="3032" y="1"/>
                    <a:pt x="19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65"/>
            <p:cNvSpPr/>
            <p:nvPr/>
          </p:nvSpPr>
          <p:spPr>
            <a:xfrm>
              <a:off x="2900675" y="4315425"/>
              <a:ext cx="121825" cy="37300"/>
            </a:xfrm>
            <a:custGeom>
              <a:avLst/>
              <a:gdLst/>
              <a:ahLst/>
              <a:cxnLst/>
              <a:rect l="l" t="t" r="r" b="b"/>
              <a:pathLst>
                <a:path w="4873" h="1492" extrusionOk="0">
                  <a:moveTo>
                    <a:pt x="4214" y="1"/>
                  </a:moveTo>
                  <a:cubicBezTo>
                    <a:pt x="4203" y="1"/>
                    <a:pt x="4192" y="1"/>
                    <a:pt x="4180" y="2"/>
                  </a:cubicBezTo>
                  <a:lnTo>
                    <a:pt x="600" y="232"/>
                  </a:lnTo>
                  <a:cubicBezTo>
                    <a:pt x="261" y="254"/>
                    <a:pt x="0" y="542"/>
                    <a:pt x="11" y="882"/>
                  </a:cubicBezTo>
                  <a:cubicBezTo>
                    <a:pt x="22" y="1220"/>
                    <a:pt x="300" y="1492"/>
                    <a:pt x="640" y="1492"/>
                  </a:cubicBezTo>
                  <a:lnTo>
                    <a:pt x="681" y="1492"/>
                  </a:lnTo>
                  <a:lnTo>
                    <a:pt x="4263" y="1261"/>
                  </a:lnTo>
                  <a:cubicBezTo>
                    <a:pt x="4609" y="1237"/>
                    <a:pt x="4873" y="939"/>
                    <a:pt x="4851" y="591"/>
                  </a:cubicBezTo>
                  <a:cubicBezTo>
                    <a:pt x="4829" y="254"/>
                    <a:pt x="4549" y="1"/>
                    <a:pt x="4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65"/>
            <p:cNvSpPr/>
            <p:nvPr/>
          </p:nvSpPr>
          <p:spPr>
            <a:xfrm>
              <a:off x="2944100" y="4381925"/>
              <a:ext cx="93425" cy="37350"/>
            </a:xfrm>
            <a:custGeom>
              <a:avLst/>
              <a:gdLst/>
              <a:ahLst/>
              <a:cxnLst/>
              <a:rect l="l" t="t" r="r" b="b"/>
              <a:pathLst>
                <a:path w="3737" h="1494" extrusionOk="0">
                  <a:moveTo>
                    <a:pt x="3076" y="1"/>
                  </a:moveTo>
                  <a:cubicBezTo>
                    <a:pt x="3056" y="1"/>
                    <a:pt x="3036" y="2"/>
                    <a:pt x="3015" y="4"/>
                  </a:cubicBezTo>
                  <a:lnTo>
                    <a:pt x="585" y="234"/>
                  </a:lnTo>
                  <a:cubicBezTo>
                    <a:pt x="250" y="266"/>
                    <a:pt x="1" y="555"/>
                    <a:pt x="17" y="892"/>
                  </a:cubicBezTo>
                  <a:cubicBezTo>
                    <a:pt x="31" y="1227"/>
                    <a:pt x="307" y="1492"/>
                    <a:pt x="644" y="1493"/>
                  </a:cubicBezTo>
                  <a:cubicBezTo>
                    <a:pt x="663" y="1493"/>
                    <a:pt x="684" y="1492"/>
                    <a:pt x="704" y="1490"/>
                  </a:cubicBezTo>
                  <a:lnTo>
                    <a:pt x="3134" y="1260"/>
                  </a:lnTo>
                  <a:cubicBezTo>
                    <a:pt x="3482" y="1227"/>
                    <a:pt x="3736" y="919"/>
                    <a:pt x="3703" y="572"/>
                  </a:cubicBezTo>
                  <a:cubicBezTo>
                    <a:pt x="3672" y="246"/>
                    <a:pt x="3398" y="1"/>
                    <a:pt x="30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65"/>
            <p:cNvSpPr/>
            <p:nvPr/>
          </p:nvSpPr>
          <p:spPr>
            <a:xfrm>
              <a:off x="2990325" y="4450950"/>
              <a:ext cx="64700" cy="40700"/>
            </a:xfrm>
            <a:custGeom>
              <a:avLst/>
              <a:gdLst/>
              <a:ahLst/>
              <a:cxnLst/>
              <a:rect l="l" t="t" r="r" b="b"/>
              <a:pathLst>
                <a:path w="2588" h="1628" extrusionOk="0">
                  <a:moveTo>
                    <a:pt x="1883" y="0"/>
                  </a:moveTo>
                  <a:cubicBezTo>
                    <a:pt x="1823" y="0"/>
                    <a:pt x="1762" y="9"/>
                    <a:pt x="1702" y="27"/>
                  </a:cubicBezTo>
                  <a:lnTo>
                    <a:pt x="488" y="392"/>
                  </a:lnTo>
                  <a:cubicBezTo>
                    <a:pt x="188" y="483"/>
                    <a:pt x="0" y="778"/>
                    <a:pt x="45" y="1088"/>
                  </a:cubicBezTo>
                  <a:cubicBezTo>
                    <a:pt x="91" y="1398"/>
                    <a:pt x="356" y="1626"/>
                    <a:pt x="669" y="1628"/>
                  </a:cubicBezTo>
                  <a:cubicBezTo>
                    <a:pt x="731" y="1626"/>
                    <a:pt x="791" y="1618"/>
                    <a:pt x="850" y="1601"/>
                  </a:cubicBezTo>
                  <a:lnTo>
                    <a:pt x="2065" y="1236"/>
                  </a:lnTo>
                  <a:cubicBezTo>
                    <a:pt x="2399" y="1136"/>
                    <a:pt x="2588" y="783"/>
                    <a:pt x="2488" y="449"/>
                  </a:cubicBezTo>
                  <a:cubicBezTo>
                    <a:pt x="2406" y="176"/>
                    <a:pt x="2155" y="0"/>
                    <a:pt x="18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65"/>
            <p:cNvSpPr/>
            <p:nvPr/>
          </p:nvSpPr>
          <p:spPr>
            <a:xfrm>
              <a:off x="2699575" y="4293125"/>
              <a:ext cx="90975" cy="109425"/>
            </a:xfrm>
            <a:custGeom>
              <a:avLst/>
              <a:gdLst/>
              <a:ahLst/>
              <a:cxnLst/>
              <a:rect l="l" t="t" r="r" b="b"/>
              <a:pathLst>
                <a:path w="3639" h="4377" extrusionOk="0">
                  <a:moveTo>
                    <a:pt x="1777" y="419"/>
                  </a:moveTo>
                  <a:cubicBezTo>
                    <a:pt x="2048" y="419"/>
                    <a:pt x="2340" y="527"/>
                    <a:pt x="2579" y="716"/>
                  </a:cubicBezTo>
                  <a:cubicBezTo>
                    <a:pt x="2966" y="1026"/>
                    <a:pt x="3201" y="1521"/>
                    <a:pt x="3209" y="2042"/>
                  </a:cubicBezTo>
                  <a:cubicBezTo>
                    <a:pt x="3217" y="2544"/>
                    <a:pt x="3014" y="3054"/>
                    <a:pt x="2653" y="3441"/>
                  </a:cubicBezTo>
                  <a:cubicBezTo>
                    <a:pt x="2352" y="3764"/>
                    <a:pt x="1958" y="3955"/>
                    <a:pt x="1598" y="3955"/>
                  </a:cubicBezTo>
                  <a:cubicBezTo>
                    <a:pt x="1517" y="3955"/>
                    <a:pt x="1438" y="3946"/>
                    <a:pt x="1362" y="3926"/>
                  </a:cubicBezTo>
                  <a:cubicBezTo>
                    <a:pt x="1014" y="3835"/>
                    <a:pt x="708" y="3527"/>
                    <a:pt x="566" y="3124"/>
                  </a:cubicBezTo>
                  <a:cubicBezTo>
                    <a:pt x="442" y="2774"/>
                    <a:pt x="430" y="2364"/>
                    <a:pt x="522" y="1867"/>
                  </a:cubicBezTo>
                  <a:cubicBezTo>
                    <a:pt x="574" y="1586"/>
                    <a:pt x="803" y="654"/>
                    <a:pt x="1515" y="454"/>
                  </a:cubicBezTo>
                  <a:cubicBezTo>
                    <a:pt x="1600" y="430"/>
                    <a:pt x="1688" y="419"/>
                    <a:pt x="1777" y="419"/>
                  </a:cubicBezTo>
                  <a:close/>
                  <a:moveTo>
                    <a:pt x="1767" y="0"/>
                  </a:moveTo>
                  <a:cubicBezTo>
                    <a:pt x="1642" y="0"/>
                    <a:pt x="1518" y="16"/>
                    <a:pt x="1402" y="49"/>
                  </a:cubicBezTo>
                  <a:cubicBezTo>
                    <a:pt x="763" y="228"/>
                    <a:pt x="279" y="879"/>
                    <a:pt x="109" y="1789"/>
                  </a:cubicBezTo>
                  <a:cubicBezTo>
                    <a:pt x="1" y="2361"/>
                    <a:pt x="22" y="2843"/>
                    <a:pt x="169" y="3263"/>
                  </a:cubicBezTo>
                  <a:cubicBezTo>
                    <a:pt x="357" y="3797"/>
                    <a:pt x="773" y="4207"/>
                    <a:pt x="1257" y="4332"/>
                  </a:cubicBezTo>
                  <a:cubicBezTo>
                    <a:pt x="1370" y="4363"/>
                    <a:pt x="1486" y="4377"/>
                    <a:pt x="1602" y="4377"/>
                  </a:cubicBezTo>
                  <a:cubicBezTo>
                    <a:pt x="2075" y="4377"/>
                    <a:pt x="2582" y="4134"/>
                    <a:pt x="2960" y="3727"/>
                  </a:cubicBezTo>
                  <a:cubicBezTo>
                    <a:pt x="3394" y="3260"/>
                    <a:pt x="3638" y="2644"/>
                    <a:pt x="3629" y="2036"/>
                  </a:cubicBezTo>
                  <a:cubicBezTo>
                    <a:pt x="3619" y="1391"/>
                    <a:pt x="3325" y="775"/>
                    <a:pt x="2839" y="387"/>
                  </a:cubicBezTo>
                  <a:cubicBezTo>
                    <a:pt x="2528" y="137"/>
                    <a:pt x="2136" y="0"/>
                    <a:pt x="17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65"/>
            <p:cNvSpPr/>
            <p:nvPr/>
          </p:nvSpPr>
          <p:spPr>
            <a:xfrm>
              <a:off x="2894225" y="4759050"/>
              <a:ext cx="98425" cy="94650"/>
            </a:xfrm>
            <a:custGeom>
              <a:avLst/>
              <a:gdLst/>
              <a:ahLst/>
              <a:cxnLst/>
              <a:rect l="l" t="t" r="r" b="b"/>
              <a:pathLst>
                <a:path w="3937" h="3786" extrusionOk="0">
                  <a:moveTo>
                    <a:pt x="3548" y="1"/>
                  </a:moveTo>
                  <a:cubicBezTo>
                    <a:pt x="3501" y="1"/>
                    <a:pt x="3455" y="5"/>
                    <a:pt x="3411" y="11"/>
                  </a:cubicBezTo>
                  <a:cubicBezTo>
                    <a:pt x="2413" y="150"/>
                    <a:pt x="1438" y="424"/>
                    <a:pt x="512" y="824"/>
                  </a:cubicBezTo>
                  <a:cubicBezTo>
                    <a:pt x="296" y="918"/>
                    <a:pt x="56" y="1051"/>
                    <a:pt x="17" y="1283"/>
                  </a:cubicBezTo>
                  <a:cubicBezTo>
                    <a:pt x="1" y="1385"/>
                    <a:pt x="26" y="1488"/>
                    <a:pt x="53" y="1588"/>
                  </a:cubicBezTo>
                  <a:cubicBezTo>
                    <a:pt x="179" y="2072"/>
                    <a:pt x="306" y="2557"/>
                    <a:pt x="433" y="3041"/>
                  </a:cubicBezTo>
                  <a:cubicBezTo>
                    <a:pt x="488" y="3259"/>
                    <a:pt x="557" y="3492"/>
                    <a:pt x="736" y="3624"/>
                  </a:cubicBezTo>
                  <a:cubicBezTo>
                    <a:pt x="855" y="3713"/>
                    <a:pt x="1006" y="3742"/>
                    <a:pt x="1152" y="3761"/>
                  </a:cubicBezTo>
                  <a:cubicBezTo>
                    <a:pt x="1288" y="3777"/>
                    <a:pt x="1425" y="3785"/>
                    <a:pt x="1561" y="3785"/>
                  </a:cubicBezTo>
                  <a:cubicBezTo>
                    <a:pt x="2215" y="3785"/>
                    <a:pt x="2859" y="3597"/>
                    <a:pt x="3416" y="3240"/>
                  </a:cubicBezTo>
                  <a:cubicBezTo>
                    <a:pt x="3284" y="2326"/>
                    <a:pt x="3181" y="1302"/>
                    <a:pt x="3738" y="565"/>
                  </a:cubicBezTo>
                  <a:cubicBezTo>
                    <a:pt x="3827" y="449"/>
                    <a:pt x="3937" y="312"/>
                    <a:pt x="3891" y="174"/>
                  </a:cubicBezTo>
                  <a:cubicBezTo>
                    <a:pt x="3847" y="40"/>
                    <a:pt x="3698" y="1"/>
                    <a:pt x="3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72"/>
          <p:cNvSpPr/>
          <p:nvPr/>
        </p:nvSpPr>
        <p:spPr>
          <a:xfrm rot="2088">
            <a:off x="6380003" y="911797"/>
            <a:ext cx="1481700" cy="1557900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72"/>
          <p:cNvSpPr/>
          <p:nvPr/>
        </p:nvSpPr>
        <p:spPr>
          <a:xfrm rot="-1293229">
            <a:off x="1082006" y="2732972"/>
            <a:ext cx="1572780" cy="1653667"/>
          </a:xfrm>
          <a:prstGeom prst="star10">
            <a:avLst>
              <a:gd name="adj" fmla="val 26121"/>
              <a:gd name="hf" fmla="val 105146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2" name="Google Shape;2312;p72"/>
          <p:cNvSpPr/>
          <p:nvPr/>
        </p:nvSpPr>
        <p:spPr>
          <a:xfrm rot="-5090153" flipH="1">
            <a:off x="3671305" y="-15717"/>
            <a:ext cx="1796492" cy="2996833"/>
          </a:xfrm>
          <a:prstGeom prst="parallelogram">
            <a:avLst>
              <a:gd name="adj" fmla="val 22667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3" name="Google Shape;2313;p72"/>
          <p:cNvSpPr txBox="1">
            <a:spLocks noGrp="1"/>
          </p:cNvSpPr>
          <p:nvPr>
            <p:ph type="ctrTitle"/>
          </p:nvPr>
        </p:nvSpPr>
        <p:spPr>
          <a:xfrm>
            <a:off x="3151675" y="926950"/>
            <a:ext cx="28407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314" name="Google Shape;2314;p72"/>
          <p:cNvSpPr txBox="1">
            <a:spLocks noGrp="1"/>
          </p:cNvSpPr>
          <p:nvPr>
            <p:ph type="subTitle" idx="1"/>
          </p:nvPr>
        </p:nvSpPr>
        <p:spPr>
          <a:xfrm>
            <a:off x="2231553" y="2224251"/>
            <a:ext cx="4958944" cy="13148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Questions welcome — happy to walk through datasets, approach, and methodology.</a:t>
            </a:r>
            <a:endParaRPr dirty="0"/>
          </a:p>
        </p:txBody>
      </p:sp>
      <p:sp>
        <p:nvSpPr>
          <p:cNvPr id="2318" name="Google Shape;2318;p72"/>
          <p:cNvSpPr/>
          <p:nvPr/>
        </p:nvSpPr>
        <p:spPr>
          <a:xfrm rot="-593397">
            <a:off x="4445829" y="3408144"/>
            <a:ext cx="247352" cy="203593"/>
          </a:xfrm>
          <a:custGeom>
            <a:avLst/>
            <a:gdLst/>
            <a:ahLst/>
            <a:cxnLst/>
            <a:rect l="l" t="t" r="r" b="b"/>
            <a:pathLst>
              <a:path w="8688" h="7151" extrusionOk="0">
                <a:moveTo>
                  <a:pt x="5678" y="0"/>
                </a:moveTo>
                <a:cubicBezTo>
                  <a:pt x="4639" y="0"/>
                  <a:pt x="3643" y="810"/>
                  <a:pt x="3652" y="2026"/>
                </a:cubicBezTo>
                <a:lnTo>
                  <a:pt x="3652" y="2070"/>
                </a:lnTo>
                <a:lnTo>
                  <a:pt x="3551" y="2070"/>
                </a:lnTo>
                <a:cubicBezTo>
                  <a:pt x="3219" y="2012"/>
                  <a:pt x="2887" y="1940"/>
                  <a:pt x="2570" y="1839"/>
                </a:cubicBezTo>
                <a:cubicBezTo>
                  <a:pt x="1819" y="1579"/>
                  <a:pt x="1155" y="1160"/>
                  <a:pt x="592" y="612"/>
                </a:cubicBezTo>
                <a:lnTo>
                  <a:pt x="390" y="410"/>
                </a:lnTo>
                <a:cubicBezTo>
                  <a:pt x="375" y="395"/>
                  <a:pt x="358" y="388"/>
                  <a:pt x="342" y="388"/>
                </a:cubicBezTo>
                <a:cubicBezTo>
                  <a:pt x="312" y="388"/>
                  <a:pt x="284" y="410"/>
                  <a:pt x="275" y="438"/>
                </a:cubicBezTo>
                <a:lnTo>
                  <a:pt x="202" y="727"/>
                </a:lnTo>
                <a:cubicBezTo>
                  <a:pt x="0" y="1492"/>
                  <a:pt x="318" y="2301"/>
                  <a:pt x="982" y="2734"/>
                </a:cubicBezTo>
                <a:cubicBezTo>
                  <a:pt x="852" y="2734"/>
                  <a:pt x="708" y="2719"/>
                  <a:pt x="578" y="2690"/>
                </a:cubicBezTo>
                <a:lnTo>
                  <a:pt x="332" y="2633"/>
                </a:lnTo>
                <a:cubicBezTo>
                  <a:pt x="327" y="2631"/>
                  <a:pt x="321" y="2630"/>
                  <a:pt x="315" y="2630"/>
                </a:cubicBezTo>
                <a:cubicBezTo>
                  <a:pt x="278" y="2630"/>
                  <a:pt x="246" y="2667"/>
                  <a:pt x="246" y="2705"/>
                </a:cubicBezTo>
                <a:lnTo>
                  <a:pt x="289" y="2950"/>
                </a:lnTo>
                <a:cubicBezTo>
                  <a:pt x="390" y="3513"/>
                  <a:pt x="751" y="3990"/>
                  <a:pt x="1256" y="4221"/>
                </a:cubicBezTo>
                <a:cubicBezTo>
                  <a:pt x="1314" y="4249"/>
                  <a:pt x="1299" y="4336"/>
                  <a:pt x="1242" y="4350"/>
                </a:cubicBezTo>
                <a:lnTo>
                  <a:pt x="967" y="4350"/>
                </a:lnTo>
                <a:cubicBezTo>
                  <a:pt x="910" y="4365"/>
                  <a:pt x="881" y="4408"/>
                  <a:pt x="910" y="4452"/>
                </a:cubicBezTo>
                <a:lnTo>
                  <a:pt x="1040" y="4697"/>
                </a:lnTo>
                <a:cubicBezTo>
                  <a:pt x="1314" y="5173"/>
                  <a:pt x="1790" y="5491"/>
                  <a:pt x="2324" y="5563"/>
                </a:cubicBezTo>
                <a:cubicBezTo>
                  <a:pt x="2382" y="5577"/>
                  <a:pt x="2397" y="5650"/>
                  <a:pt x="2353" y="5693"/>
                </a:cubicBezTo>
                <a:cubicBezTo>
                  <a:pt x="1891" y="6025"/>
                  <a:pt x="1357" y="6256"/>
                  <a:pt x="794" y="6357"/>
                </a:cubicBezTo>
                <a:lnTo>
                  <a:pt x="188" y="6458"/>
                </a:lnTo>
                <a:cubicBezTo>
                  <a:pt x="116" y="6472"/>
                  <a:pt x="116" y="6559"/>
                  <a:pt x="174" y="6588"/>
                </a:cubicBezTo>
                <a:lnTo>
                  <a:pt x="751" y="6804"/>
                </a:lnTo>
                <a:cubicBezTo>
                  <a:pt x="1328" y="7035"/>
                  <a:pt x="1949" y="7151"/>
                  <a:pt x="2570" y="7151"/>
                </a:cubicBezTo>
                <a:cubicBezTo>
                  <a:pt x="5385" y="7136"/>
                  <a:pt x="7680" y="4870"/>
                  <a:pt x="7694" y="2055"/>
                </a:cubicBezTo>
                <a:lnTo>
                  <a:pt x="7694" y="2026"/>
                </a:lnTo>
                <a:lnTo>
                  <a:pt x="7694" y="1983"/>
                </a:lnTo>
                <a:lnTo>
                  <a:pt x="7694" y="1969"/>
                </a:lnTo>
                <a:cubicBezTo>
                  <a:pt x="7896" y="1839"/>
                  <a:pt x="8070" y="1680"/>
                  <a:pt x="8243" y="1507"/>
                </a:cubicBezTo>
                <a:lnTo>
                  <a:pt x="8647" y="1088"/>
                </a:lnTo>
                <a:cubicBezTo>
                  <a:pt x="8687" y="1048"/>
                  <a:pt x="8653" y="971"/>
                  <a:pt x="8591" y="971"/>
                </a:cubicBezTo>
                <a:cubicBezTo>
                  <a:pt x="8586" y="971"/>
                  <a:pt x="8580" y="971"/>
                  <a:pt x="8575" y="973"/>
                </a:cubicBezTo>
                <a:lnTo>
                  <a:pt x="8012" y="1117"/>
                </a:lnTo>
                <a:lnTo>
                  <a:pt x="7824" y="1146"/>
                </a:lnTo>
                <a:cubicBezTo>
                  <a:pt x="7820" y="1147"/>
                  <a:pt x="7816" y="1147"/>
                  <a:pt x="7812" y="1147"/>
                </a:cubicBezTo>
                <a:cubicBezTo>
                  <a:pt x="7761" y="1147"/>
                  <a:pt x="7728" y="1070"/>
                  <a:pt x="7781" y="1030"/>
                </a:cubicBezTo>
                <a:cubicBezTo>
                  <a:pt x="7839" y="973"/>
                  <a:pt x="7896" y="915"/>
                  <a:pt x="7954" y="857"/>
                </a:cubicBezTo>
                <a:lnTo>
                  <a:pt x="8402" y="366"/>
                </a:lnTo>
                <a:cubicBezTo>
                  <a:pt x="8439" y="329"/>
                  <a:pt x="8401" y="259"/>
                  <a:pt x="8353" y="259"/>
                </a:cubicBezTo>
                <a:cubicBezTo>
                  <a:pt x="8346" y="259"/>
                  <a:pt x="8338" y="261"/>
                  <a:pt x="8330" y="265"/>
                </a:cubicBezTo>
                <a:lnTo>
                  <a:pt x="7709" y="467"/>
                </a:lnTo>
                <a:cubicBezTo>
                  <a:pt x="7521" y="525"/>
                  <a:pt x="7334" y="583"/>
                  <a:pt x="7131" y="612"/>
                </a:cubicBezTo>
                <a:cubicBezTo>
                  <a:pt x="7117" y="612"/>
                  <a:pt x="7088" y="597"/>
                  <a:pt x="7074" y="583"/>
                </a:cubicBezTo>
                <a:cubicBezTo>
                  <a:pt x="6667" y="180"/>
                  <a:pt x="6168" y="0"/>
                  <a:pt x="567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9" name="Google Shape;2319;p72"/>
          <p:cNvGrpSpPr/>
          <p:nvPr/>
        </p:nvGrpSpPr>
        <p:grpSpPr>
          <a:xfrm rot="-463977">
            <a:off x="3954030" y="3391845"/>
            <a:ext cx="219751" cy="219733"/>
            <a:chOff x="935197" y="1793977"/>
            <a:chExt cx="256451" cy="256430"/>
          </a:xfrm>
        </p:grpSpPr>
        <p:sp>
          <p:nvSpPr>
            <p:cNvPr id="2320" name="Google Shape;2320;p72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72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23" name="Google Shape;2323;p72"/>
          <p:cNvGrpSpPr/>
          <p:nvPr/>
        </p:nvGrpSpPr>
        <p:grpSpPr>
          <a:xfrm rot="900033">
            <a:off x="44010" y="3203453"/>
            <a:ext cx="2142336" cy="1227643"/>
            <a:chOff x="1487675" y="2080350"/>
            <a:chExt cx="872400" cy="499900"/>
          </a:xfrm>
        </p:grpSpPr>
        <p:sp>
          <p:nvSpPr>
            <p:cNvPr id="2324" name="Google Shape;2324;p72"/>
            <p:cNvSpPr/>
            <p:nvPr/>
          </p:nvSpPr>
          <p:spPr>
            <a:xfrm>
              <a:off x="1487675" y="2080350"/>
              <a:ext cx="872400" cy="499900"/>
            </a:xfrm>
            <a:custGeom>
              <a:avLst/>
              <a:gdLst/>
              <a:ahLst/>
              <a:cxnLst/>
              <a:rect l="l" t="t" r="r" b="b"/>
              <a:pathLst>
                <a:path w="34896" h="19996" extrusionOk="0">
                  <a:moveTo>
                    <a:pt x="17448" y="1"/>
                  </a:moveTo>
                  <a:cubicBezTo>
                    <a:pt x="17391" y="1"/>
                    <a:pt x="17333" y="2"/>
                    <a:pt x="17276" y="2"/>
                  </a:cubicBezTo>
                  <a:cubicBezTo>
                    <a:pt x="12553" y="12"/>
                    <a:pt x="7834" y="925"/>
                    <a:pt x="3536" y="2672"/>
                  </a:cubicBezTo>
                  <a:cubicBezTo>
                    <a:pt x="2349" y="3155"/>
                    <a:pt x="1126" y="3760"/>
                    <a:pt x="528" y="4794"/>
                  </a:cubicBezTo>
                  <a:cubicBezTo>
                    <a:pt x="0" y="5708"/>
                    <a:pt x="56" y="6794"/>
                    <a:pt x="186" y="7815"/>
                  </a:cubicBezTo>
                  <a:cubicBezTo>
                    <a:pt x="629" y="11279"/>
                    <a:pt x="1795" y="14667"/>
                    <a:pt x="3604" y="17756"/>
                  </a:cubicBezTo>
                  <a:cubicBezTo>
                    <a:pt x="4144" y="18679"/>
                    <a:pt x="4851" y="19655"/>
                    <a:pt x="5976" y="19925"/>
                  </a:cubicBezTo>
                  <a:cubicBezTo>
                    <a:pt x="6178" y="19973"/>
                    <a:pt x="6383" y="19996"/>
                    <a:pt x="6589" y="19996"/>
                  </a:cubicBezTo>
                  <a:cubicBezTo>
                    <a:pt x="7335" y="19996"/>
                    <a:pt x="8084" y="19698"/>
                    <a:pt x="8677" y="19275"/>
                  </a:cubicBezTo>
                  <a:cubicBezTo>
                    <a:pt x="9433" y="18735"/>
                    <a:pt x="9991" y="18011"/>
                    <a:pt x="10572" y="17318"/>
                  </a:cubicBezTo>
                  <a:cubicBezTo>
                    <a:pt x="11948" y="15682"/>
                    <a:pt x="13544" y="14162"/>
                    <a:pt x="15494" y="13087"/>
                  </a:cubicBezTo>
                  <a:cubicBezTo>
                    <a:pt x="15802" y="12918"/>
                    <a:pt x="16625" y="12833"/>
                    <a:pt x="17448" y="12833"/>
                  </a:cubicBezTo>
                  <a:cubicBezTo>
                    <a:pt x="18271" y="12833"/>
                    <a:pt x="19093" y="12918"/>
                    <a:pt x="19401" y="13087"/>
                  </a:cubicBezTo>
                  <a:cubicBezTo>
                    <a:pt x="21352" y="14161"/>
                    <a:pt x="22947" y="15682"/>
                    <a:pt x="24324" y="17318"/>
                  </a:cubicBezTo>
                  <a:cubicBezTo>
                    <a:pt x="24905" y="18011"/>
                    <a:pt x="25462" y="18735"/>
                    <a:pt x="26218" y="19275"/>
                  </a:cubicBezTo>
                  <a:cubicBezTo>
                    <a:pt x="26811" y="19698"/>
                    <a:pt x="27560" y="19996"/>
                    <a:pt x="28307" y="19996"/>
                  </a:cubicBezTo>
                  <a:cubicBezTo>
                    <a:pt x="28513" y="19996"/>
                    <a:pt x="28718" y="19973"/>
                    <a:pt x="28920" y="19925"/>
                  </a:cubicBezTo>
                  <a:cubicBezTo>
                    <a:pt x="30045" y="19655"/>
                    <a:pt x="30751" y="18679"/>
                    <a:pt x="31291" y="17756"/>
                  </a:cubicBezTo>
                  <a:cubicBezTo>
                    <a:pt x="33101" y="14667"/>
                    <a:pt x="34265" y="11279"/>
                    <a:pt x="34709" y="7815"/>
                  </a:cubicBezTo>
                  <a:cubicBezTo>
                    <a:pt x="34840" y="6794"/>
                    <a:pt x="34895" y="5708"/>
                    <a:pt x="34368" y="4794"/>
                  </a:cubicBezTo>
                  <a:cubicBezTo>
                    <a:pt x="33769" y="3760"/>
                    <a:pt x="32545" y="3155"/>
                    <a:pt x="31360" y="2672"/>
                  </a:cubicBezTo>
                  <a:cubicBezTo>
                    <a:pt x="27062" y="925"/>
                    <a:pt x="22343" y="12"/>
                    <a:pt x="17619" y="2"/>
                  </a:cubicBezTo>
                  <a:cubicBezTo>
                    <a:pt x="17562" y="2"/>
                    <a:pt x="17505" y="1"/>
                    <a:pt x="174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72"/>
            <p:cNvSpPr/>
            <p:nvPr/>
          </p:nvSpPr>
          <p:spPr>
            <a:xfrm>
              <a:off x="1556250" y="2145275"/>
              <a:ext cx="242825" cy="268800"/>
            </a:xfrm>
            <a:custGeom>
              <a:avLst/>
              <a:gdLst/>
              <a:ahLst/>
              <a:cxnLst/>
              <a:rect l="l" t="t" r="r" b="b"/>
              <a:pathLst>
                <a:path w="9713" h="10752" extrusionOk="0">
                  <a:moveTo>
                    <a:pt x="5888" y="0"/>
                  </a:moveTo>
                  <a:cubicBezTo>
                    <a:pt x="4495" y="0"/>
                    <a:pt x="3107" y="575"/>
                    <a:pt x="2086" y="1532"/>
                  </a:cubicBezTo>
                  <a:cubicBezTo>
                    <a:pt x="893" y="2648"/>
                    <a:pt x="197" y="4251"/>
                    <a:pt x="80" y="5881"/>
                  </a:cubicBezTo>
                  <a:cubicBezTo>
                    <a:pt x="0" y="6973"/>
                    <a:pt x="180" y="8111"/>
                    <a:pt x="752" y="9045"/>
                  </a:cubicBezTo>
                  <a:cubicBezTo>
                    <a:pt x="1323" y="9978"/>
                    <a:pt x="2319" y="10684"/>
                    <a:pt x="3414" y="10747"/>
                  </a:cubicBezTo>
                  <a:cubicBezTo>
                    <a:pt x="3470" y="10750"/>
                    <a:pt x="3526" y="10752"/>
                    <a:pt x="3582" y="10752"/>
                  </a:cubicBezTo>
                  <a:cubicBezTo>
                    <a:pt x="4517" y="10752"/>
                    <a:pt x="5414" y="10310"/>
                    <a:pt x="6172" y="9753"/>
                  </a:cubicBezTo>
                  <a:cubicBezTo>
                    <a:pt x="7861" y="8511"/>
                    <a:pt x="9070" y="6630"/>
                    <a:pt x="9495" y="4577"/>
                  </a:cubicBezTo>
                  <a:cubicBezTo>
                    <a:pt x="9698" y="3594"/>
                    <a:pt x="9713" y="2515"/>
                    <a:pt x="9211" y="1648"/>
                  </a:cubicBezTo>
                  <a:cubicBezTo>
                    <a:pt x="8679" y="733"/>
                    <a:pt x="7638" y="201"/>
                    <a:pt x="6590" y="50"/>
                  </a:cubicBezTo>
                  <a:cubicBezTo>
                    <a:pt x="6357" y="17"/>
                    <a:pt x="6123" y="0"/>
                    <a:pt x="5888" y="0"/>
                  </a:cubicBezTo>
                  <a:close/>
                </a:path>
              </a:pathLst>
            </a:custGeom>
            <a:solidFill>
              <a:srgbClr val="FDF7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2"/>
            <p:cNvSpPr/>
            <p:nvPr/>
          </p:nvSpPr>
          <p:spPr>
            <a:xfrm>
              <a:off x="2053775" y="2145275"/>
              <a:ext cx="242875" cy="268800"/>
            </a:xfrm>
            <a:custGeom>
              <a:avLst/>
              <a:gdLst/>
              <a:ahLst/>
              <a:cxnLst/>
              <a:rect l="l" t="t" r="r" b="b"/>
              <a:pathLst>
                <a:path w="9715" h="10752" extrusionOk="0">
                  <a:moveTo>
                    <a:pt x="3826" y="0"/>
                  </a:moveTo>
                  <a:cubicBezTo>
                    <a:pt x="3592" y="0"/>
                    <a:pt x="3358" y="17"/>
                    <a:pt x="3125" y="50"/>
                  </a:cubicBezTo>
                  <a:cubicBezTo>
                    <a:pt x="2077" y="201"/>
                    <a:pt x="1036" y="733"/>
                    <a:pt x="504" y="1648"/>
                  </a:cubicBezTo>
                  <a:cubicBezTo>
                    <a:pt x="1" y="2515"/>
                    <a:pt x="15" y="3594"/>
                    <a:pt x="218" y="4577"/>
                  </a:cubicBezTo>
                  <a:cubicBezTo>
                    <a:pt x="646" y="6630"/>
                    <a:pt x="1853" y="8511"/>
                    <a:pt x="3543" y="9753"/>
                  </a:cubicBezTo>
                  <a:cubicBezTo>
                    <a:pt x="4301" y="10310"/>
                    <a:pt x="5197" y="10752"/>
                    <a:pt x="6132" y="10752"/>
                  </a:cubicBezTo>
                  <a:cubicBezTo>
                    <a:pt x="6188" y="10752"/>
                    <a:pt x="6244" y="10750"/>
                    <a:pt x="6300" y="10747"/>
                  </a:cubicBezTo>
                  <a:cubicBezTo>
                    <a:pt x="7394" y="10684"/>
                    <a:pt x="8392" y="9978"/>
                    <a:pt x="8962" y="9045"/>
                  </a:cubicBezTo>
                  <a:cubicBezTo>
                    <a:pt x="9534" y="8111"/>
                    <a:pt x="9715" y="6973"/>
                    <a:pt x="9635" y="5881"/>
                  </a:cubicBezTo>
                  <a:cubicBezTo>
                    <a:pt x="9516" y="4251"/>
                    <a:pt x="8821" y="2648"/>
                    <a:pt x="7628" y="1532"/>
                  </a:cubicBezTo>
                  <a:cubicBezTo>
                    <a:pt x="6607" y="575"/>
                    <a:pt x="5219" y="0"/>
                    <a:pt x="3826" y="0"/>
                  </a:cubicBezTo>
                  <a:close/>
                </a:path>
              </a:pathLst>
            </a:custGeom>
            <a:solidFill>
              <a:srgbClr val="FDF7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2"/>
            <p:cNvSpPr/>
            <p:nvPr/>
          </p:nvSpPr>
          <p:spPr>
            <a:xfrm>
              <a:off x="1638675" y="2172675"/>
              <a:ext cx="64000" cy="62200"/>
            </a:xfrm>
            <a:custGeom>
              <a:avLst/>
              <a:gdLst/>
              <a:ahLst/>
              <a:cxnLst/>
              <a:rect l="l" t="t" r="r" b="b"/>
              <a:pathLst>
                <a:path w="2560" h="2488" extrusionOk="0">
                  <a:moveTo>
                    <a:pt x="1281" y="1"/>
                  </a:moveTo>
                  <a:cubicBezTo>
                    <a:pt x="574" y="1"/>
                    <a:pt x="1" y="557"/>
                    <a:pt x="1" y="1244"/>
                  </a:cubicBezTo>
                  <a:cubicBezTo>
                    <a:pt x="1" y="1932"/>
                    <a:pt x="574" y="2488"/>
                    <a:pt x="1281" y="2488"/>
                  </a:cubicBezTo>
                  <a:cubicBezTo>
                    <a:pt x="1988" y="2488"/>
                    <a:pt x="2559" y="1932"/>
                    <a:pt x="2559" y="1244"/>
                  </a:cubicBezTo>
                  <a:cubicBezTo>
                    <a:pt x="2559" y="557"/>
                    <a:pt x="1988" y="1"/>
                    <a:pt x="1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72"/>
            <p:cNvSpPr/>
            <p:nvPr/>
          </p:nvSpPr>
          <p:spPr>
            <a:xfrm>
              <a:off x="1638725" y="2278250"/>
              <a:ext cx="63950" cy="62250"/>
            </a:xfrm>
            <a:custGeom>
              <a:avLst/>
              <a:gdLst/>
              <a:ahLst/>
              <a:cxnLst/>
              <a:rect l="l" t="t" r="r" b="b"/>
              <a:pathLst>
                <a:path w="2558" h="2490" extrusionOk="0">
                  <a:moveTo>
                    <a:pt x="1279" y="1"/>
                  </a:moveTo>
                  <a:cubicBezTo>
                    <a:pt x="572" y="1"/>
                    <a:pt x="0" y="558"/>
                    <a:pt x="0" y="1245"/>
                  </a:cubicBezTo>
                  <a:cubicBezTo>
                    <a:pt x="0" y="1932"/>
                    <a:pt x="572" y="2490"/>
                    <a:pt x="1279" y="2490"/>
                  </a:cubicBezTo>
                  <a:cubicBezTo>
                    <a:pt x="1986" y="2490"/>
                    <a:pt x="2557" y="1932"/>
                    <a:pt x="2557" y="1245"/>
                  </a:cubicBezTo>
                  <a:cubicBezTo>
                    <a:pt x="2557" y="558"/>
                    <a:pt x="1986" y="1"/>
                    <a:pt x="1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72"/>
            <p:cNvSpPr/>
            <p:nvPr/>
          </p:nvSpPr>
          <p:spPr>
            <a:xfrm>
              <a:off x="1586775" y="2224575"/>
              <a:ext cx="62250" cy="64000"/>
            </a:xfrm>
            <a:custGeom>
              <a:avLst/>
              <a:gdLst/>
              <a:ahLst/>
              <a:cxnLst/>
              <a:rect l="l" t="t" r="r" b="b"/>
              <a:pathLst>
                <a:path w="2490" h="2560" extrusionOk="0">
                  <a:moveTo>
                    <a:pt x="1244" y="1"/>
                  </a:moveTo>
                  <a:cubicBezTo>
                    <a:pt x="558" y="1"/>
                    <a:pt x="1" y="574"/>
                    <a:pt x="1" y="1281"/>
                  </a:cubicBezTo>
                  <a:cubicBezTo>
                    <a:pt x="1" y="1986"/>
                    <a:pt x="558" y="2559"/>
                    <a:pt x="1244" y="2559"/>
                  </a:cubicBezTo>
                  <a:cubicBezTo>
                    <a:pt x="1932" y="2559"/>
                    <a:pt x="2490" y="1988"/>
                    <a:pt x="2490" y="1281"/>
                  </a:cubicBezTo>
                  <a:cubicBezTo>
                    <a:pt x="2490" y="574"/>
                    <a:pt x="1932" y="1"/>
                    <a:pt x="1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72"/>
            <p:cNvSpPr/>
            <p:nvPr/>
          </p:nvSpPr>
          <p:spPr>
            <a:xfrm>
              <a:off x="1692375" y="2224575"/>
              <a:ext cx="62225" cy="64000"/>
            </a:xfrm>
            <a:custGeom>
              <a:avLst/>
              <a:gdLst/>
              <a:ahLst/>
              <a:cxnLst/>
              <a:rect l="l" t="t" r="r" b="b"/>
              <a:pathLst>
                <a:path w="2489" h="2560" extrusionOk="0">
                  <a:moveTo>
                    <a:pt x="1245" y="1"/>
                  </a:moveTo>
                  <a:cubicBezTo>
                    <a:pt x="558" y="1"/>
                    <a:pt x="0" y="574"/>
                    <a:pt x="0" y="1281"/>
                  </a:cubicBezTo>
                  <a:cubicBezTo>
                    <a:pt x="0" y="1986"/>
                    <a:pt x="558" y="2559"/>
                    <a:pt x="1245" y="2559"/>
                  </a:cubicBezTo>
                  <a:cubicBezTo>
                    <a:pt x="1931" y="2559"/>
                    <a:pt x="2489" y="1988"/>
                    <a:pt x="2489" y="1281"/>
                  </a:cubicBezTo>
                  <a:cubicBezTo>
                    <a:pt x="2489" y="574"/>
                    <a:pt x="1931" y="1"/>
                    <a:pt x="1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72"/>
            <p:cNvSpPr/>
            <p:nvPr/>
          </p:nvSpPr>
          <p:spPr>
            <a:xfrm>
              <a:off x="2147325" y="2172675"/>
              <a:ext cx="64000" cy="62200"/>
            </a:xfrm>
            <a:custGeom>
              <a:avLst/>
              <a:gdLst/>
              <a:ahLst/>
              <a:cxnLst/>
              <a:rect l="l" t="t" r="r" b="b"/>
              <a:pathLst>
                <a:path w="2560" h="2488" extrusionOk="0">
                  <a:moveTo>
                    <a:pt x="1281" y="1"/>
                  </a:moveTo>
                  <a:cubicBezTo>
                    <a:pt x="574" y="1"/>
                    <a:pt x="1" y="557"/>
                    <a:pt x="1" y="1244"/>
                  </a:cubicBezTo>
                  <a:cubicBezTo>
                    <a:pt x="1" y="1932"/>
                    <a:pt x="574" y="2488"/>
                    <a:pt x="1281" y="2488"/>
                  </a:cubicBezTo>
                  <a:cubicBezTo>
                    <a:pt x="1988" y="2488"/>
                    <a:pt x="2560" y="1932"/>
                    <a:pt x="2560" y="1244"/>
                  </a:cubicBezTo>
                  <a:cubicBezTo>
                    <a:pt x="2560" y="557"/>
                    <a:pt x="1988" y="1"/>
                    <a:pt x="1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72"/>
            <p:cNvSpPr/>
            <p:nvPr/>
          </p:nvSpPr>
          <p:spPr>
            <a:xfrm>
              <a:off x="2147325" y="2278250"/>
              <a:ext cx="64000" cy="62250"/>
            </a:xfrm>
            <a:custGeom>
              <a:avLst/>
              <a:gdLst/>
              <a:ahLst/>
              <a:cxnLst/>
              <a:rect l="l" t="t" r="r" b="b"/>
              <a:pathLst>
                <a:path w="2560" h="2490" extrusionOk="0">
                  <a:moveTo>
                    <a:pt x="1281" y="1"/>
                  </a:moveTo>
                  <a:cubicBezTo>
                    <a:pt x="574" y="1"/>
                    <a:pt x="1" y="558"/>
                    <a:pt x="1" y="1245"/>
                  </a:cubicBezTo>
                  <a:cubicBezTo>
                    <a:pt x="1" y="1932"/>
                    <a:pt x="574" y="2490"/>
                    <a:pt x="1281" y="2490"/>
                  </a:cubicBezTo>
                  <a:cubicBezTo>
                    <a:pt x="1988" y="2490"/>
                    <a:pt x="2560" y="1932"/>
                    <a:pt x="2560" y="1245"/>
                  </a:cubicBezTo>
                  <a:cubicBezTo>
                    <a:pt x="2560" y="558"/>
                    <a:pt x="1988" y="1"/>
                    <a:pt x="12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72"/>
            <p:cNvSpPr/>
            <p:nvPr/>
          </p:nvSpPr>
          <p:spPr>
            <a:xfrm>
              <a:off x="2095425" y="2224575"/>
              <a:ext cx="62250" cy="64000"/>
            </a:xfrm>
            <a:custGeom>
              <a:avLst/>
              <a:gdLst/>
              <a:ahLst/>
              <a:cxnLst/>
              <a:rect l="l" t="t" r="r" b="b"/>
              <a:pathLst>
                <a:path w="2490" h="2560" extrusionOk="0">
                  <a:moveTo>
                    <a:pt x="1245" y="1"/>
                  </a:moveTo>
                  <a:cubicBezTo>
                    <a:pt x="558" y="1"/>
                    <a:pt x="1" y="576"/>
                    <a:pt x="1" y="1281"/>
                  </a:cubicBezTo>
                  <a:cubicBezTo>
                    <a:pt x="1" y="1986"/>
                    <a:pt x="557" y="2559"/>
                    <a:pt x="1245" y="2559"/>
                  </a:cubicBezTo>
                  <a:cubicBezTo>
                    <a:pt x="1934" y="2559"/>
                    <a:pt x="2490" y="1988"/>
                    <a:pt x="2490" y="1281"/>
                  </a:cubicBezTo>
                  <a:cubicBezTo>
                    <a:pt x="2490" y="574"/>
                    <a:pt x="1932" y="1"/>
                    <a:pt x="1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72"/>
            <p:cNvSpPr/>
            <p:nvPr/>
          </p:nvSpPr>
          <p:spPr>
            <a:xfrm>
              <a:off x="2201025" y="2224575"/>
              <a:ext cx="62250" cy="64000"/>
            </a:xfrm>
            <a:custGeom>
              <a:avLst/>
              <a:gdLst/>
              <a:ahLst/>
              <a:cxnLst/>
              <a:rect l="l" t="t" r="r" b="b"/>
              <a:pathLst>
                <a:path w="2490" h="2560" extrusionOk="0">
                  <a:moveTo>
                    <a:pt x="1244" y="1"/>
                  </a:moveTo>
                  <a:cubicBezTo>
                    <a:pt x="558" y="1"/>
                    <a:pt x="0" y="574"/>
                    <a:pt x="0" y="1281"/>
                  </a:cubicBezTo>
                  <a:cubicBezTo>
                    <a:pt x="0" y="1986"/>
                    <a:pt x="558" y="2559"/>
                    <a:pt x="1244" y="2559"/>
                  </a:cubicBezTo>
                  <a:cubicBezTo>
                    <a:pt x="1932" y="2559"/>
                    <a:pt x="2489" y="1988"/>
                    <a:pt x="2489" y="1281"/>
                  </a:cubicBezTo>
                  <a:cubicBezTo>
                    <a:pt x="2489" y="574"/>
                    <a:pt x="1932" y="1"/>
                    <a:pt x="12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72"/>
            <p:cNvSpPr/>
            <p:nvPr/>
          </p:nvSpPr>
          <p:spPr>
            <a:xfrm>
              <a:off x="1792500" y="2294975"/>
              <a:ext cx="79400" cy="69600"/>
            </a:xfrm>
            <a:custGeom>
              <a:avLst/>
              <a:gdLst/>
              <a:ahLst/>
              <a:cxnLst/>
              <a:rect l="l" t="t" r="r" b="b"/>
              <a:pathLst>
                <a:path w="3176" h="2784" extrusionOk="0">
                  <a:moveTo>
                    <a:pt x="2034" y="1"/>
                  </a:moveTo>
                  <a:cubicBezTo>
                    <a:pt x="1258" y="1"/>
                    <a:pt x="535" y="548"/>
                    <a:pt x="220" y="1260"/>
                  </a:cubicBezTo>
                  <a:cubicBezTo>
                    <a:pt x="20" y="1711"/>
                    <a:pt x="1" y="2318"/>
                    <a:pt x="390" y="2620"/>
                  </a:cubicBezTo>
                  <a:cubicBezTo>
                    <a:pt x="542" y="2736"/>
                    <a:pt x="724" y="2783"/>
                    <a:pt x="913" y="2783"/>
                  </a:cubicBezTo>
                  <a:cubicBezTo>
                    <a:pt x="1152" y="2783"/>
                    <a:pt x="1404" y="2708"/>
                    <a:pt x="1621" y="2604"/>
                  </a:cubicBezTo>
                  <a:cubicBezTo>
                    <a:pt x="2085" y="2378"/>
                    <a:pt x="2485" y="2042"/>
                    <a:pt x="2785" y="1624"/>
                  </a:cubicBezTo>
                  <a:cubicBezTo>
                    <a:pt x="3009" y="1311"/>
                    <a:pt x="3176" y="903"/>
                    <a:pt x="3030" y="545"/>
                  </a:cubicBezTo>
                  <a:cubicBezTo>
                    <a:pt x="2887" y="194"/>
                    <a:pt x="2478" y="18"/>
                    <a:pt x="2099" y="2"/>
                  </a:cubicBezTo>
                  <a:cubicBezTo>
                    <a:pt x="2077" y="1"/>
                    <a:pt x="2055" y="1"/>
                    <a:pt x="2034" y="1"/>
                  </a:cubicBezTo>
                  <a:close/>
                </a:path>
              </a:pathLst>
            </a:custGeom>
            <a:solidFill>
              <a:srgbClr val="FDF7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72"/>
            <p:cNvSpPr/>
            <p:nvPr/>
          </p:nvSpPr>
          <p:spPr>
            <a:xfrm>
              <a:off x="1980175" y="2294975"/>
              <a:ext cx="79400" cy="69600"/>
            </a:xfrm>
            <a:custGeom>
              <a:avLst/>
              <a:gdLst/>
              <a:ahLst/>
              <a:cxnLst/>
              <a:rect l="l" t="t" r="r" b="b"/>
              <a:pathLst>
                <a:path w="3176" h="2784" extrusionOk="0">
                  <a:moveTo>
                    <a:pt x="1142" y="1"/>
                  </a:moveTo>
                  <a:cubicBezTo>
                    <a:pt x="1120" y="1"/>
                    <a:pt x="1099" y="1"/>
                    <a:pt x="1077" y="2"/>
                  </a:cubicBezTo>
                  <a:cubicBezTo>
                    <a:pt x="697" y="18"/>
                    <a:pt x="291" y="194"/>
                    <a:pt x="146" y="545"/>
                  </a:cubicBezTo>
                  <a:cubicBezTo>
                    <a:pt x="0" y="903"/>
                    <a:pt x="167" y="1311"/>
                    <a:pt x="391" y="1624"/>
                  </a:cubicBezTo>
                  <a:cubicBezTo>
                    <a:pt x="691" y="2042"/>
                    <a:pt x="1091" y="2378"/>
                    <a:pt x="1553" y="2604"/>
                  </a:cubicBezTo>
                  <a:cubicBezTo>
                    <a:pt x="1771" y="2708"/>
                    <a:pt x="2023" y="2783"/>
                    <a:pt x="2262" y="2783"/>
                  </a:cubicBezTo>
                  <a:cubicBezTo>
                    <a:pt x="2452" y="2783"/>
                    <a:pt x="2633" y="2736"/>
                    <a:pt x="2784" y="2620"/>
                  </a:cubicBezTo>
                  <a:cubicBezTo>
                    <a:pt x="3175" y="2318"/>
                    <a:pt x="3156" y="1711"/>
                    <a:pt x="2956" y="1260"/>
                  </a:cubicBezTo>
                  <a:cubicBezTo>
                    <a:pt x="2641" y="548"/>
                    <a:pt x="1918" y="1"/>
                    <a:pt x="1142" y="1"/>
                  </a:cubicBezTo>
                  <a:close/>
                </a:path>
              </a:pathLst>
            </a:custGeom>
            <a:solidFill>
              <a:srgbClr val="FDF7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72"/>
            <p:cNvSpPr/>
            <p:nvPr/>
          </p:nvSpPr>
          <p:spPr>
            <a:xfrm>
              <a:off x="1824025" y="2129725"/>
              <a:ext cx="209450" cy="81525"/>
            </a:xfrm>
            <a:custGeom>
              <a:avLst/>
              <a:gdLst/>
              <a:ahLst/>
              <a:cxnLst/>
              <a:rect l="l" t="t" r="r" b="b"/>
              <a:pathLst>
                <a:path w="8378" h="3261" extrusionOk="0">
                  <a:moveTo>
                    <a:pt x="1630" y="0"/>
                  </a:moveTo>
                  <a:cubicBezTo>
                    <a:pt x="730" y="0"/>
                    <a:pt x="1" y="731"/>
                    <a:pt x="1" y="1631"/>
                  </a:cubicBezTo>
                  <a:cubicBezTo>
                    <a:pt x="1" y="2530"/>
                    <a:pt x="730" y="3261"/>
                    <a:pt x="1630" y="3261"/>
                  </a:cubicBezTo>
                  <a:lnTo>
                    <a:pt x="6748" y="3261"/>
                  </a:lnTo>
                  <a:cubicBezTo>
                    <a:pt x="7647" y="3261"/>
                    <a:pt x="8378" y="2530"/>
                    <a:pt x="8378" y="1631"/>
                  </a:cubicBezTo>
                  <a:cubicBezTo>
                    <a:pt x="8378" y="731"/>
                    <a:pt x="7647" y="0"/>
                    <a:pt x="6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38" name="Google Shape;2338;p72"/>
          <p:cNvGrpSpPr/>
          <p:nvPr/>
        </p:nvGrpSpPr>
        <p:grpSpPr>
          <a:xfrm rot="1332485">
            <a:off x="7180812" y="313490"/>
            <a:ext cx="1540503" cy="2088519"/>
            <a:chOff x="350950" y="4009175"/>
            <a:chExt cx="898975" cy="1218775"/>
          </a:xfrm>
        </p:grpSpPr>
        <p:sp>
          <p:nvSpPr>
            <p:cNvPr id="2339" name="Google Shape;2339;p72"/>
            <p:cNvSpPr/>
            <p:nvPr/>
          </p:nvSpPr>
          <p:spPr>
            <a:xfrm>
              <a:off x="602400" y="5095025"/>
              <a:ext cx="572750" cy="132925"/>
            </a:xfrm>
            <a:custGeom>
              <a:avLst/>
              <a:gdLst/>
              <a:ahLst/>
              <a:cxnLst/>
              <a:rect l="l" t="t" r="r" b="b"/>
              <a:pathLst>
                <a:path w="22910" h="5317" extrusionOk="0">
                  <a:moveTo>
                    <a:pt x="1873" y="1"/>
                  </a:moveTo>
                  <a:lnTo>
                    <a:pt x="0" y="577"/>
                  </a:lnTo>
                  <a:cubicBezTo>
                    <a:pt x="3183" y="2639"/>
                    <a:pt x="6695" y="4262"/>
                    <a:pt x="10423" y="4956"/>
                  </a:cubicBezTo>
                  <a:cubicBezTo>
                    <a:pt x="11688" y="5192"/>
                    <a:pt x="12980" y="5316"/>
                    <a:pt x="14270" y="5316"/>
                  </a:cubicBezTo>
                  <a:cubicBezTo>
                    <a:pt x="16780" y="5316"/>
                    <a:pt x="19281" y="4846"/>
                    <a:pt x="21563" y="3813"/>
                  </a:cubicBezTo>
                  <a:cubicBezTo>
                    <a:pt x="22197" y="3525"/>
                    <a:pt x="22910" y="3023"/>
                    <a:pt x="22827" y="2332"/>
                  </a:cubicBezTo>
                  <a:cubicBezTo>
                    <a:pt x="22751" y="1700"/>
                    <a:pt x="22062" y="1365"/>
                    <a:pt x="21466" y="1143"/>
                  </a:cubicBezTo>
                  <a:cubicBezTo>
                    <a:pt x="21091" y="1003"/>
                    <a:pt x="20694" y="863"/>
                    <a:pt x="20301" y="863"/>
                  </a:cubicBezTo>
                  <a:cubicBezTo>
                    <a:pt x="20179" y="863"/>
                    <a:pt x="20058" y="876"/>
                    <a:pt x="19938" y="908"/>
                  </a:cubicBezTo>
                  <a:cubicBezTo>
                    <a:pt x="19431" y="1041"/>
                    <a:pt x="19020" y="1643"/>
                    <a:pt x="19281" y="2097"/>
                  </a:cubicBezTo>
                  <a:cubicBezTo>
                    <a:pt x="19438" y="2372"/>
                    <a:pt x="19794" y="2529"/>
                    <a:pt x="19849" y="2841"/>
                  </a:cubicBezTo>
                  <a:cubicBezTo>
                    <a:pt x="19919" y="3225"/>
                    <a:pt x="19490" y="3498"/>
                    <a:pt x="19125" y="3641"/>
                  </a:cubicBezTo>
                  <a:cubicBezTo>
                    <a:pt x="17317" y="4346"/>
                    <a:pt x="15385" y="4686"/>
                    <a:pt x="13448" y="4686"/>
                  </a:cubicBezTo>
                  <a:cubicBezTo>
                    <a:pt x="9180" y="4686"/>
                    <a:pt x="4892" y="3034"/>
                    <a:pt x="1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72"/>
            <p:cNvSpPr/>
            <p:nvPr/>
          </p:nvSpPr>
          <p:spPr>
            <a:xfrm>
              <a:off x="405000" y="4640800"/>
              <a:ext cx="441575" cy="521200"/>
            </a:xfrm>
            <a:custGeom>
              <a:avLst/>
              <a:gdLst/>
              <a:ahLst/>
              <a:cxnLst/>
              <a:rect l="l" t="t" r="r" b="b"/>
              <a:pathLst>
                <a:path w="17663" h="20848" extrusionOk="0">
                  <a:moveTo>
                    <a:pt x="5018" y="0"/>
                  </a:moveTo>
                  <a:cubicBezTo>
                    <a:pt x="4530" y="0"/>
                    <a:pt x="4051" y="71"/>
                    <a:pt x="3598" y="257"/>
                  </a:cubicBezTo>
                  <a:cubicBezTo>
                    <a:pt x="2181" y="838"/>
                    <a:pt x="1422" y="2376"/>
                    <a:pt x="979" y="3842"/>
                  </a:cubicBezTo>
                  <a:cubicBezTo>
                    <a:pt x="174" y="6505"/>
                    <a:pt x="1" y="9325"/>
                    <a:pt x="98" y="12106"/>
                  </a:cubicBezTo>
                  <a:cubicBezTo>
                    <a:pt x="161" y="13954"/>
                    <a:pt x="363" y="15867"/>
                    <a:pt x="1289" y="17468"/>
                  </a:cubicBezTo>
                  <a:cubicBezTo>
                    <a:pt x="2258" y="19145"/>
                    <a:pt x="3995" y="20341"/>
                    <a:pt x="5895" y="20716"/>
                  </a:cubicBezTo>
                  <a:cubicBezTo>
                    <a:pt x="6346" y="20804"/>
                    <a:pt x="6804" y="20847"/>
                    <a:pt x="7263" y="20847"/>
                  </a:cubicBezTo>
                  <a:cubicBezTo>
                    <a:pt x="8737" y="20847"/>
                    <a:pt x="10214" y="20402"/>
                    <a:pt x="11451" y="19593"/>
                  </a:cubicBezTo>
                  <a:cubicBezTo>
                    <a:pt x="13180" y="18462"/>
                    <a:pt x="14395" y="16704"/>
                    <a:pt x="15437" y="14919"/>
                  </a:cubicBezTo>
                  <a:cubicBezTo>
                    <a:pt x="16227" y="13565"/>
                    <a:pt x="16951" y="12153"/>
                    <a:pt x="17307" y="10629"/>
                  </a:cubicBezTo>
                  <a:cubicBezTo>
                    <a:pt x="17663" y="9104"/>
                    <a:pt x="17626" y="7444"/>
                    <a:pt x="16943" y="6035"/>
                  </a:cubicBezTo>
                  <a:cubicBezTo>
                    <a:pt x="16079" y="4256"/>
                    <a:pt x="14318" y="3094"/>
                    <a:pt x="12539" y="2228"/>
                  </a:cubicBezTo>
                  <a:cubicBezTo>
                    <a:pt x="10719" y="1342"/>
                    <a:pt x="8801" y="675"/>
                    <a:pt x="6824" y="238"/>
                  </a:cubicBezTo>
                  <a:cubicBezTo>
                    <a:pt x="6234" y="108"/>
                    <a:pt x="5620" y="0"/>
                    <a:pt x="5018" y="0"/>
                  </a:cubicBezTo>
                  <a:close/>
                </a:path>
              </a:pathLst>
            </a:custGeom>
            <a:solidFill>
              <a:srgbClr val="02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72"/>
            <p:cNvSpPr/>
            <p:nvPr/>
          </p:nvSpPr>
          <p:spPr>
            <a:xfrm>
              <a:off x="614250" y="4542025"/>
              <a:ext cx="156650" cy="177875"/>
            </a:xfrm>
            <a:custGeom>
              <a:avLst/>
              <a:gdLst/>
              <a:ahLst/>
              <a:cxnLst/>
              <a:rect l="l" t="t" r="r" b="b"/>
              <a:pathLst>
                <a:path w="6266" h="7115" extrusionOk="0">
                  <a:moveTo>
                    <a:pt x="2069" y="1"/>
                  </a:moveTo>
                  <a:lnTo>
                    <a:pt x="1" y="4883"/>
                  </a:lnTo>
                  <a:lnTo>
                    <a:pt x="4693" y="7115"/>
                  </a:lnTo>
                  <a:cubicBezTo>
                    <a:pt x="5217" y="5183"/>
                    <a:pt x="5741" y="3252"/>
                    <a:pt x="6265" y="1320"/>
                  </a:cubicBezTo>
                  <a:cubicBezTo>
                    <a:pt x="4825" y="1028"/>
                    <a:pt x="3417" y="587"/>
                    <a:pt x="2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72"/>
            <p:cNvSpPr/>
            <p:nvPr/>
          </p:nvSpPr>
          <p:spPr>
            <a:xfrm>
              <a:off x="350950" y="4635900"/>
              <a:ext cx="461050" cy="544175"/>
            </a:xfrm>
            <a:custGeom>
              <a:avLst/>
              <a:gdLst/>
              <a:ahLst/>
              <a:cxnLst/>
              <a:rect l="l" t="t" r="r" b="b"/>
              <a:pathLst>
                <a:path w="18442" h="21767" extrusionOk="0">
                  <a:moveTo>
                    <a:pt x="5242" y="1"/>
                  </a:moveTo>
                  <a:cubicBezTo>
                    <a:pt x="4731" y="1"/>
                    <a:pt x="4229" y="74"/>
                    <a:pt x="3756" y="269"/>
                  </a:cubicBezTo>
                  <a:cubicBezTo>
                    <a:pt x="2277" y="874"/>
                    <a:pt x="1486" y="2480"/>
                    <a:pt x="1022" y="4011"/>
                  </a:cubicBezTo>
                  <a:cubicBezTo>
                    <a:pt x="182" y="6792"/>
                    <a:pt x="1" y="9735"/>
                    <a:pt x="101" y="12640"/>
                  </a:cubicBezTo>
                  <a:cubicBezTo>
                    <a:pt x="168" y="14570"/>
                    <a:pt x="379" y="16566"/>
                    <a:pt x="1345" y="18239"/>
                  </a:cubicBezTo>
                  <a:cubicBezTo>
                    <a:pt x="2356" y="19991"/>
                    <a:pt x="4170" y="21239"/>
                    <a:pt x="6154" y="21628"/>
                  </a:cubicBezTo>
                  <a:cubicBezTo>
                    <a:pt x="6626" y="21721"/>
                    <a:pt x="7105" y="21766"/>
                    <a:pt x="7585" y="21766"/>
                  </a:cubicBezTo>
                  <a:cubicBezTo>
                    <a:pt x="9124" y="21766"/>
                    <a:pt x="10665" y="21302"/>
                    <a:pt x="11955" y="20458"/>
                  </a:cubicBezTo>
                  <a:cubicBezTo>
                    <a:pt x="13762" y="19276"/>
                    <a:pt x="15031" y="17440"/>
                    <a:pt x="16119" y="15575"/>
                  </a:cubicBezTo>
                  <a:cubicBezTo>
                    <a:pt x="16942" y="14163"/>
                    <a:pt x="17698" y="12688"/>
                    <a:pt x="18069" y="11096"/>
                  </a:cubicBezTo>
                  <a:cubicBezTo>
                    <a:pt x="18441" y="9505"/>
                    <a:pt x="18403" y="7772"/>
                    <a:pt x="17690" y="6301"/>
                  </a:cubicBezTo>
                  <a:cubicBezTo>
                    <a:pt x="16788" y="4444"/>
                    <a:pt x="14950" y="3229"/>
                    <a:pt x="13092" y="2326"/>
                  </a:cubicBezTo>
                  <a:cubicBezTo>
                    <a:pt x="11192" y="1401"/>
                    <a:pt x="9189" y="704"/>
                    <a:pt x="7124" y="248"/>
                  </a:cubicBezTo>
                  <a:cubicBezTo>
                    <a:pt x="6510" y="112"/>
                    <a:pt x="5870" y="1"/>
                    <a:pt x="52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72"/>
            <p:cNvSpPr/>
            <p:nvPr/>
          </p:nvSpPr>
          <p:spPr>
            <a:xfrm>
              <a:off x="869700" y="4541800"/>
              <a:ext cx="380225" cy="439875"/>
            </a:xfrm>
            <a:custGeom>
              <a:avLst/>
              <a:gdLst/>
              <a:ahLst/>
              <a:cxnLst/>
              <a:rect l="l" t="t" r="r" b="b"/>
              <a:pathLst>
                <a:path w="15209" h="17595" extrusionOk="0">
                  <a:moveTo>
                    <a:pt x="5091" y="1"/>
                  </a:moveTo>
                  <a:cubicBezTo>
                    <a:pt x="4846" y="1"/>
                    <a:pt x="4603" y="28"/>
                    <a:pt x="4364" y="92"/>
                  </a:cubicBezTo>
                  <a:cubicBezTo>
                    <a:pt x="3128" y="421"/>
                    <a:pt x="2334" y="1614"/>
                    <a:pt x="1808" y="2780"/>
                  </a:cubicBezTo>
                  <a:cubicBezTo>
                    <a:pt x="853" y="4900"/>
                    <a:pt x="406" y="7216"/>
                    <a:pt x="186" y="9530"/>
                  </a:cubicBezTo>
                  <a:cubicBezTo>
                    <a:pt x="40" y="11069"/>
                    <a:pt x="1" y="12673"/>
                    <a:pt x="595" y="14099"/>
                  </a:cubicBezTo>
                  <a:cubicBezTo>
                    <a:pt x="1217" y="15594"/>
                    <a:pt x="2528" y="16771"/>
                    <a:pt x="4060" y="17285"/>
                  </a:cubicBezTo>
                  <a:cubicBezTo>
                    <a:pt x="4680" y="17493"/>
                    <a:pt x="5332" y="17594"/>
                    <a:pt x="5985" y="17594"/>
                  </a:cubicBezTo>
                  <a:cubicBezTo>
                    <a:pt x="6949" y="17594"/>
                    <a:pt x="7915" y="17375"/>
                    <a:pt x="8784" y="16955"/>
                  </a:cubicBezTo>
                  <a:cubicBezTo>
                    <a:pt x="10339" y="16204"/>
                    <a:pt x="11535" y="14879"/>
                    <a:pt x="12591" y="13512"/>
                  </a:cubicBezTo>
                  <a:cubicBezTo>
                    <a:pt x="13390" y="12478"/>
                    <a:pt x="14141" y="11385"/>
                    <a:pt x="14600" y="10159"/>
                  </a:cubicBezTo>
                  <a:cubicBezTo>
                    <a:pt x="15059" y="8934"/>
                    <a:pt x="15209" y="7557"/>
                    <a:pt x="14794" y="6317"/>
                  </a:cubicBezTo>
                  <a:cubicBezTo>
                    <a:pt x="14270" y="4749"/>
                    <a:pt x="12936" y="3596"/>
                    <a:pt x="11557" y="2689"/>
                  </a:cubicBezTo>
                  <a:cubicBezTo>
                    <a:pt x="10145" y="1758"/>
                    <a:pt x="8628" y="999"/>
                    <a:pt x="7038" y="424"/>
                  </a:cubicBezTo>
                  <a:cubicBezTo>
                    <a:pt x="6413" y="198"/>
                    <a:pt x="5747" y="1"/>
                    <a:pt x="50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72"/>
            <p:cNvSpPr/>
            <p:nvPr/>
          </p:nvSpPr>
          <p:spPr>
            <a:xfrm>
              <a:off x="865450" y="4574225"/>
              <a:ext cx="327375" cy="389400"/>
            </a:xfrm>
            <a:custGeom>
              <a:avLst/>
              <a:gdLst/>
              <a:ahLst/>
              <a:cxnLst/>
              <a:rect l="l" t="t" r="r" b="b"/>
              <a:pathLst>
                <a:path w="13095" h="15576" extrusionOk="0">
                  <a:moveTo>
                    <a:pt x="3755" y="1"/>
                  </a:moveTo>
                  <a:cubicBezTo>
                    <a:pt x="3692" y="1"/>
                    <a:pt x="3628" y="4"/>
                    <a:pt x="3565" y="12"/>
                  </a:cubicBezTo>
                  <a:cubicBezTo>
                    <a:pt x="2485" y="140"/>
                    <a:pt x="1878" y="1290"/>
                    <a:pt x="1490" y="2305"/>
                  </a:cubicBezTo>
                  <a:cubicBezTo>
                    <a:pt x="812" y="4078"/>
                    <a:pt x="231" y="5911"/>
                    <a:pt x="115" y="7804"/>
                  </a:cubicBezTo>
                  <a:cubicBezTo>
                    <a:pt x="1" y="9697"/>
                    <a:pt x="387" y="11670"/>
                    <a:pt x="1495" y="13209"/>
                  </a:cubicBezTo>
                  <a:cubicBezTo>
                    <a:pt x="2502" y="14603"/>
                    <a:pt x="4161" y="15575"/>
                    <a:pt x="5864" y="15575"/>
                  </a:cubicBezTo>
                  <a:cubicBezTo>
                    <a:pt x="6039" y="15575"/>
                    <a:pt x="6215" y="15565"/>
                    <a:pt x="6390" y="15544"/>
                  </a:cubicBezTo>
                  <a:cubicBezTo>
                    <a:pt x="8458" y="15293"/>
                    <a:pt x="10091" y="13666"/>
                    <a:pt x="11265" y="11945"/>
                  </a:cubicBezTo>
                  <a:cubicBezTo>
                    <a:pt x="11959" y="10925"/>
                    <a:pt x="12564" y="9818"/>
                    <a:pt x="12829" y="8612"/>
                  </a:cubicBezTo>
                  <a:cubicBezTo>
                    <a:pt x="13095" y="7407"/>
                    <a:pt x="12995" y="6085"/>
                    <a:pt x="12359" y="5028"/>
                  </a:cubicBezTo>
                  <a:cubicBezTo>
                    <a:pt x="11683" y="3905"/>
                    <a:pt x="10498" y="3199"/>
                    <a:pt x="9348" y="2567"/>
                  </a:cubicBezTo>
                  <a:cubicBezTo>
                    <a:pt x="7985" y="1819"/>
                    <a:pt x="6603" y="1111"/>
                    <a:pt x="5201" y="439"/>
                  </a:cubicBezTo>
                  <a:cubicBezTo>
                    <a:pt x="4743" y="220"/>
                    <a:pt x="4256" y="1"/>
                    <a:pt x="3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72"/>
            <p:cNvSpPr/>
            <p:nvPr/>
          </p:nvSpPr>
          <p:spPr>
            <a:xfrm>
              <a:off x="913425" y="4658175"/>
              <a:ext cx="170850" cy="222500"/>
            </a:xfrm>
            <a:custGeom>
              <a:avLst/>
              <a:gdLst/>
              <a:ahLst/>
              <a:cxnLst/>
              <a:rect l="l" t="t" r="r" b="b"/>
              <a:pathLst>
                <a:path w="6834" h="8900" extrusionOk="0">
                  <a:moveTo>
                    <a:pt x="3084" y="1"/>
                  </a:moveTo>
                  <a:cubicBezTo>
                    <a:pt x="2520" y="1"/>
                    <a:pt x="1969" y="156"/>
                    <a:pt x="1516" y="501"/>
                  </a:cubicBezTo>
                  <a:cubicBezTo>
                    <a:pt x="721" y="1104"/>
                    <a:pt x="372" y="2132"/>
                    <a:pt x="221" y="3118"/>
                  </a:cubicBezTo>
                  <a:cubicBezTo>
                    <a:pt x="0" y="4570"/>
                    <a:pt x="129" y="6118"/>
                    <a:pt x="861" y="7392"/>
                  </a:cubicBezTo>
                  <a:cubicBezTo>
                    <a:pt x="1250" y="8069"/>
                    <a:pt x="1849" y="8679"/>
                    <a:pt x="2611" y="8850"/>
                  </a:cubicBezTo>
                  <a:cubicBezTo>
                    <a:pt x="2761" y="8884"/>
                    <a:pt x="2911" y="8900"/>
                    <a:pt x="3060" y="8900"/>
                  </a:cubicBezTo>
                  <a:cubicBezTo>
                    <a:pt x="3908" y="8900"/>
                    <a:pt x="4735" y="8389"/>
                    <a:pt x="5332" y="7756"/>
                  </a:cubicBezTo>
                  <a:cubicBezTo>
                    <a:pt x="6220" y="6817"/>
                    <a:pt x="6784" y="5561"/>
                    <a:pt x="6808" y="4270"/>
                  </a:cubicBezTo>
                  <a:cubicBezTo>
                    <a:pt x="6833" y="2978"/>
                    <a:pt x="6295" y="1670"/>
                    <a:pt x="5313" y="833"/>
                  </a:cubicBezTo>
                  <a:cubicBezTo>
                    <a:pt x="4701" y="310"/>
                    <a:pt x="3880" y="1"/>
                    <a:pt x="3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72"/>
            <p:cNvSpPr/>
            <p:nvPr/>
          </p:nvSpPr>
          <p:spPr>
            <a:xfrm>
              <a:off x="405550" y="4691650"/>
              <a:ext cx="340525" cy="368625"/>
            </a:xfrm>
            <a:custGeom>
              <a:avLst/>
              <a:gdLst/>
              <a:ahLst/>
              <a:cxnLst/>
              <a:rect l="l" t="t" r="r" b="b"/>
              <a:pathLst>
                <a:path w="13621" h="14745" extrusionOk="0">
                  <a:moveTo>
                    <a:pt x="4541" y="1"/>
                  </a:moveTo>
                  <a:cubicBezTo>
                    <a:pt x="3639" y="1"/>
                    <a:pt x="2764" y="175"/>
                    <a:pt x="2088" y="747"/>
                  </a:cubicBezTo>
                  <a:cubicBezTo>
                    <a:pt x="1467" y="1272"/>
                    <a:pt x="1125" y="2055"/>
                    <a:pt x="874" y="2831"/>
                  </a:cubicBezTo>
                  <a:cubicBezTo>
                    <a:pt x="104" y="5226"/>
                    <a:pt x="1" y="7788"/>
                    <a:pt x="577" y="10237"/>
                  </a:cubicBezTo>
                  <a:cubicBezTo>
                    <a:pt x="1003" y="12032"/>
                    <a:pt x="1962" y="13901"/>
                    <a:pt x="3697" y="14527"/>
                  </a:cubicBezTo>
                  <a:cubicBezTo>
                    <a:pt x="4113" y="14677"/>
                    <a:pt x="4537" y="14745"/>
                    <a:pt x="4963" y="14745"/>
                  </a:cubicBezTo>
                  <a:cubicBezTo>
                    <a:pt x="6535" y="14745"/>
                    <a:pt x="8125" y="13825"/>
                    <a:pt x="9396" y="12792"/>
                  </a:cubicBezTo>
                  <a:cubicBezTo>
                    <a:pt x="10773" y="11673"/>
                    <a:pt x="12043" y="10353"/>
                    <a:pt x="12771" y="8733"/>
                  </a:cubicBezTo>
                  <a:cubicBezTo>
                    <a:pt x="13498" y="7113"/>
                    <a:pt x="13621" y="5149"/>
                    <a:pt x="12768" y="3591"/>
                  </a:cubicBezTo>
                  <a:cubicBezTo>
                    <a:pt x="11522" y="1317"/>
                    <a:pt x="8683" y="510"/>
                    <a:pt x="6116" y="135"/>
                  </a:cubicBezTo>
                  <a:cubicBezTo>
                    <a:pt x="5604" y="60"/>
                    <a:pt x="5068" y="1"/>
                    <a:pt x="45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72"/>
            <p:cNvSpPr/>
            <p:nvPr/>
          </p:nvSpPr>
          <p:spPr>
            <a:xfrm>
              <a:off x="429650" y="4725800"/>
              <a:ext cx="258025" cy="247325"/>
            </a:xfrm>
            <a:custGeom>
              <a:avLst/>
              <a:gdLst/>
              <a:ahLst/>
              <a:cxnLst/>
              <a:rect l="l" t="t" r="r" b="b"/>
              <a:pathLst>
                <a:path w="10321" h="9893" extrusionOk="0">
                  <a:moveTo>
                    <a:pt x="4658" y="421"/>
                  </a:moveTo>
                  <a:cubicBezTo>
                    <a:pt x="6052" y="421"/>
                    <a:pt x="7420" y="1004"/>
                    <a:pt x="8317" y="1981"/>
                  </a:cubicBezTo>
                  <a:cubicBezTo>
                    <a:pt x="9505" y="3270"/>
                    <a:pt x="9869" y="5203"/>
                    <a:pt x="9224" y="6790"/>
                  </a:cubicBezTo>
                  <a:cubicBezTo>
                    <a:pt x="8583" y="8367"/>
                    <a:pt x="6966" y="9470"/>
                    <a:pt x="5292" y="9470"/>
                  </a:cubicBezTo>
                  <a:lnTo>
                    <a:pt x="5195" y="9470"/>
                  </a:lnTo>
                  <a:cubicBezTo>
                    <a:pt x="3078" y="9414"/>
                    <a:pt x="1084" y="7537"/>
                    <a:pt x="655" y="5197"/>
                  </a:cubicBezTo>
                  <a:cubicBezTo>
                    <a:pt x="435" y="3990"/>
                    <a:pt x="622" y="2877"/>
                    <a:pt x="1183" y="2060"/>
                  </a:cubicBezTo>
                  <a:cubicBezTo>
                    <a:pt x="1688" y="1323"/>
                    <a:pt x="2564" y="769"/>
                    <a:pt x="3584" y="539"/>
                  </a:cubicBezTo>
                  <a:cubicBezTo>
                    <a:pt x="3937" y="461"/>
                    <a:pt x="4297" y="421"/>
                    <a:pt x="4658" y="421"/>
                  </a:cubicBezTo>
                  <a:close/>
                  <a:moveTo>
                    <a:pt x="4658" y="0"/>
                  </a:moveTo>
                  <a:cubicBezTo>
                    <a:pt x="4266" y="0"/>
                    <a:pt x="3875" y="43"/>
                    <a:pt x="3492" y="129"/>
                  </a:cubicBezTo>
                  <a:cubicBezTo>
                    <a:pt x="2352" y="386"/>
                    <a:pt x="1410" y="988"/>
                    <a:pt x="836" y="1822"/>
                  </a:cubicBezTo>
                  <a:cubicBezTo>
                    <a:pt x="211" y="2730"/>
                    <a:pt x="1" y="3957"/>
                    <a:pt x="242" y="5272"/>
                  </a:cubicBezTo>
                  <a:cubicBezTo>
                    <a:pt x="706" y="7802"/>
                    <a:pt x="2876" y="9830"/>
                    <a:pt x="5184" y="9891"/>
                  </a:cubicBezTo>
                  <a:lnTo>
                    <a:pt x="5292" y="9892"/>
                  </a:lnTo>
                  <a:cubicBezTo>
                    <a:pt x="7132" y="9892"/>
                    <a:pt x="8910" y="8683"/>
                    <a:pt x="9615" y="6949"/>
                  </a:cubicBezTo>
                  <a:cubicBezTo>
                    <a:pt x="10320" y="5213"/>
                    <a:pt x="9923" y="3102"/>
                    <a:pt x="8629" y="1695"/>
                  </a:cubicBezTo>
                  <a:cubicBezTo>
                    <a:pt x="7652" y="634"/>
                    <a:pt x="6167" y="0"/>
                    <a:pt x="4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72"/>
            <p:cNvSpPr/>
            <p:nvPr/>
          </p:nvSpPr>
          <p:spPr>
            <a:xfrm>
              <a:off x="1024875" y="4484575"/>
              <a:ext cx="115050" cy="120600"/>
            </a:xfrm>
            <a:custGeom>
              <a:avLst/>
              <a:gdLst/>
              <a:ahLst/>
              <a:cxnLst/>
              <a:rect l="l" t="t" r="r" b="b"/>
              <a:pathLst>
                <a:path w="4602" h="4824" extrusionOk="0">
                  <a:moveTo>
                    <a:pt x="1551" y="0"/>
                  </a:moveTo>
                  <a:lnTo>
                    <a:pt x="1" y="3399"/>
                  </a:lnTo>
                  <a:lnTo>
                    <a:pt x="2821" y="4824"/>
                  </a:lnTo>
                  <a:lnTo>
                    <a:pt x="4486" y="1428"/>
                  </a:lnTo>
                  <a:cubicBezTo>
                    <a:pt x="4543" y="1309"/>
                    <a:pt x="4602" y="1164"/>
                    <a:pt x="4535" y="1050"/>
                  </a:cubicBezTo>
                  <a:cubicBezTo>
                    <a:pt x="4486" y="964"/>
                    <a:pt x="4383" y="926"/>
                    <a:pt x="4289" y="894"/>
                  </a:cubicBezTo>
                  <a:lnTo>
                    <a:pt x="155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72"/>
            <p:cNvSpPr/>
            <p:nvPr/>
          </p:nvSpPr>
          <p:spPr>
            <a:xfrm>
              <a:off x="607275" y="4009175"/>
              <a:ext cx="628625" cy="631550"/>
            </a:xfrm>
            <a:custGeom>
              <a:avLst/>
              <a:gdLst/>
              <a:ahLst/>
              <a:cxnLst/>
              <a:rect l="l" t="t" r="r" b="b"/>
              <a:pathLst>
                <a:path w="25145" h="25262" extrusionOk="0">
                  <a:moveTo>
                    <a:pt x="18997" y="0"/>
                  </a:moveTo>
                  <a:cubicBezTo>
                    <a:pt x="18904" y="0"/>
                    <a:pt x="18812" y="2"/>
                    <a:pt x="18720" y="6"/>
                  </a:cubicBezTo>
                  <a:cubicBezTo>
                    <a:pt x="16733" y="87"/>
                    <a:pt x="14643" y="521"/>
                    <a:pt x="12934" y="1539"/>
                  </a:cubicBezTo>
                  <a:cubicBezTo>
                    <a:pt x="5655" y="5878"/>
                    <a:pt x="3650" y="12922"/>
                    <a:pt x="0" y="22634"/>
                  </a:cubicBezTo>
                  <a:cubicBezTo>
                    <a:pt x="2504" y="23838"/>
                    <a:pt x="5151" y="24721"/>
                    <a:pt x="7877" y="25261"/>
                  </a:cubicBezTo>
                  <a:cubicBezTo>
                    <a:pt x="10189" y="17711"/>
                    <a:pt x="12591" y="9980"/>
                    <a:pt x="17397" y="3713"/>
                  </a:cubicBezTo>
                  <a:cubicBezTo>
                    <a:pt x="17840" y="3136"/>
                    <a:pt x="18322" y="2557"/>
                    <a:pt x="18968" y="2225"/>
                  </a:cubicBezTo>
                  <a:cubicBezTo>
                    <a:pt x="19275" y="2067"/>
                    <a:pt x="19628" y="1977"/>
                    <a:pt x="19974" y="1977"/>
                  </a:cubicBezTo>
                  <a:cubicBezTo>
                    <a:pt x="20358" y="1977"/>
                    <a:pt x="20731" y="2087"/>
                    <a:pt x="21020" y="2338"/>
                  </a:cubicBezTo>
                  <a:cubicBezTo>
                    <a:pt x="21717" y="2941"/>
                    <a:pt x="21651" y="4024"/>
                    <a:pt x="21503" y="4934"/>
                  </a:cubicBezTo>
                  <a:cubicBezTo>
                    <a:pt x="20675" y="10007"/>
                    <a:pt x="19106" y="14933"/>
                    <a:pt x="16846" y="19550"/>
                  </a:cubicBezTo>
                  <a:cubicBezTo>
                    <a:pt x="18275" y="20274"/>
                    <a:pt x="19680" y="21046"/>
                    <a:pt x="21057" y="21867"/>
                  </a:cubicBezTo>
                  <a:cubicBezTo>
                    <a:pt x="21841" y="19718"/>
                    <a:pt x="22572" y="17553"/>
                    <a:pt x="23245" y="15368"/>
                  </a:cubicBezTo>
                  <a:cubicBezTo>
                    <a:pt x="24254" y="12104"/>
                    <a:pt x="25145" y="8702"/>
                    <a:pt x="24765" y="5308"/>
                  </a:cubicBezTo>
                  <a:cubicBezTo>
                    <a:pt x="24653" y="4297"/>
                    <a:pt x="24419" y="3278"/>
                    <a:pt x="23879" y="2417"/>
                  </a:cubicBezTo>
                  <a:cubicBezTo>
                    <a:pt x="22869" y="811"/>
                    <a:pt x="20900" y="0"/>
                    <a:pt x="189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72"/>
            <p:cNvSpPr/>
            <p:nvPr/>
          </p:nvSpPr>
          <p:spPr>
            <a:xfrm>
              <a:off x="780075" y="4027850"/>
              <a:ext cx="456375" cy="612925"/>
            </a:xfrm>
            <a:custGeom>
              <a:avLst/>
              <a:gdLst/>
              <a:ahLst/>
              <a:cxnLst/>
              <a:rect l="l" t="t" r="r" b="b"/>
              <a:pathLst>
                <a:path w="18255" h="24517" extrusionOk="0">
                  <a:moveTo>
                    <a:pt x="13398" y="0"/>
                  </a:moveTo>
                  <a:cubicBezTo>
                    <a:pt x="12688" y="0"/>
                    <a:pt x="11945" y="286"/>
                    <a:pt x="11216" y="949"/>
                  </a:cubicBezTo>
                  <a:cubicBezTo>
                    <a:pt x="5058" y="7107"/>
                    <a:pt x="3269" y="15996"/>
                    <a:pt x="1" y="24310"/>
                  </a:cubicBezTo>
                  <a:cubicBezTo>
                    <a:pt x="322" y="24383"/>
                    <a:pt x="642" y="24451"/>
                    <a:pt x="965" y="24516"/>
                  </a:cubicBezTo>
                  <a:cubicBezTo>
                    <a:pt x="3277" y="16964"/>
                    <a:pt x="5681" y="9233"/>
                    <a:pt x="10485" y="2966"/>
                  </a:cubicBezTo>
                  <a:cubicBezTo>
                    <a:pt x="10928" y="2389"/>
                    <a:pt x="11410" y="1810"/>
                    <a:pt x="12056" y="1478"/>
                  </a:cubicBezTo>
                  <a:cubicBezTo>
                    <a:pt x="12363" y="1320"/>
                    <a:pt x="12716" y="1230"/>
                    <a:pt x="13062" y="1230"/>
                  </a:cubicBezTo>
                  <a:cubicBezTo>
                    <a:pt x="13446" y="1230"/>
                    <a:pt x="13819" y="1340"/>
                    <a:pt x="14108" y="1591"/>
                  </a:cubicBezTo>
                  <a:cubicBezTo>
                    <a:pt x="14804" y="2194"/>
                    <a:pt x="14739" y="3277"/>
                    <a:pt x="14591" y="4187"/>
                  </a:cubicBezTo>
                  <a:cubicBezTo>
                    <a:pt x="13762" y="9260"/>
                    <a:pt x="12194" y="14186"/>
                    <a:pt x="9934" y="18803"/>
                  </a:cubicBezTo>
                  <a:cubicBezTo>
                    <a:pt x="11135" y="19411"/>
                    <a:pt x="12318" y="20054"/>
                    <a:pt x="13482" y="20733"/>
                  </a:cubicBezTo>
                  <a:cubicBezTo>
                    <a:pt x="15160" y="16339"/>
                    <a:pt x="16338" y="11929"/>
                    <a:pt x="17509" y="7243"/>
                  </a:cubicBezTo>
                  <a:cubicBezTo>
                    <a:pt x="18255" y="4014"/>
                    <a:pt x="16058" y="0"/>
                    <a:pt x="13398" y="0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72"/>
            <p:cNvSpPr/>
            <p:nvPr/>
          </p:nvSpPr>
          <p:spPr>
            <a:xfrm>
              <a:off x="677125" y="4521975"/>
              <a:ext cx="72475" cy="58025"/>
            </a:xfrm>
            <a:custGeom>
              <a:avLst/>
              <a:gdLst/>
              <a:ahLst/>
              <a:cxnLst/>
              <a:rect l="l" t="t" r="r" b="b"/>
              <a:pathLst>
                <a:path w="2899" h="2321" extrusionOk="0">
                  <a:moveTo>
                    <a:pt x="1337" y="0"/>
                  </a:moveTo>
                  <a:cubicBezTo>
                    <a:pt x="1085" y="0"/>
                    <a:pt x="834" y="67"/>
                    <a:pt x="624" y="207"/>
                  </a:cubicBezTo>
                  <a:cubicBezTo>
                    <a:pt x="213" y="480"/>
                    <a:pt x="0" y="1038"/>
                    <a:pt x="167" y="1501"/>
                  </a:cubicBezTo>
                  <a:cubicBezTo>
                    <a:pt x="329" y="1952"/>
                    <a:pt x="798" y="2238"/>
                    <a:pt x="1271" y="2305"/>
                  </a:cubicBezTo>
                  <a:cubicBezTo>
                    <a:pt x="1343" y="2315"/>
                    <a:pt x="1417" y="2320"/>
                    <a:pt x="1491" y="2320"/>
                  </a:cubicBezTo>
                  <a:cubicBezTo>
                    <a:pt x="1911" y="2320"/>
                    <a:pt x="2338" y="2154"/>
                    <a:pt x="2559" y="1805"/>
                  </a:cubicBezTo>
                  <a:cubicBezTo>
                    <a:pt x="2899" y="1265"/>
                    <a:pt x="2589" y="488"/>
                    <a:pt x="2030" y="178"/>
                  </a:cubicBezTo>
                  <a:cubicBezTo>
                    <a:pt x="1820" y="61"/>
                    <a:pt x="1578" y="0"/>
                    <a:pt x="1337" y="0"/>
                  </a:cubicBezTo>
                  <a:close/>
                </a:path>
              </a:pathLst>
            </a:custGeom>
            <a:solidFill>
              <a:srgbClr val="000000">
                <a:alpha val="24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72"/>
            <p:cNvSpPr/>
            <p:nvPr/>
          </p:nvSpPr>
          <p:spPr>
            <a:xfrm>
              <a:off x="939075" y="4675650"/>
              <a:ext cx="56750" cy="166600"/>
            </a:xfrm>
            <a:custGeom>
              <a:avLst/>
              <a:gdLst/>
              <a:ahLst/>
              <a:cxnLst/>
              <a:rect l="l" t="t" r="r" b="b"/>
              <a:pathLst>
                <a:path w="2270" h="6664" extrusionOk="0">
                  <a:moveTo>
                    <a:pt x="2230" y="1"/>
                  </a:moveTo>
                  <a:cubicBezTo>
                    <a:pt x="1917" y="1"/>
                    <a:pt x="1619" y="178"/>
                    <a:pt x="1411" y="415"/>
                  </a:cubicBezTo>
                  <a:cubicBezTo>
                    <a:pt x="1193" y="662"/>
                    <a:pt x="1057" y="966"/>
                    <a:pt x="923" y="1268"/>
                  </a:cubicBezTo>
                  <a:cubicBezTo>
                    <a:pt x="539" y="2146"/>
                    <a:pt x="169" y="3051"/>
                    <a:pt x="84" y="4007"/>
                  </a:cubicBezTo>
                  <a:cubicBezTo>
                    <a:pt x="0" y="4964"/>
                    <a:pt x="240" y="5990"/>
                    <a:pt x="923" y="6663"/>
                  </a:cubicBezTo>
                  <a:cubicBezTo>
                    <a:pt x="528" y="4379"/>
                    <a:pt x="1018" y="1954"/>
                    <a:pt x="2270" y="2"/>
                  </a:cubicBezTo>
                  <a:cubicBezTo>
                    <a:pt x="2257" y="1"/>
                    <a:pt x="2243" y="1"/>
                    <a:pt x="22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0B5F490-E3C0-1141-2607-C550D936B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8895" y="3709018"/>
            <a:ext cx="4088627" cy="7387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eaming &amp; Gameplaying by Slidesgo">
  <a:themeElements>
    <a:clrScheme name="Simple Light">
      <a:dk1>
        <a:srgbClr val="022A44"/>
      </a:dk1>
      <a:lt1>
        <a:srgbClr val="474056"/>
      </a:lt1>
      <a:dk2>
        <a:srgbClr val="7C2E44"/>
      </a:dk2>
      <a:lt2>
        <a:srgbClr val="9B896F"/>
      </a:lt2>
      <a:accent1>
        <a:srgbClr val="FAD34A"/>
      </a:accent1>
      <a:accent2>
        <a:srgbClr val="4E93B3"/>
      </a:accent2>
      <a:accent3>
        <a:srgbClr val="DCE0D3"/>
      </a:accent3>
      <a:accent4>
        <a:srgbClr val="F0F3E8"/>
      </a:accent4>
      <a:accent5>
        <a:srgbClr val="FFFFFF"/>
      </a:accent5>
      <a:accent6>
        <a:srgbClr val="FFFFFF"/>
      </a:accent6>
      <a:hlink>
        <a:srgbClr val="022A4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828</Words>
  <Application>Microsoft Office PowerPoint</Application>
  <PresentationFormat>On-screen Show (16:9)</PresentationFormat>
  <Paragraphs>105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Bahiana</vt:lpstr>
      <vt:lpstr>Barlow</vt:lpstr>
      <vt:lpstr>Streaming &amp; Gameplaying by Slidesgo</vt:lpstr>
      <vt:lpstr>FaZe Media: Insights &amp; Analytics Intern Case Study</vt:lpstr>
      <vt:lpstr>Table of contents</vt:lpstr>
      <vt:lpstr>Toolstack overview</vt:lpstr>
      <vt:lpstr>TOOLSTACK overview</vt:lpstr>
      <vt:lpstr>PowerPoint Presentation</vt:lpstr>
      <vt:lpstr>Creator scouting</vt:lpstr>
      <vt:lpstr>Scouting evaluation Criteria</vt:lpstr>
      <vt:lpstr>CREATOR comparison (Dataset Overview)</vt:lpstr>
      <vt:lpstr>ENGAGEMENT Rate ANALYSIS</vt:lpstr>
      <vt:lpstr>audience demographics</vt:lpstr>
      <vt:lpstr>growth trends</vt:lpstr>
      <vt:lpstr>FINAL RECOMMENDATIONS</vt:lpstr>
      <vt:lpstr>Campaign Performance</vt:lpstr>
      <vt:lpstr>CAMPAIGN overview</vt:lpstr>
      <vt:lpstr>KEY campaign METRICS</vt:lpstr>
      <vt:lpstr>PLATFORM analysis</vt:lpstr>
      <vt:lpstr>creator performance</vt:lpstr>
      <vt:lpstr>Insights &amp; Strategy</vt:lpstr>
      <vt:lpstr>Media value insights</vt:lpstr>
      <vt:lpstr>KEY insights</vt:lpstr>
      <vt:lpstr>STRATEGIC recommendations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Vora, Devarsh</cp:lastModifiedBy>
  <cp:revision>3</cp:revision>
  <dcterms:modified xsi:type="dcterms:W3CDTF">2025-11-08T07:53:46Z</dcterms:modified>
</cp:coreProperties>
</file>